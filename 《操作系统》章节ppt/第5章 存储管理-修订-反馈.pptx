
<file path=[Content_Types].xml><?xml version="1.0" encoding="utf-8"?>
<Types xmlns="http://schemas.openxmlformats.org/package/2006/content-types">
  <Override PartName="/ppt/slideMasters/slideMaster3.xml" ContentType="application/vnd.openxmlformats-officedocument.presentationml.slideMaster+xml"/>
  <Override PartName="/ppt/slides/slide47.xml" ContentType="application/vnd.openxmlformats-officedocument.presentationml.slide+xml"/>
  <Override PartName="/ppt/slides/slide58.xml" ContentType="application/vnd.openxmlformats-officedocument.presentationml.slide+xml"/>
  <Override PartName="/ppt/notesSlides/notesSlide2.xml" ContentType="application/vnd.openxmlformats-officedocument.presentationml.notesSlide+xml"/>
  <Override PartName="/ppt/slides/slide36.xml" ContentType="application/vnd.openxmlformats-officedocument.presentationml.slide+xml"/>
  <Override PartName="/ppt/notesSlides/notesSlide38.xml" ContentType="application/vnd.openxmlformats-officedocument.presentationml.notesSlide+xml"/>
  <Override PartName="/ppt/notesSlides/notesSlide49.xml" ContentType="application/vnd.openxmlformats-officedocument.presentationml.notesSlide+xml"/>
  <Override PartName="/ppt/slides/slide25.xml" ContentType="application/vnd.openxmlformats-officedocument.presentationml.slide+xml"/>
  <Override PartName="/ppt/slides/slide43.xml" ContentType="application/vnd.openxmlformats-officedocument.presentationml.slide+xml"/>
  <Override PartName="/ppt/theme/theme1.xml" ContentType="application/vnd.openxmlformats-officedocument.theme+xml"/>
  <Override PartName="/ppt/slideLayouts/slideLayout2.xml" ContentType="application/vnd.openxmlformats-officedocument.presentationml.slideLayout+xml"/>
  <Override PartName="/ppt/slideLayouts/slideLayout35.xml" ContentType="application/vnd.openxmlformats-officedocument.presentationml.slideLayout+xml"/>
  <Override PartName="/ppt/notesSlides/notesSlide27.xml" ContentType="application/vnd.openxmlformats-officedocument.presentationml.notesSlide+xml"/>
  <Override PartName="/ppt/notesSlides/notesSlide45.xml" ContentType="application/vnd.openxmlformats-officedocument.presentationml.notesSlide+xml"/>
  <Override PartName="/ppt/notesSlides/notesSlide56.xml" ContentType="application/vnd.openxmlformats-officedocument.presentationml.notesSlide+xml"/>
  <Default Extension="xml" ContentType="application/xml"/>
  <Override PartName="/ppt/slides/slide14.xml" ContentType="application/vnd.openxmlformats-officedocument.presentationml.slide+xml"/>
  <Override PartName="/ppt/slides/slide32.xml" ContentType="application/vnd.openxmlformats-officedocument.presentationml.slide+xml"/>
  <Override PartName="/ppt/slides/slide50.xml" ContentType="application/vnd.openxmlformats-officedocument.presentationml.slide+xml"/>
  <Override PartName="/ppt/slides/slide61.xml" ContentType="application/vnd.openxmlformats-officedocument.presentationml.slide+xml"/>
  <Override PartName="/ppt/notesMasters/notesMaster1.xml" ContentType="application/vnd.openxmlformats-officedocument.presentationml.notesMaster+xml"/>
  <Override PartName="/ppt/slideLayouts/slideLayout13.xml" ContentType="application/vnd.openxmlformats-officedocument.presentationml.slideLayout+xml"/>
  <Override PartName="/ppt/slideLayouts/slideLayout24.xml" ContentType="application/vnd.openxmlformats-officedocument.presentationml.slideLayout+xml"/>
  <Override PartName="/ppt/slideLayouts/slideLayout42.xml" ContentType="application/vnd.openxmlformats-officedocument.presentationml.slideLayout+xml"/>
  <Override PartName="/ppt/notesSlides/notesSlide16.xml" ContentType="application/vnd.openxmlformats-officedocument.presentationml.notesSlide+xml"/>
  <Override PartName="/ppt/notesSlides/notesSlide34.xml" ContentType="application/vnd.openxmlformats-officedocument.presentationml.notesSlide+xml"/>
  <Override PartName="/ppt/notesSlides/notesSlide63.xml" ContentType="application/vnd.openxmlformats-officedocument.presentationml.notesSlide+xml"/>
  <Override PartName="/ppt/slides/slide10.xml" ContentType="application/vnd.openxmlformats-officedocument.presentationml.slide+xml"/>
  <Override PartName="/ppt/slides/slide21.xml" ContentType="application/vnd.openxmlformats-officedocument.presentationml.slide+xml"/>
  <Override PartName="/ppt/tableStyles.xml" ContentType="application/vnd.openxmlformats-officedocument.presentationml.tableStyles+xml"/>
  <Override PartName="/ppt/slideLayouts/slideLayout20.xml" ContentType="application/vnd.openxmlformats-officedocument.presentationml.slideLayout+xml"/>
  <Override PartName="/ppt/slideLayouts/slideLayout31.xml" ContentType="application/vnd.openxmlformats-officedocument.presentationml.slideLayout+xml"/>
  <Override PartName="/ppt/notesSlides/notesSlide23.xml" ContentType="application/vnd.openxmlformats-officedocument.presentationml.notesSlide+xml"/>
  <Override PartName="/ppt/notesSlides/notesSlide41.xml" ContentType="application/vnd.openxmlformats-officedocument.presentationml.notesSlide+xml"/>
  <Override PartName="/ppt/notesSlides/notesSlide52.xml" ContentType="application/vnd.openxmlformats-officedocument.presentationml.notesSlide+xml"/>
  <Override PartName="/docProps/custom.xml" ContentType="application/vnd.openxmlformats-officedocument.custom-properties+xml"/>
  <Override PartName="/ppt/notesSlides/notesSlide12.xml" ContentType="application/vnd.openxmlformats-officedocument.presentationml.notesSlide+xml"/>
  <Override PartName="/ppt/notesSlides/notesSlide30.xml" ContentType="application/vnd.openxmlformats-officedocument.presentationml.notesSlide+xml"/>
  <Override PartName="/ppt/notesSlides/notesSlide7.xml" ContentType="application/vnd.openxmlformats-officedocument.presentationml.notesSlide+xml"/>
  <Override PartName="/ppt/slides/slide9.xml" ContentType="application/vnd.openxmlformats-officedocument.presentationml.slide+xml"/>
  <Override PartName="/ppt/slides/slide59.xml" ContentType="application/vnd.openxmlformats-officedocument.presentationml.slide+xml"/>
  <Override PartName="/ppt/viewProps.xml" ContentType="application/vnd.openxmlformats-officedocument.presentationml.viewProps+xml"/>
  <Override PartName="/ppt/slides/slide5.xml" ContentType="application/vnd.openxmlformats-officedocument.presentationml.slide+xml"/>
  <Override PartName="/ppt/slides/slide19.xml" ContentType="application/vnd.openxmlformats-officedocument.presentationml.slide+xml"/>
  <Override PartName="/ppt/slides/slide48.xml" ContentType="application/vnd.openxmlformats-officedocument.presentationml.slide+xml"/>
  <Override PartName="/ppt/slides/slide66.xml" ContentType="application/vnd.openxmlformats-officedocument.presentationml.slide+xml"/>
  <Override PartName="/ppt/slideLayouts/slideLayout7.xml" ContentType="application/vnd.openxmlformats-officedocument.presentationml.slideLayout+xml"/>
  <Default Extension="png" ContentType="image/png"/>
  <Override PartName="/ppt/slideLayouts/slideLayout29.xml" ContentType="application/vnd.openxmlformats-officedocument.presentationml.slideLayout+xml"/>
  <Override PartName="/ppt/notesSlides/notesSlide3.xml" ContentType="application/vnd.openxmlformats-officedocument.presentationml.notesSlide+xml"/>
  <Override PartName="/ppt/notesSlides/notesSlide68.xml" ContentType="application/vnd.openxmlformats-officedocument.presentationml.notesSlide+xml"/>
  <Override PartName="/ppt/slides/slide26.xml" ContentType="application/vnd.openxmlformats-officedocument.presentationml.slide+xml"/>
  <Override PartName="/ppt/slides/slide37.xml" ContentType="application/vnd.openxmlformats-officedocument.presentationml.slide+xml"/>
  <Override PartName="/ppt/slides/slide55.xml" ContentType="application/vnd.openxmlformats-officedocument.presentationml.slide+xml"/>
  <Override PartName="/ppt/presProps.xml" ContentType="application/vnd.openxmlformats-officedocument.presentationml.presProps+xml"/>
  <Override PartName="/ppt/slideLayouts/slideLayout18.xml" ContentType="application/vnd.openxmlformats-officedocument.presentationml.slideLayout+xml"/>
  <Override PartName="/ppt/slideLayouts/slideLayout36.xml" ContentType="application/vnd.openxmlformats-officedocument.presentationml.slideLayout+xml"/>
  <Override PartName="/ppt/theme/theme2.xml" ContentType="application/vnd.openxmlformats-officedocument.theme+xml"/>
  <Override PartName="/ppt/notesSlides/notesSlide39.xml" ContentType="application/vnd.openxmlformats-officedocument.presentationml.notesSlide+xml"/>
  <Override PartName="/ppt/notesSlides/notesSlide57.xml" ContentType="application/vnd.openxmlformats-officedocument.presentationml.notesSlide+xml"/>
  <Override PartName="/ppt/slides/slide1.xml" ContentType="application/vnd.openxmlformats-officedocument.presentationml.slide+xml"/>
  <Override PartName="/ppt/slides/slide15.xml" ContentType="application/vnd.openxmlformats-officedocument.presentationml.slide+xml"/>
  <Override PartName="/ppt/slides/slide33.xml" ContentType="application/vnd.openxmlformats-officedocument.presentationml.slide+xml"/>
  <Override PartName="/ppt/slides/slide44.xml" ContentType="application/vnd.openxmlformats-officedocument.presentationml.slide+xml"/>
  <Override PartName="/ppt/slides/slide62.xml" ContentType="application/vnd.openxmlformats-officedocument.presentationml.slide+xml"/>
  <Override PartName="/ppt/slideLayouts/slideLayout3.xml" ContentType="application/vnd.openxmlformats-officedocument.presentationml.slideLayout+xml"/>
  <Override PartName="/ppt/slideLayouts/slideLayout25.xml" ContentType="application/vnd.openxmlformats-officedocument.presentationml.slideLayout+xml"/>
  <Override PartName="/ppt/notesSlides/notesSlide17.xml" ContentType="application/vnd.openxmlformats-officedocument.presentationml.notesSlide+xml"/>
  <Override PartName="/ppt/notesSlides/notesSlide28.xml" ContentType="application/vnd.openxmlformats-officedocument.presentationml.notesSlide+xml"/>
  <Override PartName="/ppt/notesSlides/notesSlide46.xml" ContentType="application/vnd.openxmlformats-officedocument.presentationml.notesSlide+xml"/>
  <Override PartName="/ppt/notesSlides/notesSlide64.xml" ContentType="application/vnd.openxmlformats-officedocument.presentationml.notesSlide+xml"/>
  <Override PartName="/ppt/presentation.xml" ContentType="application/vnd.openxmlformats-officedocument.presentationml.presentation.main+xml"/>
  <Override PartName="/ppt/slides/slide22.xml" ContentType="application/vnd.openxmlformats-officedocument.presentationml.slide+xml"/>
  <Override PartName="/ppt/slides/slide51.xml" ContentType="application/vnd.openxmlformats-officedocument.presentationml.slide+xml"/>
  <Override PartName="/ppt/slideLayouts/slideLayout14.xml" ContentType="application/vnd.openxmlformats-officedocument.presentationml.slideLayout+xml"/>
  <Override PartName="/ppt/slideLayouts/slideLayout32.xml" ContentType="application/vnd.openxmlformats-officedocument.presentationml.slideLayout+xml"/>
  <Override PartName="/ppt/notesSlides/notesSlide24.xml" ContentType="application/vnd.openxmlformats-officedocument.presentationml.notesSlide+xml"/>
  <Override PartName="/ppt/notesSlides/notesSlide35.xml" ContentType="application/vnd.openxmlformats-officedocument.presentationml.notesSlide+xml"/>
  <Override PartName="/ppt/notesSlides/notesSlide53.xml" ContentType="application/vnd.openxmlformats-officedocument.presentationml.notesSlide+xml"/>
  <Override PartName="/docProps/app.xml" ContentType="application/vnd.openxmlformats-officedocument.extended-properties+xml"/>
  <Override PartName="/ppt/slides/slide11.xml" ContentType="application/vnd.openxmlformats-officedocument.presentationml.slide+xml"/>
  <Override PartName="/ppt/slides/slide40.xml" ContentType="application/vnd.openxmlformats-officedocument.presentationml.slide+xml"/>
  <Override PartName="/ppt/slideLayouts/slideLayout21.xml" ContentType="application/vnd.openxmlformats-officedocument.presentationml.slideLayout+xml"/>
  <Override PartName="/ppt/notesSlides/notesSlide13.xml" ContentType="application/vnd.openxmlformats-officedocument.presentationml.notesSlide+xml"/>
  <Override PartName="/ppt/notesSlides/notesSlide42.xml" ContentType="application/vnd.openxmlformats-officedocument.presentationml.notesSlide+xml"/>
  <Override PartName="/ppt/notesSlides/notesSlide60.xml" ContentType="application/vnd.openxmlformats-officedocument.presentationml.notesSlide+xml"/>
  <Override PartName="/ppt/slideLayouts/slideLayout10.xml" ContentType="application/vnd.openxmlformats-officedocument.presentationml.slideLayout+xml"/>
  <Override PartName="/ppt/notesSlides/notesSlide8.xml" ContentType="application/vnd.openxmlformats-officedocument.presentationml.notesSlide+xml"/>
  <Override PartName="/ppt/notesSlides/notesSlide20.xml" ContentType="application/vnd.openxmlformats-officedocument.presentationml.notesSlide+xml"/>
  <Override PartName="/ppt/notesSlides/notesSlide31.xml" ContentType="application/vnd.openxmlformats-officedocument.presentationml.notesSlide+xml"/>
  <Override PartName="/ppt/slides/slide49.xml" ContentType="application/vnd.openxmlformats-officedocument.presentationml.slide+xml"/>
  <Override PartName="/ppt/notesSlides/notesSlide4.xml" ContentType="application/vnd.openxmlformats-officedocument.presentationml.notesSlide+xml"/>
  <Override PartName="/docProps/core.xml" ContentType="application/vnd.openxmlformats-package.core-properties+xml"/>
  <Override PartName="/ppt/slides/slide6.xml" ContentType="application/vnd.openxmlformats-officedocument.presentationml.slide+xml"/>
  <Override PartName="/ppt/slides/slide38.xml" ContentType="application/vnd.openxmlformats-officedocument.presentationml.slide+xml"/>
  <Override PartName="/ppt/slides/slide56.xml" ContentType="application/vnd.openxmlformats-officedocument.presentationml.slide+xml"/>
  <Override PartName="/ppt/slides/slide67.xml" ContentType="application/vnd.openxmlformats-officedocument.presentationml.slide+xml"/>
  <Override PartName="/ppt/slideLayouts/slideLayout8.xml" ContentType="application/vnd.openxmlformats-officedocument.presentationml.slideLayout+xml"/>
  <Override PartName="/ppt/slideLayouts/slideLayout19.xml" ContentType="application/vnd.openxmlformats-officedocument.presentationml.slideLayout+xml"/>
  <Override PartName="/ppt/notesSlides/notesSlide69.xml" ContentType="application/vnd.openxmlformats-officedocument.presentationml.notesSlide+xml"/>
  <Default Extension="svg" ContentType="image/svg+xml"/>
  <Override PartName="/ppt/slideMasters/slideMaster1.xml" ContentType="application/vnd.openxmlformats-officedocument.presentationml.slideMaster+xml"/>
  <Override PartName="/ppt/slides/slide27.xml" ContentType="application/vnd.openxmlformats-officedocument.presentationml.slide+xml"/>
  <Override PartName="/ppt/slides/slide45.xml" ContentType="application/vnd.openxmlformats-officedocument.presentationml.slide+xml"/>
  <Override PartName="/ppt/slideLayouts/slideLayout4.xml" ContentType="application/vnd.openxmlformats-officedocument.presentationml.slideLayout+xml"/>
  <Override PartName="/ppt/slideLayouts/slideLayout37.xml" ContentType="application/vnd.openxmlformats-officedocument.presentationml.slideLayout+xml"/>
  <Override PartName="/ppt/theme/theme3.xml" ContentType="application/vnd.openxmlformats-officedocument.theme+xml"/>
  <Override PartName="/ppt/notesSlides/notesSlide29.xml" ContentType="application/vnd.openxmlformats-officedocument.presentationml.notesSlide+xml"/>
  <Override PartName="/ppt/notesSlides/notesSlide47.xml" ContentType="application/vnd.openxmlformats-officedocument.presentationml.notesSlide+xml"/>
  <Override PartName="/ppt/notesSlides/notesSlide58.xml" ContentType="application/vnd.openxmlformats-officedocument.presentationml.notesSlide+xml"/>
  <Override PartName="/ppt/slides/slide2.xml" ContentType="application/vnd.openxmlformats-officedocument.presentationml.slide+xml"/>
  <Override PartName="/ppt/slides/slide16.xml" ContentType="application/vnd.openxmlformats-officedocument.presentationml.slide+xml"/>
  <Override PartName="/ppt/slides/slide34.xml" ContentType="application/vnd.openxmlformats-officedocument.presentationml.slide+xml"/>
  <Override PartName="/ppt/slides/slide52.xml" ContentType="application/vnd.openxmlformats-officedocument.presentationml.slide+xml"/>
  <Override PartName="/ppt/slides/slide63.xml" ContentType="application/vnd.openxmlformats-officedocument.presentationml.slide+xml"/>
  <Override PartName="/ppt/slideLayouts/slideLayout15.xml" ContentType="application/vnd.openxmlformats-officedocument.presentationml.slideLayout+xml"/>
  <Override PartName="/ppt/slideLayouts/slideLayout26.xml" ContentType="application/vnd.openxmlformats-officedocument.presentationml.slideLayout+xml"/>
  <Override PartName="/ppt/notesSlides/notesSlide18.xml" ContentType="application/vnd.openxmlformats-officedocument.presentationml.notesSlide+xml"/>
  <Override PartName="/ppt/notesSlides/notesSlide36.xml" ContentType="application/vnd.openxmlformats-officedocument.presentationml.notesSlide+xml"/>
  <Override PartName="/ppt/notesSlides/notesSlide65.xml" ContentType="application/vnd.openxmlformats-officedocument.presentationml.notesSlide+xml"/>
  <Default Extension="rels" ContentType="application/vnd.openxmlformats-package.relationships+xml"/>
  <Override PartName="/ppt/slides/slide23.xml" ContentType="application/vnd.openxmlformats-officedocument.presentationml.slide+xml"/>
  <Override PartName="/ppt/slides/slide41.xml" ContentType="application/vnd.openxmlformats-officedocument.presentationml.slide+xml"/>
  <Override PartName="/ppt/slideLayouts/slideLayout22.xml" ContentType="application/vnd.openxmlformats-officedocument.presentationml.slideLayout+xml"/>
  <Override PartName="/ppt/slideLayouts/slideLayout33.xml" ContentType="application/vnd.openxmlformats-officedocument.presentationml.slideLayout+xml"/>
  <Override PartName="/ppt/notesSlides/notesSlide25.xml" ContentType="application/vnd.openxmlformats-officedocument.presentationml.notesSlide+xml"/>
  <Override PartName="/ppt/notesSlides/notesSlide43.xml" ContentType="application/vnd.openxmlformats-officedocument.presentationml.notesSlide+xml"/>
  <Override PartName="/ppt/notesSlides/notesSlide54.xml" ContentType="application/vnd.openxmlformats-officedocument.presentationml.notesSlide+xml"/>
  <Override PartName="/ppt/slides/slide12.xml" ContentType="application/vnd.openxmlformats-officedocument.presentationml.slide+xml"/>
  <Override PartName="/ppt/slides/slide30.xml" ContentType="application/vnd.openxmlformats-officedocument.presentationml.slide+xml"/>
  <Override PartName="/ppt/slideLayouts/slideLayout11.xml" ContentType="application/vnd.openxmlformats-officedocument.presentationml.slideLayout+xml"/>
  <Override PartName="/ppt/slideLayouts/slideLayout40.xml" ContentType="application/vnd.openxmlformats-officedocument.presentationml.slideLayout+xml"/>
  <Override PartName="/ppt/notesSlides/notesSlide14.xml" ContentType="application/vnd.openxmlformats-officedocument.presentationml.notesSlide+xml"/>
  <Override PartName="/ppt/notesSlides/notesSlide32.xml" ContentType="application/vnd.openxmlformats-officedocument.presentationml.notesSlide+xml"/>
  <Override PartName="/ppt/notesSlides/notesSlide61.xml" ContentType="application/vnd.openxmlformats-officedocument.presentationml.notesSlide+xml"/>
  <Override PartName="/ppt/commentAuthors.xml" ContentType="application/vnd.openxmlformats-officedocument.presentationml.commentAuthors+xml"/>
  <Override PartName="/ppt/notesSlides/notesSlide9.xml" ContentType="application/vnd.openxmlformats-officedocument.presentationml.notesSlide+xml"/>
  <Override PartName="/ppt/notesSlides/notesSlide21.xml" ContentType="application/vnd.openxmlformats-officedocument.presentationml.notesSlide+xml"/>
  <Override PartName="/ppt/notesSlides/notesSlide50.xml" ContentType="application/vnd.openxmlformats-officedocument.presentationml.notesSlide+xml"/>
  <Override PartName="/ppt/notesSlides/notesSlide10.xml" ContentType="application/vnd.openxmlformats-officedocument.presentationml.notesSlide+xml"/>
  <Override PartName="/ppt/slides/slide7.xml" ContentType="application/vnd.openxmlformats-officedocument.presentationml.slide+xml"/>
  <Override PartName="/ppt/slides/slide68.xml" ContentType="application/vnd.openxmlformats-officedocument.presentationml.slide+xml"/>
  <Override PartName="/ppt/slideLayouts/slideLayout9.xml" ContentType="application/vnd.openxmlformats-officedocument.presentationml.slideLayout+xml"/>
  <Override PartName="/ppt/notesSlides/notesSlide5.xml" ContentType="application/vnd.openxmlformats-officedocument.presentationml.notesSlide+xml"/>
  <Override PartName="/ppt/slideMasters/slideMaster2.xml" ContentType="application/vnd.openxmlformats-officedocument.presentationml.slideMaster+xml"/>
  <Override PartName="/ppt/slides/slide28.xml" ContentType="application/vnd.openxmlformats-officedocument.presentationml.slide+xml"/>
  <Override PartName="/ppt/slides/slide39.xml" ContentType="application/vnd.openxmlformats-officedocument.presentationml.slide+xml"/>
  <Override PartName="/ppt/slides/slide57.xml" ContentType="application/vnd.openxmlformats-officedocument.presentationml.slide+xml"/>
  <Override PartName="/ppt/slideLayouts/slideLayout38.xml" ContentType="application/vnd.openxmlformats-officedocument.presentationml.slideLayout+xml"/>
  <Override PartName="/ppt/theme/theme4.xml" ContentType="application/vnd.openxmlformats-officedocument.theme+xml"/>
  <Override PartName="/ppt/notesSlides/notesSlide1.xml" ContentType="application/vnd.openxmlformats-officedocument.presentationml.notesSlide+xml"/>
  <Override PartName="/ppt/notesSlides/notesSlide59.xml" ContentType="application/vnd.openxmlformats-officedocument.presentationml.notesSlide+xml"/>
  <Override PartName="/ppt/slides/slide3.xml" ContentType="application/vnd.openxmlformats-officedocument.presentationml.slide+xml"/>
  <Override PartName="/ppt/slides/slide17.xml" ContentType="application/vnd.openxmlformats-officedocument.presentationml.slide+xml"/>
  <Override PartName="/ppt/slides/slide46.xml" ContentType="application/vnd.openxmlformats-officedocument.presentationml.slide+xml"/>
  <Override PartName="/ppt/slides/slide64.xml" ContentType="application/vnd.openxmlformats-officedocument.presentationml.slide+xml"/>
  <Override PartName="/ppt/slideLayouts/slideLayout5.xml" ContentType="application/vnd.openxmlformats-officedocument.presentationml.slideLayout+xml"/>
  <Override PartName="/ppt/slideLayouts/slideLayout27.xml" ContentType="application/vnd.openxmlformats-officedocument.presentationml.slideLayout+xml"/>
  <Override PartName="/ppt/notesSlides/notesSlide19.xml" ContentType="application/vnd.openxmlformats-officedocument.presentationml.notesSlide+xml"/>
  <Override PartName="/ppt/notesSlides/notesSlide48.xml" ContentType="application/vnd.openxmlformats-officedocument.presentationml.notesSlide+xml"/>
  <Override PartName="/ppt/notesSlides/notesSlide66.xml" ContentType="application/vnd.openxmlformats-officedocument.presentationml.notesSlide+xml"/>
  <Override PartName="/ppt/slides/slide24.xml" ContentType="application/vnd.openxmlformats-officedocument.presentationml.slide+xml"/>
  <Override PartName="/ppt/slides/slide35.xml" ContentType="application/vnd.openxmlformats-officedocument.presentationml.slide+xml"/>
  <Override PartName="/ppt/slides/slide53.xml" ContentType="application/vnd.openxmlformats-officedocument.presentationml.slide+xml"/>
  <Override PartName="/ppt/slideLayouts/slideLayout16.xml" ContentType="application/vnd.openxmlformats-officedocument.presentationml.slideLayout+xml"/>
  <Override PartName="/ppt/slideLayouts/slideLayout34.xml" ContentType="application/vnd.openxmlformats-officedocument.presentationml.slideLayout+xml"/>
  <Default Extension="jpeg" ContentType="image/jpeg"/>
  <Override PartName="/ppt/notesSlides/notesSlide37.xml" ContentType="application/vnd.openxmlformats-officedocument.presentationml.notesSlide+xml"/>
  <Override PartName="/ppt/notesSlides/notesSlide55.xml" ContentType="application/vnd.openxmlformats-officedocument.presentationml.notesSlide+xml"/>
  <Override PartName="/ppt/slides/slide13.xml" ContentType="application/vnd.openxmlformats-officedocument.presentationml.slide+xml"/>
  <Override PartName="/ppt/slides/slide31.xml" ContentType="application/vnd.openxmlformats-officedocument.presentationml.slide+xml"/>
  <Override PartName="/ppt/slides/slide42.xml" ContentType="application/vnd.openxmlformats-officedocument.presentationml.slide+xml"/>
  <Override PartName="/ppt/slides/slide60.xml" ContentType="application/vnd.openxmlformats-officedocument.presentationml.slide+xml"/>
  <Override PartName="/ppt/slideLayouts/slideLayout1.xml" ContentType="application/vnd.openxmlformats-officedocument.presentationml.slideLayout+xml"/>
  <Override PartName="/ppt/slideLayouts/slideLayout23.xml" ContentType="application/vnd.openxmlformats-officedocument.presentationml.slideLayout+xml"/>
  <Override PartName="/ppt/slideLayouts/slideLayout41.xml" ContentType="application/vnd.openxmlformats-officedocument.presentationml.slideLayout+xml"/>
  <Override PartName="/ppt/notesSlides/notesSlide15.xml" ContentType="application/vnd.openxmlformats-officedocument.presentationml.notesSlide+xml"/>
  <Override PartName="/ppt/notesSlides/notesSlide26.xml" ContentType="application/vnd.openxmlformats-officedocument.presentationml.notesSlide+xml"/>
  <Override PartName="/ppt/notesSlides/notesSlide44.xml" ContentType="application/vnd.openxmlformats-officedocument.presentationml.notesSlide+xml"/>
  <Override PartName="/ppt/notesSlides/notesSlide62.xml" ContentType="application/vnd.openxmlformats-officedocument.presentationml.notesSlide+xml"/>
  <Override PartName="/ppt/slides/slide20.xml" ContentType="application/vnd.openxmlformats-officedocument.presentationml.slide+xml"/>
  <Override PartName="/ppt/slideLayouts/slideLayout12.xml" ContentType="application/vnd.openxmlformats-officedocument.presentationml.slideLayout+xml"/>
  <Override PartName="/ppt/slideLayouts/slideLayout30.xml" ContentType="application/vnd.openxmlformats-officedocument.presentationml.slideLayout+xml"/>
  <Override PartName="/ppt/notesSlides/notesSlide22.xml" ContentType="application/vnd.openxmlformats-officedocument.presentationml.notesSlide+xml"/>
  <Override PartName="/ppt/notesSlides/notesSlide33.xml" ContentType="application/vnd.openxmlformats-officedocument.presentationml.notesSlide+xml"/>
  <Override PartName="/ppt/notesSlides/notesSlide51.xml" ContentType="application/vnd.openxmlformats-officedocument.presentationml.notesSlide+xml"/>
  <Override PartName="/ppt/notesSlides/notesSlide11.xml" ContentType="application/vnd.openxmlformats-officedocument.presentationml.notesSlide+xml"/>
  <Override PartName="/ppt/notesSlides/notesSlide40.xml" ContentType="application/vnd.openxmlformats-officedocument.presentationml.notesSlide+xml"/>
  <Override PartName="/ppt/notesSlides/notesSlide6.xml" ContentType="application/vnd.openxmlformats-officedocument.presentationml.notesSlide+xml"/>
  <Override PartName="/ppt/slides/slide8.xml" ContentType="application/vnd.openxmlformats-officedocument.presentationml.slide+xml"/>
  <Override PartName="/ppt/slides/slide69.xml" ContentType="application/vnd.openxmlformats-officedocument.presentationml.slide+xml"/>
  <Override PartName="/ppt/slides/slide29.xml" ContentType="application/vnd.openxmlformats-officedocument.presentationml.slide+xml"/>
  <Override PartName="/ppt/slideLayouts/slideLayout39.xml" ContentType="application/vnd.openxmlformats-officedocument.presentationml.slideLayout+xml"/>
  <Override PartName="/ppt/slides/slide4.xml" ContentType="application/vnd.openxmlformats-officedocument.presentationml.slide+xml"/>
  <Override PartName="/ppt/slides/slide18.xml" ContentType="application/vnd.openxmlformats-officedocument.presentationml.slide+xml"/>
  <Override PartName="/ppt/slides/slide54.xml" ContentType="application/vnd.openxmlformats-officedocument.presentationml.slide+xml"/>
  <Override PartName="/ppt/slides/slide65.xml" ContentType="application/vnd.openxmlformats-officedocument.presentationml.slide+xml"/>
  <Override PartName="/ppt/slideLayouts/slideLayout6.xml" ContentType="application/vnd.openxmlformats-officedocument.presentationml.slideLayout+xml"/>
  <Override PartName="/ppt/slideLayouts/slideLayout17.xml" ContentType="application/vnd.openxmlformats-officedocument.presentationml.slideLayout+xml"/>
  <Override PartName="/ppt/slideLayouts/slideLayout28.xml" ContentType="application/vnd.openxmlformats-officedocument.presentationml.slideLayout+xml"/>
  <Override PartName="/ppt/notesSlides/notesSlide67.xml" ContentType="application/vnd.openxmlformats-officedocument.presentationml.notesSlide+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55" r:id="rId1"/>
    <p:sldMasterId id="2147483707" r:id="rId2"/>
    <p:sldMasterId id="2147483731" r:id="rId3"/>
  </p:sldMasterIdLst>
  <p:notesMasterIdLst>
    <p:notesMasterId r:id="rId73"/>
  </p:notesMasterIdLst>
  <p:sldIdLst>
    <p:sldId id="635" r:id="rId4"/>
    <p:sldId id="645" r:id="rId5"/>
    <p:sldId id="644" r:id="rId6"/>
    <p:sldId id="640" r:id="rId7"/>
    <p:sldId id="657" r:id="rId8"/>
    <p:sldId id="658" r:id="rId9"/>
    <p:sldId id="727" r:id="rId10"/>
    <p:sldId id="728" r:id="rId11"/>
    <p:sldId id="729" r:id="rId12"/>
    <p:sldId id="730" r:id="rId13"/>
    <p:sldId id="731" r:id="rId14"/>
    <p:sldId id="732" r:id="rId15"/>
    <p:sldId id="664" r:id="rId16"/>
    <p:sldId id="665" r:id="rId17"/>
    <p:sldId id="733" r:id="rId18"/>
    <p:sldId id="734" r:id="rId19"/>
    <p:sldId id="736" r:id="rId20"/>
    <p:sldId id="652" r:id="rId21"/>
    <p:sldId id="670" r:id="rId22"/>
    <p:sldId id="671" r:id="rId23"/>
    <p:sldId id="737" r:id="rId24"/>
    <p:sldId id="738" r:id="rId25"/>
    <p:sldId id="674" r:id="rId26"/>
    <p:sldId id="675" r:id="rId27"/>
    <p:sldId id="676" r:id="rId28"/>
    <p:sldId id="739" r:id="rId29"/>
    <p:sldId id="679" r:id="rId30"/>
    <p:sldId id="681" r:id="rId31"/>
    <p:sldId id="740" r:id="rId32"/>
    <p:sldId id="684" r:id="rId33"/>
    <p:sldId id="688" r:id="rId34"/>
    <p:sldId id="689" r:id="rId35"/>
    <p:sldId id="653" r:id="rId36"/>
    <p:sldId id="741" r:id="rId37"/>
    <p:sldId id="691" r:id="rId38"/>
    <p:sldId id="742" r:id="rId39"/>
    <p:sldId id="743" r:id="rId40"/>
    <p:sldId id="694" r:id="rId41"/>
    <p:sldId id="695" r:id="rId42"/>
    <p:sldId id="654" r:id="rId43"/>
    <p:sldId id="744" r:id="rId44"/>
    <p:sldId id="699" r:id="rId45"/>
    <p:sldId id="700" r:id="rId46"/>
    <p:sldId id="754" r:id="rId47"/>
    <p:sldId id="753" r:id="rId48"/>
    <p:sldId id="703" r:id="rId49"/>
    <p:sldId id="704" r:id="rId50"/>
    <p:sldId id="705" r:id="rId51"/>
    <p:sldId id="706" r:id="rId52"/>
    <p:sldId id="707" r:id="rId53"/>
    <p:sldId id="708" r:id="rId54"/>
    <p:sldId id="709" r:id="rId55"/>
    <p:sldId id="710" r:id="rId56"/>
    <p:sldId id="746" r:id="rId57"/>
    <p:sldId id="711" r:id="rId58"/>
    <p:sldId id="712" r:id="rId59"/>
    <p:sldId id="713" r:id="rId60"/>
    <p:sldId id="714" r:id="rId61"/>
    <p:sldId id="748" r:id="rId62"/>
    <p:sldId id="715" r:id="rId63"/>
    <p:sldId id="749" r:id="rId64"/>
    <p:sldId id="750" r:id="rId65"/>
    <p:sldId id="719" r:id="rId66"/>
    <p:sldId id="751" r:id="rId67"/>
    <p:sldId id="752" r:id="rId68"/>
    <p:sldId id="724" r:id="rId69"/>
    <p:sldId id="725" r:id="rId70"/>
    <p:sldId id="726" r:id="rId71"/>
    <p:sldId id="624" r:id="rId72"/>
  </p:sldIdLst>
  <p:sldSz cx="12192000" cy="6858000"/>
  <p:notesSz cx="6858000" cy="9144000"/>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xmlns="">
        <p14:section name="素材" id="{548E6020-DE2C-4A43-8C4A-E92BE1952416}">
          <p14:sldIdLst>
            <p14:sldId id="635"/>
            <p14:sldId id="645"/>
            <p14:sldId id="644"/>
            <p14:sldId id="640"/>
            <p14:sldId id="657"/>
            <p14:sldId id="658"/>
            <p14:sldId id="727"/>
            <p14:sldId id="728"/>
            <p14:sldId id="729"/>
            <p14:sldId id="730"/>
            <p14:sldId id="731"/>
            <p14:sldId id="732"/>
            <p14:sldId id="664"/>
            <p14:sldId id="665"/>
            <p14:sldId id="733"/>
            <p14:sldId id="734"/>
            <p14:sldId id="736"/>
            <p14:sldId id="652"/>
            <p14:sldId id="670"/>
            <p14:sldId id="671"/>
            <p14:sldId id="737"/>
            <p14:sldId id="738"/>
            <p14:sldId id="674"/>
            <p14:sldId id="675"/>
            <p14:sldId id="676"/>
            <p14:sldId id="739"/>
            <p14:sldId id="679"/>
            <p14:sldId id="681"/>
            <p14:sldId id="740"/>
            <p14:sldId id="684"/>
            <p14:sldId id="688"/>
            <p14:sldId id="689"/>
            <p14:sldId id="653"/>
            <p14:sldId id="741"/>
            <p14:sldId id="691"/>
            <p14:sldId id="742"/>
            <p14:sldId id="743"/>
            <p14:sldId id="694"/>
            <p14:sldId id="695"/>
            <p14:sldId id="654"/>
            <p14:sldId id="744"/>
            <p14:sldId id="699"/>
            <p14:sldId id="700"/>
            <p14:sldId id="745"/>
            <p14:sldId id="703"/>
            <p14:sldId id="704"/>
            <p14:sldId id="705"/>
            <p14:sldId id="706"/>
            <p14:sldId id="707"/>
            <p14:sldId id="708"/>
            <p14:sldId id="709"/>
            <p14:sldId id="710"/>
            <p14:sldId id="746"/>
            <p14:sldId id="711"/>
            <p14:sldId id="712"/>
            <p14:sldId id="713"/>
            <p14:sldId id="714"/>
            <p14:sldId id="748"/>
            <p14:sldId id="715"/>
            <p14:sldId id="749"/>
            <p14:sldId id="750"/>
            <p14:sldId id="719"/>
            <p14:sldId id="751"/>
            <p14:sldId id="752"/>
            <p14:sldId id="724"/>
            <p14:sldId id="725"/>
            <p14:sldId id="726"/>
            <p14:sldId id="624"/>
          </p14:sldIdLst>
        </p14:section>
      </p14:sectionLst>
    </p:ext>
    <p:ext uri="{EFAFB233-063F-42B5-8137-9DF3F51BA10A}">
      <p15:sldGuideLst xmlns:p15="http://schemas.microsoft.com/office/powerpoint/2012/main" xmlns=""/>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杨 伟洲" initials="杨" lastIdx="1" clrIdx="0">
    <p:extLst>
      <p:ext uri="{19B8F6BF-5375-455C-9EA6-DF929625EA0E}">
        <p15:presenceInfo xmlns:p15="http://schemas.microsoft.com/office/powerpoint/2012/main" xmlns="" userId="42218d51efea374b" providerId="Windows Live"/>
      </p:ext>
    </p:extLst>
  </p:cmAuthor>
  <p:cmAuthor id="2" name="Fish Zheng" initials="FZ" lastIdx="1" clrIdx="1">
    <p:extLst>
      <p:ext uri="{19B8F6BF-5375-455C-9EA6-DF929625EA0E}">
        <p15:presenceInfo xmlns:p15="http://schemas.microsoft.com/office/powerpoint/2012/main" xmlns="" userId="784d355a392b2c52" providerId="Windows Live"/>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clrMru>
    <a:srgbClr val="9A0001"/>
    <a:srgbClr val="BFBFBF"/>
    <a:srgbClr val="CEAB6E"/>
    <a:srgbClr val="A6A6A6"/>
    <a:srgbClr val="B1B1B1"/>
    <a:srgbClr val="063771"/>
    <a:srgbClr val="222A35"/>
    <a:srgbClr val="A23341"/>
    <a:srgbClr val="DCDCDC"/>
    <a:srgbClr val="404040"/>
  </p:clrMru>
  <p:extLst>
    <p:ext uri="{E76CE94A-603C-4142-B9EB-6D1370010A27}">
      <p14:discardImageEditData xmlns:p14="http://schemas.microsoft.com/office/powerpoint/2010/main" xmlns="" val="0"/>
    </p:ext>
    <p:ext uri="{D31A062A-798A-4329-ABDD-BBA856620510}">
      <p14:defaultImageDpi xmlns:p14="http://schemas.microsoft.com/office/powerpoint/2010/main" xmlns="" val="32767"/>
    </p:ext>
    <p:ext uri="{FD5EFAAD-0ECE-453E-9831-46B23BE46B34}">
      <p15:chartTrackingRefBased xmlns:p15="http://schemas.microsoft.com/office/powerpoint/2012/main" xmlns="" val="1"/>
    </p:ext>
  </p:extLst>
</p:presentationPr>
</file>

<file path=ppt/tableStyles.xml><?xml version="1.0" encoding="utf-8"?>
<a:tblStyleLst xmlns:a="http://schemas.openxmlformats.org/drawingml/2006/main" def="{5C22544A-7EE6-4342-B048-85BDC9FD1C3A}">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D27102A9-8310-4765-A935-A1911B00CA55}" styleName="浅色样式 1 - 强调 4">
    <a:wholeTbl>
      <a:tcTxStyle>
        <a:fontRef idx="minor">
          <a:scrgbClr r="0" g="0" b="0"/>
        </a:fontRef>
        <a:schemeClr val="tx1"/>
      </a:tcTxStyle>
      <a:tcStyle>
        <a:tcBdr>
          <a:left>
            <a:ln>
              <a:noFill/>
            </a:ln>
          </a:left>
          <a:right>
            <a:ln>
              <a:noFill/>
            </a:ln>
          </a:right>
          <a:top>
            <a:ln w="12700" cmpd="sng">
              <a:solidFill>
                <a:schemeClr val="accent4"/>
              </a:solidFill>
            </a:ln>
          </a:top>
          <a:bottom>
            <a:ln w="12700" cmpd="sng">
              <a:solidFill>
                <a:schemeClr val="accent4"/>
              </a:solidFill>
            </a:ln>
          </a:bottom>
          <a:insideH>
            <a:ln>
              <a:noFill/>
            </a:ln>
          </a:insideH>
          <a:insideV>
            <a:ln>
              <a:noFill/>
            </a:ln>
          </a:insideV>
        </a:tcBdr>
        <a:fill>
          <a:noFill/>
        </a:fill>
      </a:tcStyle>
    </a:wholeTbl>
    <a:band1H>
      <a:tcStyle>
        <a:tcBdr/>
        <a:fill>
          <a:solidFill>
            <a:schemeClr val="accent4">
              <a:alpha val="20000"/>
            </a:schemeClr>
          </a:solidFill>
        </a:fill>
      </a:tcStyle>
    </a:band1H>
    <a:band2H>
      <a:tcStyle>
        <a:tcBdr/>
      </a:tcStyle>
    </a:band2H>
    <a:band1V>
      <a:tcStyle>
        <a:tcBdr/>
        <a:fill>
          <a:solidFill>
            <a:schemeClr val="accent4">
              <a:alpha val="20000"/>
            </a:schemeClr>
          </a:solidFill>
        </a:fill>
      </a:tcStyle>
    </a:band1V>
    <a:lastCol>
      <a:tcTxStyle b="on"/>
      <a:tcStyle>
        <a:tcBdr/>
      </a:tcStyle>
    </a:lastCol>
    <a:firstCol>
      <a:tcTxStyle b="on"/>
      <a:tcStyle>
        <a:tcBdr/>
      </a:tcStyle>
    </a:firstCol>
    <a:lastRow>
      <a:tcTxStyle b="on"/>
      <a:tcStyle>
        <a:tcBdr>
          <a:top>
            <a:ln w="12700" cmpd="sng">
              <a:solidFill>
                <a:schemeClr val="accent4"/>
              </a:solidFill>
            </a:ln>
          </a:top>
        </a:tcBdr>
        <a:fill>
          <a:noFill/>
        </a:fill>
      </a:tcStyle>
    </a:lastRow>
    <a:firstRow>
      <a:tcTxStyle b="on"/>
      <a:tcStyle>
        <a:tcBdr>
          <a:bottom>
            <a:ln w="12700" cmpd="sng">
              <a:solidFill>
                <a:schemeClr val="accent4"/>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showOutlineIcons="0">
    <p:restoredLeft sz="15168" autoAdjust="0"/>
    <p:restoredTop sz="95816" autoAdjust="0"/>
  </p:normalViewPr>
  <p:slideViewPr>
    <p:cSldViewPr snapToGrid="0">
      <p:cViewPr>
        <p:scale>
          <a:sx n="97" d="100"/>
          <a:sy n="97" d="100"/>
        </p:scale>
        <p:origin x="117" y="30"/>
      </p:cViewPr>
      <p:guideLst>
        <p:guide orient="horz" pos="2160"/>
        <p:guide pos="3840"/>
      </p:guideLst>
    </p:cSldViewPr>
  </p:slideViewPr>
  <p:outlineViewPr>
    <p:cViewPr>
      <p:scale>
        <a:sx n="33" d="100"/>
        <a:sy n="33" d="100"/>
      </p:scale>
      <p:origin x="0" y="0"/>
    </p:cViewPr>
  </p:outlineViewPr>
  <p:notesTextViewPr>
    <p:cViewPr>
      <p:scale>
        <a:sx n="75" d="100"/>
        <a:sy n="75" d="100"/>
      </p:scale>
      <p:origin x="0" y="0"/>
    </p:cViewPr>
  </p:notesTextViewPr>
  <p:sorterViewPr>
    <p:cViewPr>
      <p:scale>
        <a:sx n="66" d="100"/>
        <a:sy n="66" d="100"/>
      </p:scale>
      <p:origin x="0" y="-4118"/>
    </p:cViewPr>
  </p:sorterViewPr>
  <p:gridSpacing cx="73736200" cy="73736200"/>
</p:viewPr>
</file>

<file path=ppt/_rels/presentation.xml.rels><?xml version="1.0" encoding="UTF-8" standalone="yes"?>
<Relationships xmlns="http://schemas.openxmlformats.org/package/2006/relationships"><Relationship Id="rId13" Type="http://schemas.openxmlformats.org/officeDocument/2006/relationships/slide" Target="slides/slide10.xml"/><Relationship Id="rId18" Type="http://schemas.openxmlformats.org/officeDocument/2006/relationships/slide" Target="slides/slide15.xml"/><Relationship Id="rId26" Type="http://schemas.openxmlformats.org/officeDocument/2006/relationships/slide" Target="slides/slide23.xml"/><Relationship Id="rId39" Type="http://schemas.openxmlformats.org/officeDocument/2006/relationships/slide" Target="slides/slide36.xml"/><Relationship Id="rId21" Type="http://schemas.openxmlformats.org/officeDocument/2006/relationships/slide" Target="slides/slide18.xml"/><Relationship Id="rId34" Type="http://schemas.openxmlformats.org/officeDocument/2006/relationships/slide" Target="slides/slide31.xml"/><Relationship Id="rId42" Type="http://schemas.openxmlformats.org/officeDocument/2006/relationships/slide" Target="slides/slide39.xml"/><Relationship Id="rId47" Type="http://schemas.openxmlformats.org/officeDocument/2006/relationships/slide" Target="slides/slide44.xml"/><Relationship Id="rId50" Type="http://schemas.openxmlformats.org/officeDocument/2006/relationships/slide" Target="slides/slide47.xml"/><Relationship Id="rId55" Type="http://schemas.openxmlformats.org/officeDocument/2006/relationships/slide" Target="slides/slide52.xml"/><Relationship Id="rId63" Type="http://schemas.openxmlformats.org/officeDocument/2006/relationships/slide" Target="slides/slide60.xml"/><Relationship Id="rId68" Type="http://schemas.openxmlformats.org/officeDocument/2006/relationships/slide" Target="slides/slide65.xml"/><Relationship Id="rId76" Type="http://schemas.openxmlformats.org/officeDocument/2006/relationships/viewProps" Target="viewProps.xml"/><Relationship Id="rId7" Type="http://schemas.openxmlformats.org/officeDocument/2006/relationships/slide" Target="slides/slide4.xml"/><Relationship Id="rId71" Type="http://schemas.openxmlformats.org/officeDocument/2006/relationships/slide" Target="slides/slide68.xml"/><Relationship Id="rId2" Type="http://schemas.openxmlformats.org/officeDocument/2006/relationships/slideMaster" Target="slideMasters/slideMaster2.xml"/><Relationship Id="rId16" Type="http://schemas.openxmlformats.org/officeDocument/2006/relationships/slide" Target="slides/slide13.xml"/><Relationship Id="rId29" Type="http://schemas.openxmlformats.org/officeDocument/2006/relationships/slide" Target="slides/slide26.xml"/><Relationship Id="rId11" Type="http://schemas.openxmlformats.org/officeDocument/2006/relationships/slide" Target="slides/slide8.xml"/><Relationship Id="rId24" Type="http://schemas.openxmlformats.org/officeDocument/2006/relationships/slide" Target="slides/slide21.xml"/><Relationship Id="rId32" Type="http://schemas.openxmlformats.org/officeDocument/2006/relationships/slide" Target="slides/slide29.xml"/><Relationship Id="rId37" Type="http://schemas.openxmlformats.org/officeDocument/2006/relationships/slide" Target="slides/slide34.xml"/><Relationship Id="rId40" Type="http://schemas.openxmlformats.org/officeDocument/2006/relationships/slide" Target="slides/slide37.xml"/><Relationship Id="rId45" Type="http://schemas.openxmlformats.org/officeDocument/2006/relationships/slide" Target="slides/slide42.xml"/><Relationship Id="rId53" Type="http://schemas.openxmlformats.org/officeDocument/2006/relationships/slide" Target="slides/slide50.xml"/><Relationship Id="rId58" Type="http://schemas.openxmlformats.org/officeDocument/2006/relationships/slide" Target="slides/slide55.xml"/><Relationship Id="rId66" Type="http://schemas.openxmlformats.org/officeDocument/2006/relationships/slide" Target="slides/slide63.xml"/><Relationship Id="rId74" Type="http://schemas.openxmlformats.org/officeDocument/2006/relationships/commentAuthors" Target="commentAuthors.xml"/><Relationship Id="rId5" Type="http://schemas.openxmlformats.org/officeDocument/2006/relationships/slide" Target="slides/slide2.xml"/><Relationship Id="rId15" Type="http://schemas.openxmlformats.org/officeDocument/2006/relationships/slide" Target="slides/slide12.xml"/><Relationship Id="rId23" Type="http://schemas.openxmlformats.org/officeDocument/2006/relationships/slide" Target="slides/slide20.xml"/><Relationship Id="rId28" Type="http://schemas.openxmlformats.org/officeDocument/2006/relationships/slide" Target="slides/slide25.xml"/><Relationship Id="rId36" Type="http://schemas.openxmlformats.org/officeDocument/2006/relationships/slide" Target="slides/slide33.xml"/><Relationship Id="rId49" Type="http://schemas.openxmlformats.org/officeDocument/2006/relationships/slide" Target="slides/slide46.xml"/><Relationship Id="rId57" Type="http://schemas.openxmlformats.org/officeDocument/2006/relationships/slide" Target="slides/slide54.xml"/><Relationship Id="rId61" Type="http://schemas.openxmlformats.org/officeDocument/2006/relationships/slide" Target="slides/slide58.xml"/><Relationship Id="rId10" Type="http://schemas.openxmlformats.org/officeDocument/2006/relationships/slide" Target="slides/slide7.xml"/><Relationship Id="rId19" Type="http://schemas.openxmlformats.org/officeDocument/2006/relationships/slide" Target="slides/slide16.xml"/><Relationship Id="rId31" Type="http://schemas.openxmlformats.org/officeDocument/2006/relationships/slide" Target="slides/slide28.xml"/><Relationship Id="rId44" Type="http://schemas.openxmlformats.org/officeDocument/2006/relationships/slide" Target="slides/slide41.xml"/><Relationship Id="rId52" Type="http://schemas.openxmlformats.org/officeDocument/2006/relationships/slide" Target="slides/slide49.xml"/><Relationship Id="rId60" Type="http://schemas.openxmlformats.org/officeDocument/2006/relationships/slide" Target="slides/slide57.xml"/><Relationship Id="rId65" Type="http://schemas.openxmlformats.org/officeDocument/2006/relationships/slide" Target="slides/slide62.xml"/><Relationship Id="rId73" Type="http://schemas.openxmlformats.org/officeDocument/2006/relationships/notesMaster" Target="notesMasters/notesMaster1.xml"/><Relationship Id="rId78" Type="http://schemas.openxmlformats.org/officeDocument/2006/relationships/tableStyles" Target="tableStyles.xml"/><Relationship Id="rId4" Type="http://schemas.openxmlformats.org/officeDocument/2006/relationships/slide" Target="slides/slide1.xml"/><Relationship Id="rId9" Type="http://schemas.openxmlformats.org/officeDocument/2006/relationships/slide" Target="slides/slide6.xml"/><Relationship Id="rId14" Type="http://schemas.openxmlformats.org/officeDocument/2006/relationships/slide" Target="slides/slide11.xml"/><Relationship Id="rId22" Type="http://schemas.openxmlformats.org/officeDocument/2006/relationships/slide" Target="slides/slide19.xml"/><Relationship Id="rId27" Type="http://schemas.openxmlformats.org/officeDocument/2006/relationships/slide" Target="slides/slide24.xml"/><Relationship Id="rId30" Type="http://schemas.openxmlformats.org/officeDocument/2006/relationships/slide" Target="slides/slide27.xml"/><Relationship Id="rId35" Type="http://schemas.openxmlformats.org/officeDocument/2006/relationships/slide" Target="slides/slide32.xml"/><Relationship Id="rId43" Type="http://schemas.openxmlformats.org/officeDocument/2006/relationships/slide" Target="slides/slide40.xml"/><Relationship Id="rId48" Type="http://schemas.openxmlformats.org/officeDocument/2006/relationships/slide" Target="slides/slide45.xml"/><Relationship Id="rId56" Type="http://schemas.openxmlformats.org/officeDocument/2006/relationships/slide" Target="slides/slide53.xml"/><Relationship Id="rId64" Type="http://schemas.openxmlformats.org/officeDocument/2006/relationships/slide" Target="slides/slide61.xml"/><Relationship Id="rId69" Type="http://schemas.openxmlformats.org/officeDocument/2006/relationships/slide" Target="slides/slide66.xml"/><Relationship Id="rId77" Type="http://schemas.openxmlformats.org/officeDocument/2006/relationships/theme" Target="theme/theme1.xml"/><Relationship Id="rId8" Type="http://schemas.openxmlformats.org/officeDocument/2006/relationships/slide" Target="slides/slide5.xml"/><Relationship Id="rId51" Type="http://schemas.openxmlformats.org/officeDocument/2006/relationships/slide" Target="slides/slide48.xml"/><Relationship Id="rId72" Type="http://schemas.openxmlformats.org/officeDocument/2006/relationships/slide" Target="slides/slide69.xml"/><Relationship Id="rId3" Type="http://schemas.openxmlformats.org/officeDocument/2006/relationships/slideMaster" Target="slideMasters/slideMaster3.xml"/><Relationship Id="rId12" Type="http://schemas.openxmlformats.org/officeDocument/2006/relationships/slide" Target="slides/slide9.xml"/><Relationship Id="rId17" Type="http://schemas.openxmlformats.org/officeDocument/2006/relationships/slide" Target="slides/slide14.xml"/><Relationship Id="rId25" Type="http://schemas.openxmlformats.org/officeDocument/2006/relationships/slide" Target="slides/slide22.xml"/><Relationship Id="rId33" Type="http://schemas.openxmlformats.org/officeDocument/2006/relationships/slide" Target="slides/slide30.xml"/><Relationship Id="rId38" Type="http://schemas.openxmlformats.org/officeDocument/2006/relationships/slide" Target="slides/slide35.xml"/><Relationship Id="rId46" Type="http://schemas.openxmlformats.org/officeDocument/2006/relationships/slide" Target="slides/slide43.xml"/><Relationship Id="rId59" Type="http://schemas.openxmlformats.org/officeDocument/2006/relationships/slide" Target="slides/slide56.xml"/><Relationship Id="rId67" Type="http://schemas.openxmlformats.org/officeDocument/2006/relationships/slide" Target="slides/slide64.xml"/><Relationship Id="rId20" Type="http://schemas.openxmlformats.org/officeDocument/2006/relationships/slide" Target="slides/slide17.xml"/><Relationship Id="rId41" Type="http://schemas.openxmlformats.org/officeDocument/2006/relationships/slide" Target="slides/slide38.xml"/><Relationship Id="rId54" Type="http://schemas.openxmlformats.org/officeDocument/2006/relationships/slide" Target="slides/slide51.xml"/><Relationship Id="rId62" Type="http://schemas.openxmlformats.org/officeDocument/2006/relationships/slide" Target="slides/slide59.xml"/><Relationship Id="rId70" Type="http://schemas.openxmlformats.org/officeDocument/2006/relationships/slide" Target="slides/slide67.xml"/><Relationship Id="rId75" Type="http://schemas.openxmlformats.org/officeDocument/2006/relationships/presProps" Target="presProps.xml"/><Relationship Id="rId1" Type="http://schemas.openxmlformats.org/officeDocument/2006/relationships/slideMaster" Target="slideMasters/slideMaster1.xml"/><Relationship Id="rId6" Type="http://schemas.openxmlformats.org/officeDocument/2006/relationships/slide" Target="slides/slide3.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5A399999-22BB-4EB1-820B-6F546983B52B}" type="datetimeFigureOut">
              <a:rPr lang="zh-CN" altLang="en-US" smtClean="0"/>
              <a:pPr/>
              <a:t>2023-09-10</a:t>
            </a:fld>
            <a:endParaRPr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C2A75D99-2AE7-49F1-BB03-59E2BF5579C1}" type="slidenum">
              <a:rPr lang="zh-CN" altLang="en-US" smtClean="0"/>
              <a:pPr/>
              <a:t>‹#›</a:t>
            </a:fld>
            <a:endParaRPr lang="zh-CN" altLang="en-US"/>
          </a:p>
        </p:txBody>
      </p:sp>
    </p:spTree>
    <p:extLst>
      <p:ext uri="{BB962C8B-B14F-4D97-AF65-F5344CB8AC3E}">
        <p14:creationId xmlns:p14="http://schemas.microsoft.com/office/powerpoint/2010/main" xmlns="" val="2271869077"/>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1</a:t>
            </a:fld>
            <a:endParaRPr lang="zh-CN" altLang="en-US"/>
          </a:p>
        </p:txBody>
      </p:sp>
    </p:spTree>
    <p:extLst>
      <p:ext uri="{BB962C8B-B14F-4D97-AF65-F5344CB8AC3E}">
        <p14:creationId xmlns:p14="http://schemas.microsoft.com/office/powerpoint/2010/main" xmlns="" val="1161254951"/>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2</a:t>
            </a:fld>
            <a:endParaRPr lang="zh-CN" altLang="en-US"/>
          </a:p>
        </p:txBody>
      </p:sp>
    </p:spTree>
    <p:extLst>
      <p:ext uri="{BB962C8B-B14F-4D97-AF65-F5344CB8AC3E}">
        <p14:creationId xmlns:p14="http://schemas.microsoft.com/office/powerpoint/2010/main" xmlns="" val="21511232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3</a:t>
            </a:fld>
            <a:endParaRPr lang="zh-CN" altLang="en-US"/>
          </a:p>
        </p:txBody>
      </p:sp>
    </p:spTree>
    <p:extLst>
      <p:ext uri="{BB962C8B-B14F-4D97-AF65-F5344CB8AC3E}">
        <p14:creationId xmlns:p14="http://schemas.microsoft.com/office/powerpoint/2010/main" xmlns="" val="3569948857"/>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4</a:t>
            </a:fld>
            <a:endParaRPr lang="zh-CN" altLang="en-US"/>
          </a:p>
        </p:txBody>
      </p:sp>
    </p:spTree>
    <p:extLst>
      <p:ext uri="{BB962C8B-B14F-4D97-AF65-F5344CB8AC3E}">
        <p14:creationId xmlns:p14="http://schemas.microsoft.com/office/powerpoint/2010/main" xmlns="" val="1287685227"/>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5</a:t>
            </a:fld>
            <a:endParaRPr lang="zh-CN" altLang="en-US"/>
          </a:p>
        </p:txBody>
      </p:sp>
    </p:spTree>
    <p:extLst>
      <p:ext uri="{BB962C8B-B14F-4D97-AF65-F5344CB8AC3E}">
        <p14:creationId xmlns:p14="http://schemas.microsoft.com/office/powerpoint/2010/main" xmlns="" val="1039324216"/>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6</a:t>
            </a:fld>
            <a:endParaRPr lang="zh-CN" altLang="en-US"/>
          </a:p>
        </p:txBody>
      </p:sp>
    </p:spTree>
    <p:extLst>
      <p:ext uri="{BB962C8B-B14F-4D97-AF65-F5344CB8AC3E}">
        <p14:creationId xmlns:p14="http://schemas.microsoft.com/office/powerpoint/2010/main" xmlns="" val="2513118737"/>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7</a:t>
            </a:fld>
            <a:endParaRPr lang="zh-CN" altLang="en-US"/>
          </a:p>
        </p:txBody>
      </p:sp>
    </p:spTree>
    <p:extLst>
      <p:ext uri="{BB962C8B-B14F-4D97-AF65-F5344CB8AC3E}">
        <p14:creationId xmlns:p14="http://schemas.microsoft.com/office/powerpoint/2010/main" xmlns="" val="302513930"/>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8</a:t>
            </a:fld>
            <a:endParaRPr lang="zh-CN" altLang="en-US"/>
          </a:p>
        </p:txBody>
      </p:sp>
    </p:spTree>
    <p:extLst>
      <p:ext uri="{BB962C8B-B14F-4D97-AF65-F5344CB8AC3E}">
        <p14:creationId xmlns:p14="http://schemas.microsoft.com/office/powerpoint/2010/main" xmlns="" val="2889490098"/>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9</a:t>
            </a:fld>
            <a:endParaRPr lang="zh-CN" altLang="en-US"/>
          </a:p>
        </p:txBody>
      </p:sp>
    </p:spTree>
    <p:extLst>
      <p:ext uri="{BB962C8B-B14F-4D97-AF65-F5344CB8AC3E}">
        <p14:creationId xmlns:p14="http://schemas.microsoft.com/office/powerpoint/2010/main" xmlns="" val="3472481655"/>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10</a:t>
            </a:fld>
            <a:endParaRPr lang="zh-CN" altLang="en-US"/>
          </a:p>
        </p:txBody>
      </p:sp>
    </p:spTree>
    <p:extLst>
      <p:ext uri="{BB962C8B-B14F-4D97-AF65-F5344CB8AC3E}">
        <p14:creationId xmlns:p14="http://schemas.microsoft.com/office/powerpoint/2010/main" xmlns="" val="1943314618"/>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11</a:t>
            </a:fld>
            <a:endParaRPr lang="zh-CN" altLang="en-US"/>
          </a:p>
        </p:txBody>
      </p:sp>
    </p:spTree>
    <p:extLst>
      <p:ext uri="{BB962C8B-B14F-4D97-AF65-F5344CB8AC3E}">
        <p14:creationId xmlns:p14="http://schemas.microsoft.com/office/powerpoint/2010/main" xmlns="" val="3565009882"/>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12</a:t>
            </a:fld>
            <a:endParaRPr lang="zh-CN" altLang="en-US"/>
          </a:p>
        </p:txBody>
      </p:sp>
    </p:spTree>
    <p:extLst>
      <p:ext uri="{BB962C8B-B14F-4D97-AF65-F5344CB8AC3E}">
        <p14:creationId xmlns:p14="http://schemas.microsoft.com/office/powerpoint/2010/main" xmlns="" val="2592425878"/>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13</a:t>
            </a:fld>
            <a:endParaRPr lang="zh-CN" altLang="en-US"/>
          </a:p>
        </p:txBody>
      </p:sp>
    </p:spTree>
    <p:extLst>
      <p:ext uri="{BB962C8B-B14F-4D97-AF65-F5344CB8AC3E}">
        <p14:creationId xmlns:p14="http://schemas.microsoft.com/office/powerpoint/2010/main" xmlns="" val="4255687393"/>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14</a:t>
            </a:fld>
            <a:endParaRPr lang="zh-CN" altLang="en-US"/>
          </a:p>
        </p:txBody>
      </p:sp>
    </p:spTree>
    <p:extLst>
      <p:ext uri="{BB962C8B-B14F-4D97-AF65-F5344CB8AC3E}">
        <p14:creationId xmlns:p14="http://schemas.microsoft.com/office/powerpoint/2010/main" xmlns="" val="2969548152"/>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15</a:t>
            </a:fld>
            <a:endParaRPr lang="zh-CN" altLang="en-US"/>
          </a:p>
        </p:txBody>
      </p:sp>
    </p:spTree>
    <p:extLst>
      <p:ext uri="{BB962C8B-B14F-4D97-AF65-F5344CB8AC3E}">
        <p14:creationId xmlns:p14="http://schemas.microsoft.com/office/powerpoint/2010/main" xmlns="" val="922192160"/>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16</a:t>
            </a:fld>
            <a:endParaRPr lang="zh-CN" altLang="en-US"/>
          </a:p>
        </p:txBody>
      </p:sp>
    </p:spTree>
    <p:extLst>
      <p:ext uri="{BB962C8B-B14F-4D97-AF65-F5344CB8AC3E}">
        <p14:creationId xmlns:p14="http://schemas.microsoft.com/office/powerpoint/2010/main" xmlns="" val="2020869135"/>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17</a:t>
            </a:fld>
            <a:endParaRPr lang="zh-CN" altLang="en-US"/>
          </a:p>
        </p:txBody>
      </p:sp>
    </p:spTree>
    <p:extLst>
      <p:ext uri="{BB962C8B-B14F-4D97-AF65-F5344CB8AC3E}">
        <p14:creationId xmlns:p14="http://schemas.microsoft.com/office/powerpoint/2010/main" xmlns="" val="2067936373"/>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18</a:t>
            </a:fld>
            <a:endParaRPr lang="zh-CN" altLang="en-US"/>
          </a:p>
        </p:txBody>
      </p:sp>
    </p:spTree>
    <p:extLst>
      <p:ext uri="{BB962C8B-B14F-4D97-AF65-F5344CB8AC3E}">
        <p14:creationId xmlns:p14="http://schemas.microsoft.com/office/powerpoint/2010/main" xmlns="" val="2998697901"/>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19</a:t>
            </a:fld>
            <a:endParaRPr lang="zh-CN" altLang="en-US"/>
          </a:p>
        </p:txBody>
      </p:sp>
    </p:spTree>
    <p:extLst>
      <p:ext uri="{BB962C8B-B14F-4D97-AF65-F5344CB8AC3E}">
        <p14:creationId xmlns:p14="http://schemas.microsoft.com/office/powerpoint/2010/main" xmlns="" val="2152893393"/>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20</a:t>
            </a:fld>
            <a:endParaRPr lang="zh-CN" altLang="en-US"/>
          </a:p>
        </p:txBody>
      </p:sp>
    </p:spTree>
    <p:extLst>
      <p:ext uri="{BB962C8B-B14F-4D97-AF65-F5344CB8AC3E}">
        <p14:creationId xmlns:p14="http://schemas.microsoft.com/office/powerpoint/2010/main" xmlns="" val="3401553848"/>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21</a:t>
            </a:fld>
            <a:endParaRPr lang="zh-CN" altLang="en-US"/>
          </a:p>
        </p:txBody>
      </p:sp>
    </p:spTree>
    <p:extLst>
      <p:ext uri="{BB962C8B-B14F-4D97-AF65-F5344CB8AC3E}">
        <p14:creationId xmlns:p14="http://schemas.microsoft.com/office/powerpoint/2010/main" xmlns="" val="4187187469"/>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22</a:t>
            </a:fld>
            <a:endParaRPr lang="zh-CN" altLang="en-US"/>
          </a:p>
        </p:txBody>
      </p:sp>
    </p:spTree>
    <p:extLst>
      <p:ext uri="{BB962C8B-B14F-4D97-AF65-F5344CB8AC3E}">
        <p14:creationId xmlns:p14="http://schemas.microsoft.com/office/powerpoint/2010/main" xmlns="" val="192277951"/>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23</a:t>
            </a:fld>
            <a:endParaRPr lang="zh-CN" altLang="en-US"/>
          </a:p>
        </p:txBody>
      </p:sp>
    </p:spTree>
    <p:extLst>
      <p:ext uri="{BB962C8B-B14F-4D97-AF65-F5344CB8AC3E}">
        <p14:creationId xmlns:p14="http://schemas.microsoft.com/office/powerpoint/2010/main" xmlns="" val="3536818950"/>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24</a:t>
            </a:fld>
            <a:endParaRPr lang="zh-CN" altLang="en-US"/>
          </a:p>
        </p:txBody>
      </p:sp>
    </p:spTree>
    <p:extLst>
      <p:ext uri="{BB962C8B-B14F-4D97-AF65-F5344CB8AC3E}">
        <p14:creationId xmlns:p14="http://schemas.microsoft.com/office/powerpoint/2010/main" xmlns="" val="2537061445"/>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25</a:t>
            </a:fld>
            <a:endParaRPr lang="zh-CN" altLang="en-US"/>
          </a:p>
        </p:txBody>
      </p:sp>
    </p:spTree>
    <p:extLst>
      <p:ext uri="{BB962C8B-B14F-4D97-AF65-F5344CB8AC3E}">
        <p14:creationId xmlns:p14="http://schemas.microsoft.com/office/powerpoint/2010/main" xmlns="" val="3981075638"/>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26</a:t>
            </a:fld>
            <a:endParaRPr lang="zh-CN" altLang="en-US"/>
          </a:p>
        </p:txBody>
      </p:sp>
    </p:spTree>
    <p:extLst>
      <p:ext uri="{BB962C8B-B14F-4D97-AF65-F5344CB8AC3E}">
        <p14:creationId xmlns:p14="http://schemas.microsoft.com/office/powerpoint/2010/main" xmlns="" val="3982841683"/>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27</a:t>
            </a:fld>
            <a:endParaRPr lang="zh-CN" altLang="en-US"/>
          </a:p>
        </p:txBody>
      </p:sp>
    </p:spTree>
    <p:extLst>
      <p:ext uri="{BB962C8B-B14F-4D97-AF65-F5344CB8AC3E}">
        <p14:creationId xmlns:p14="http://schemas.microsoft.com/office/powerpoint/2010/main" xmlns="" val="2687325073"/>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28</a:t>
            </a:fld>
            <a:endParaRPr lang="zh-CN" altLang="en-US"/>
          </a:p>
        </p:txBody>
      </p:sp>
    </p:spTree>
    <p:extLst>
      <p:ext uri="{BB962C8B-B14F-4D97-AF65-F5344CB8AC3E}">
        <p14:creationId xmlns:p14="http://schemas.microsoft.com/office/powerpoint/2010/main" xmlns="" val="2276955465"/>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29</a:t>
            </a:fld>
            <a:endParaRPr lang="zh-CN" altLang="en-US"/>
          </a:p>
        </p:txBody>
      </p:sp>
    </p:spTree>
    <p:extLst>
      <p:ext uri="{BB962C8B-B14F-4D97-AF65-F5344CB8AC3E}">
        <p14:creationId xmlns:p14="http://schemas.microsoft.com/office/powerpoint/2010/main" xmlns="" val="379469285"/>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30</a:t>
            </a:fld>
            <a:endParaRPr lang="zh-CN" altLang="en-US"/>
          </a:p>
        </p:txBody>
      </p:sp>
    </p:spTree>
    <p:extLst>
      <p:ext uri="{BB962C8B-B14F-4D97-AF65-F5344CB8AC3E}">
        <p14:creationId xmlns:p14="http://schemas.microsoft.com/office/powerpoint/2010/main" xmlns="" val="2535321337"/>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31</a:t>
            </a:fld>
            <a:endParaRPr lang="zh-CN" altLang="en-US"/>
          </a:p>
        </p:txBody>
      </p:sp>
    </p:spTree>
    <p:extLst>
      <p:ext uri="{BB962C8B-B14F-4D97-AF65-F5344CB8AC3E}">
        <p14:creationId xmlns:p14="http://schemas.microsoft.com/office/powerpoint/2010/main" xmlns="" val="4226565329"/>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32</a:t>
            </a:fld>
            <a:endParaRPr lang="zh-CN" altLang="en-US"/>
          </a:p>
        </p:txBody>
      </p:sp>
    </p:spTree>
    <p:extLst>
      <p:ext uri="{BB962C8B-B14F-4D97-AF65-F5344CB8AC3E}">
        <p14:creationId xmlns:p14="http://schemas.microsoft.com/office/powerpoint/2010/main" xmlns="" val="2508732148"/>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33</a:t>
            </a:fld>
            <a:endParaRPr lang="zh-CN" altLang="en-US"/>
          </a:p>
        </p:txBody>
      </p:sp>
    </p:spTree>
    <p:extLst>
      <p:ext uri="{BB962C8B-B14F-4D97-AF65-F5344CB8AC3E}">
        <p14:creationId xmlns:p14="http://schemas.microsoft.com/office/powerpoint/2010/main" xmlns="" val="3949299167"/>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34</a:t>
            </a:fld>
            <a:endParaRPr lang="zh-CN" altLang="en-US"/>
          </a:p>
        </p:txBody>
      </p:sp>
    </p:spTree>
    <p:extLst>
      <p:ext uri="{BB962C8B-B14F-4D97-AF65-F5344CB8AC3E}">
        <p14:creationId xmlns:p14="http://schemas.microsoft.com/office/powerpoint/2010/main" xmlns="" val="3247085725"/>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35</a:t>
            </a:fld>
            <a:endParaRPr lang="zh-CN" altLang="en-US"/>
          </a:p>
        </p:txBody>
      </p:sp>
    </p:spTree>
    <p:extLst>
      <p:ext uri="{BB962C8B-B14F-4D97-AF65-F5344CB8AC3E}">
        <p14:creationId xmlns:p14="http://schemas.microsoft.com/office/powerpoint/2010/main" xmlns="" val="1545598528"/>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36</a:t>
            </a:fld>
            <a:endParaRPr lang="zh-CN" altLang="en-US"/>
          </a:p>
        </p:txBody>
      </p:sp>
    </p:spTree>
    <p:extLst>
      <p:ext uri="{BB962C8B-B14F-4D97-AF65-F5344CB8AC3E}">
        <p14:creationId xmlns:p14="http://schemas.microsoft.com/office/powerpoint/2010/main" xmlns="" val="1400310233"/>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37</a:t>
            </a:fld>
            <a:endParaRPr lang="zh-CN" altLang="en-US"/>
          </a:p>
        </p:txBody>
      </p:sp>
    </p:spTree>
    <p:extLst>
      <p:ext uri="{BB962C8B-B14F-4D97-AF65-F5344CB8AC3E}">
        <p14:creationId xmlns:p14="http://schemas.microsoft.com/office/powerpoint/2010/main" xmlns="" val="1622679715"/>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38</a:t>
            </a:fld>
            <a:endParaRPr lang="zh-CN" altLang="en-US"/>
          </a:p>
        </p:txBody>
      </p:sp>
    </p:spTree>
    <p:extLst>
      <p:ext uri="{BB962C8B-B14F-4D97-AF65-F5344CB8AC3E}">
        <p14:creationId xmlns:p14="http://schemas.microsoft.com/office/powerpoint/2010/main" xmlns="" val="1504076516"/>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39</a:t>
            </a:fld>
            <a:endParaRPr lang="zh-CN" altLang="en-US"/>
          </a:p>
        </p:txBody>
      </p:sp>
    </p:spTree>
    <p:extLst>
      <p:ext uri="{BB962C8B-B14F-4D97-AF65-F5344CB8AC3E}">
        <p14:creationId xmlns:p14="http://schemas.microsoft.com/office/powerpoint/2010/main" xmlns="" val="1301971060"/>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40</a:t>
            </a:fld>
            <a:endParaRPr lang="zh-CN" altLang="en-US"/>
          </a:p>
        </p:txBody>
      </p:sp>
    </p:spTree>
    <p:extLst>
      <p:ext uri="{BB962C8B-B14F-4D97-AF65-F5344CB8AC3E}">
        <p14:creationId xmlns:p14="http://schemas.microsoft.com/office/powerpoint/2010/main" xmlns="" val="932617816"/>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41</a:t>
            </a:fld>
            <a:endParaRPr lang="zh-CN" altLang="en-US"/>
          </a:p>
        </p:txBody>
      </p:sp>
    </p:spTree>
    <p:extLst>
      <p:ext uri="{BB962C8B-B14F-4D97-AF65-F5344CB8AC3E}">
        <p14:creationId xmlns:p14="http://schemas.microsoft.com/office/powerpoint/2010/main" xmlns="" val="1569317429"/>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42</a:t>
            </a:fld>
            <a:endParaRPr lang="zh-CN" altLang="en-US"/>
          </a:p>
        </p:txBody>
      </p:sp>
    </p:spTree>
    <p:extLst>
      <p:ext uri="{BB962C8B-B14F-4D97-AF65-F5344CB8AC3E}">
        <p14:creationId xmlns:p14="http://schemas.microsoft.com/office/powerpoint/2010/main" xmlns="" val="2808920833"/>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43</a:t>
            </a:fld>
            <a:endParaRPr lang="zh-CN" altLang="en-US"/>
          </a:p>
        </p:txBody>
      </p:sp>
    </p:spTree>
    <p:extLst>
      <p:ext uri="{BB962C8B-B14F-4D97-AF65-F5344CB8AC3E}">
        <p14:creationId xmlns:p14="http://schemas.microsoft.com/office/powerpoint/2010/main" xmlns="" val="4159586576"/>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44</a:t>
            </a:fld>
            <a:endParaRPr lang="zh-CN" altLang="en-US"/>
          </a:p>
        </p:txBody>
      </p:sp>
    </p:spTree>
    <p:extLst>
      <p:ext uri="{BB962C8B-B14F-4D97-AF65-F5344CB8AC3E}">
        <p14:creationId xmlns:p14="http://schemas.microsoft.com/office/powerpoint/2010/main" xmlns="" val="4159586576"/>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45</a:t>
            </a:fld>
            <a:endParaRPr lang="zh-CN" altLang="en-US"/>
          </a:p>
        </p:txBody>
      </p:sp>
    </p:spTree>
    <p:extLst>
      <p:ext uri="{BB962C8B-B14F-4D97-AF65-F5344CB8AC3E}">
        <p14:creationId xmlns:p14="http://schemas.microsoft.com/office/powerpoint/2010/main" xmlns="" val="807769803"/>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46</a:t>
            </a:fld>
            <a:endParaRPr lang="zh-CN" altLang="en-US"/>
          </a:p>
        </p:txBody>
      </p:sp>
    </p:spTree>
    <p:extLst>
      <p:ext uri="{BB962C8B-B14F-4D97-AF65-F5344CB8AC3E}">
        <p14:creationId xmlns:p14="http://schemas.microsoft.com/office/powerpoint/2010/main" xmlns="" val="1597389619"/>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47</a:t>
            </a:fld>
            <a:endParaRPr lang="zh-CN" altLang="en-US"/>
          </a:p>
        </p:txBody>
      </p:sp>
    </p:spTree>
    <p:extLst>
      <p:ext uri="{BB962C8B-B14F-4D97-AF65-F5344CB8AC3E}">
        <p14:creationId xmlns:p14="http://schemas.microsoft.com/office/powerpoint/2010/main" xmlns="" val="1808810263"/>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48</a:t>
            </a:fld>
            <a:endParaRPr lang="zh-CN" altLang="en-US"/>
          </a:p>
        </p:txBody>
      </p:sp>
    </p:spTree>
    <p:extLst>
      <p:ext uri="{BB962C8B-B14F-4D97-AF65-F5344CB8AC3E}">
        <p14:creationId xmlns:p14="http://schemas.microsoft.com/office/powerpoint/2010/main" xmlns="" val="2618425512"/>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49</a:t>
            </a:fld>
            <a:endParaRPr lang="zh-CN" altLang="en-US"/>
          </a:p>
        </p:txBody>
      </p:sp>
    </p:spTree>
    <p:extLst>
      <p:ext uri="{BB962C8B-B14F-4D97-AF65-F5344CB8AC3E}">
        <p14:creationId xmlns:p14="http://schemas.microsoft.com/office/powerpoint/2010/main" xmlns="" val="1544120732"/>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50</a:t>
            </a:fld>
            <a:endParaRPr lang="zh-CN" altLang="en-US"/>
          </a:p>
        </p:txBody>
      </p:sp>
    </p:spTree>
    <p:extLst>
      <p:ext uri="{BB962C8B-B14F-4D97-AF65-F5344CB8AC3E}">
        <p14:creationId xmlns:p14="http://schemas.microsoft.com/office/powerpoint/2010/main" xmlns="" val="574040321"/>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51</a:t>
            </a:fld>
            <a:endParaRPr lang="zh-CN" altLang="en-US"/>
          </a:p>
        </p:txBody>
      </p:sp>
    </p:spTree>
    <p:extLst>
      <p:ext uri="{BB962C8B-B14F-4D97-AF65-F5344CB8AC3E}">
        <p14:creationId xmlns:p14="http://schemas.microsoft.com/office/powerpoint/2010/main" xmlns="" val="4205097813"/>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52</a:t>
            </a:fld>
            <a:endParaRPr lang="zh-CN" altLang="en-US"/>
          </a:p>
        </p:txBody>
      </p:sp>
    </p:spTree>
    <p:extLst>
      <p:ext uri="{BB962C8B-B14F-4D97-AF65-F5344CB8AC3E}">
        <p14:creationId xmlns:p14="http://schemas.microsoft.com/office/powerpoint/2010/main" xmlns="" val="1960506837"/>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53</a:t>
            </a:fld>
            <a:endParaRPr lang="zh-CN" altLang="en-US"/>
          </a:p>
        </p:txBody>
      </p:sp>
    </p:spTree>
    <p:extLst>
      <p:ext uri="{BB962C8B-B14F-4D97-AF65-F5344CB8AC3E}">
        <p14:creationId xmlns:p14="http://schemas.microsoft.com/office/powerpoint/2010/main" xmlns="" val="2315630579"/>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54</a:t>
            </a:fld>
            <a:endParaRPr lang="zh-CN" altLang="en-US"/>
          </a:p>
        </p:txBody>
      </p:sp>
    </p:spTree>
    <p:extLst>
      <p:ext uri="{BB962C8B-B14F-4D97-AF65-F5344CB8AC3E}">
        <p14:creationId xmlns:p14="http://schemas.microsoft.com/office/powerpoint/2010/main" xmlns="" val="1269479922"/>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55</a:t>
            </a:fld>
            <a:endParaRPr lang="zh-CN" altLang="en-US"/>
          </a:p>
        </p:txBody>
      </p:sp>
    </p:spTree>
    <p:extLst>
      <p:ext uri="{BB962C8B-B14F-4D97-AF65-F5344CB8AC3E}">
        <p14:creationId xmlns:p14="http://schemas.microsoft.com/office/powerpoint/2010/main" xmlns="" val="3216139886"/>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56</a:t>
            </a:fld>
            <a:endParaRPr lang="zh-CN" altLang="en-US"/>
          </a:p>
        </p:txBody>
      </p:sp>
    </p:spTree>
    <p:extLst>
      <p:ext uri="{BB962C8B-B14F-4D97-AF65-F5344CB8AC3E}">
        <p14:creationId xmlns:p14="http://schemas.microsoft.com/office/powerpoint/2010/main" xmlns="" val="2270886073"/>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57</a:t>
            </a:fld>
            <a:endParaRPr lang="zh-CN" altLang="en-US"/>
          </a:p>
        </p:txBody>
      </p:sp>
    </p:spTree>
    <p:extLst>
      <p:ext uri="{BB962C8B-B14F-4D97-AF65-F5344CB8AC3E}">
        <p14:creationId xmlns:p14="http://schemas.microsoft.com/office/powerpoint/2010/main" xmlns="" val="4282157032"/>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58</a:t>
            </a:fld>
            <a:endParaRPr lang="zh-CN" altLang="en-US"/>
          </a:p>
        </p:txBody>
      </p:sp>
    </p:spTree>
    <p:extLst>
      <p:ext uri="{BB962C8B-B14F-4D97-AF65-F5344CB8AC3E}">
        <p14:creationId xmlns:p14="http://schemas.microsoft.com/office/powerpoint/2010/main" xmlns="" val="285777554"/>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59</a:t>
            </a:fld>
            <a:endParaRPr lang="zh-CN" altLang="en-US"/>
          </a:p>
        </p:txBody>
      </p:sp>
    </p:spTree>
    <p:extLst>
      <p:ext uri="{BB962C8B-B14F-4D97-AF65-F5344CB8AC3E}">
        <p14:creationId xmlns:p14="http://schemas.microsoft.com/office/powerpoint/2010/main" xmlns="" val="3612618816"/>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60</a:t>
            </a:fld>
            <a:endParaRPr lang="zh-CN" altLang="en-US"/>
          </a:p>
        </p:txBody>
      </p:sp>
    </p:spTree>
    <p:extLst>
      <p:ext uri="{BB962C8B-B14F-4D97-AF65-F5344CB8AC3E}">
        <p14:creationId xmlns:p14="http://schemas.microsoft.com/office/powerpoint/2010/main" xmlns="" val="3230769013"/>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61</a:t>
            </a:fld>
            <a:endParaRPr lang="zh-CN" altLang="en-US"/>
          </a:p>
        </p:txBody>
      </p:sp>
    </p:spTree>
    <p:extLst>
      <p:ext uri="{BB962C8B-B14F-4D97-AF65-F5344CB8AC3E}">
        <p14:creationId xmlns:p14="http://schemas.microsoft.com/office/powerpoint/2010/main" xmlns="" val="205387411"/>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62</a:t>
            </a:fld>
            <a:endParaRPr lang="zh-CN" altLang="en-US"/>
          </a:p>
        </p:txBody>
      </p:sp>
    </p:spTree>
    <p:extLst>
      <p:ext uri="{BB962C8B-B14F-4D97-AF65-F5344CB8AC3E}">
        <p14:creationId xmlns:p14="http://schemas.microsoft.com/office/powerpoint/2010/main" xmlns="" val="3226990878"/>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63</a:t>
            </a:fld>
            <a:endParaRPr lang="zh-CN" altLang="en-US"/>
          </a:p>
        </p:txBody>
      </p:sp>
    </p:spTree>
    <p:extLst>
      <p:ext uri="{BB962C8B-B14F-4D97-AF65-F5344CB8AC3E}">
        <p14:creationId xmlns:p14="http://schemas.microsoft.com/office/powerpoint/2010/main" xmlns="" val="3059255407"/>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64</a:t>
            </a:fld>
            <a:endParaRPr lang="zh-CN" altLang="en-US"/>
          </a:p>
        </p:txBody>
      </p:sp>
    </p:spTree>
    <p:extLst>
      <p:ext uri="{BB962C8B-B14F-4D97-AF65-F5344CB8AC3E}">
        <p14:creationId xmlns:p14="http://schemas.microsoft.com/office/powerpoint/2010/main" xmlns="" val="550917625"/>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65</a:t>
            </a:fld>
            <a:endParaRPr lang="zh-CN" altLang="en-US"/>
          </a:p>
        </p:txBody>
      </p:sp>
    </p:spTree>
    <p:extLst>
      <p:ext uri="{BB962C8B-B14F-4D97-AF65-F5344CB8AC3E}">
        <p14:creationId xmlns:p14="http://schemas.microsoft.com/office/powerpoint/2010/main" xmlns="" val="1609499173"/>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66</a:t>
            </a:fld>
            <a:endParaRPr lang="zh-CN" altLang="en-US"/>
          </a:p>
        </p:txBody>
      </p:sp>
    </p:spTree>
    <p:extLst>
      <p:ext uri="{BB962C8B-B14F-4D97-AF65-F5344CB8AC3E}">
        <p14:creationId xmlns:p14="http://schemas.microsoft.com/office/powerpoint/2010/main" xmlns="" val="1824637185"/>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67</a:t>
            </a:fld>
            <a:endParaRPr lang="zh-CN" altLang="en-US"/>
          </a:p>
        </p:txBody>
      </p:sp>
    </p:spTree>
    <p:extLst>
      <p:ext uri="{BB962C8B-B14F-4D97-AF65-F5344CB8AC3E}">
        <p14:creationId xmlns:p14="http://schemas.microsoft.com/office/powerpoint/2010/main" xmlns="" val="1220762426"/>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68</a:t>
            </a:fld>
            <a:endParaRPr lang="zh-CN" altLang="en-US"/>
          </a:p>
        </p:txBody>
      </p:sp>
    </p:spTree>
    <p:extLst>
      <p:ext uri="{BB962C8B-B14F-4D97-AF65-F5344CB8AC3E}">
        <p14:creationId xmlns:p14="http://schemas.microsoft.com/office/powerpoint/2010/main" xmlns="" val="1166560545"/>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pPr/>
              <a:t>69</a:t>
            </a:fld>
            <a:endParaRPr lang="zh-CN" altLang="en-US"/>
          </a:p>
        </p:txBody>
      </p:sp>
    </p:spTree>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封面-1">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xmlns="" id="{106296C0-E8A8-4ABD-980C-DC99A7F42D7F}"/>
              </a:ext>
            </a:extLst>
          </p:cNvPr>
          <p:cNvPicPr>
            <a:picLocks noChangeAspect="1"/>
          </p:cNvPicPr>
          <p:nvPr userDrawn="1"/>
        </p:nvPicPr>
        <p:blipFill>
          <a:blip r:embed="rId2"/>
          <a:stretch>
            <a:fillRect/>
          </a:stretch>
        </p:blipFill>
        <p:spPr>
          <a:xfrm>
            <a:off x="0" y="0"/>
            <a:ext cx="12192000" cy="3357217"/>
          </a:xfrm>
          <a:prstGeom prst="rect">
            <a:avLst/>
          </a:prstGeom>
        </p:spPr>
      </p:pic>
      <p:sp>
        <p:nvSpPr>
          <p:cNvPr id="4" name="矩形 3">
            <a:extLst>
              <a:ext uri="{FF2B5EF4-FFF2-40B4-BE49-F238E27FC236}">
                <a16:creationId xmlns:a16="http://schemas.microsoft.com/office/drawing/2014/main" xmlns="" id="{4BC187F1-42E5-4383-AC3D-83B120CDE410}"/>
              </a:ext>
            </a:extLst>
          </p:cNvPr>
          <p:cNvSpPr/>
          <p:nvPr userDrawn="1"/>
        </p:nvSpPr>
        <p:spPr>
          <a:xfrm>
            <a:off x="-800" y="-7913"/>
            <a:ext cx="12192000" cy="3361208"/>
          </a:xfrm>
          <a:prstGeom prst="rect">
            <a:avLst/>
          </a:prstGeom>
          <a:solidFill>
            <a:srgbClr val="9A0001">
              <a:alpha val="2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椭圆 4">
            <a:extLst>
              <a:ext uri="{FF2B5EF4-FFF2-40B4-BE49-F238E27FC236}">
                <a16:creationId xmlns:a16="http://schemas.microsoft.com/office/drawing/2014/main" xmlns="" id="{F7087F57-B8B2-4F52-943A-08BE08AC8C9F}"/>
              </a:ext>
            </a:extLst>
          </p:cNvPr>
          <p:cNvSpPr/>
          <p:nvPr userDrawn="1"/>
        </p:nvSpPr>
        <p:spPr>
          <a:xfrm>
            <a:off x="5303520" y="2562096"/>
            <a:ext cx="1584960" cy="15849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 name="组合 5">
            <a:extLst>
              <a:ext uri="{FF2B5EF4-FFF2-40B4-BE49-F238E27FC236}">
                <a16:creationId xmlns:a16="http://schemas.microsoft.com/office/drawing/2014/main" xmlns="" id="{ACAC108B-5150-431E-B389-3B1F46A2B67E}"/>
              </a:ext>
            </a:extLst>
          </p:cNvPr>
          <p:cNvGrpSpPr/>
          <p:nvPr userDrawn="1"/>
        </p:nvGrpSpPr>
        <p:grpSpPr>
          <a:xfrm>
            <a:off x="5410200" y="2670375"/>
            <a:ext cx="1371600" cy="1368402"/>
            <a:chOff x="2105799" y="20055838"/>
            <a:chExt cx="6748090" cy="6732363"/>
          </a:xfrm>
          <a:solidFill>
            <a:srgbClr val="8B0012">
              <a:alpha val="80000"/>
            </a:srgbClr>
          </a:solidFill>
        </p:grpSpPr>
        <p:sp>
          <p:nvSpPr>
            <p:cNvPr id="7" name="Freeform 8">
              <a:extLst>
                <a:ext uri="{FF2B5EF4-FFF2-40B4-BE49-F238E27FC236}">
                  <a16:creationId xmlns:a16="http://schemas.microsoft.com/office/drawing/2014/main" xmlns="" id="{A4BB1E0C-3B71-494C-90A5-5E83B05763C4}"/>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8" name="Freeform 42">
              <a:extLst>
                <a:ext uri="{FF2B5EF4-FFF2-40B4-BE49-F238E27FC236}">
                  <a16:creationId xmlns:a16="http://schemas.microsoft.com/office/drawing/2014/main" xmlns="" id="{9C922C0C-6676-4220-A57A-6A60B760EC5E}"/>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9" name="Freeform 43">
              <a:extLst>
                <a:ext uri="{FF2B5EF4-FFF2-40B4-BE49-F238E27FC236}">
                  <a16:creationId xmlns:a16="http://schemas.microsoft.com/office/drawing/2014/main" xmlns="" id="{13B11B68-25F0-45BA-8167-7E67FD4D1E06}"/>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0" name="Freeform 44">
              <a:extLst>
                <a:ext uri="{FF2B5EF4-FFF2-40B4-BE49-F238E27FC236}">
                  <a16:creationId xmlns:a16="http://schemas.microsoft.com/office/drawing/2014/main" xmlns="" id="{3AA3C9BE-308B-42E0-B388-8B9594616391}"/>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1" name="Freeform 45">
              <a:extLst>
                <a:ext uri="{FF2B5EF4-FFF2-40B4-BE49-F238E27FC236}">
                  <a16:creationId xmlns:a16="http://schemas.microsoft.com/office/drawing/2014/main" xmlns="" id="{2270AF1B-A34B-4183-AA58-499F7FC92BEA}"/>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2" name="Freeform 46">
              <a:extLst>
                <a:ext uri="{FF2B5EF4-FFF2-40B4-BE49-F238E27FC236}">
                  <a16:creationId xmlns:a16="http://schemas.microsoft.com/office/drawing/2014/main" xmlns="" id="{1648A05A-8C9B-4DCB-ADF5-C0E9CA804EFD}"/>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3" name="Freeform 47">
              <a:extLst>
                <a:ext uri="{FF2B5EF4-FFF2-40B4-BE49-F238E27FC236}">
                  <a16:creationId xmlns:a16="http://schemas.microsoft.com/office/drawing/2014/main" xmlns="" id="{780F1822-408A-4D9E-A7BB-5649D8459E2F}"/>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4" name="Freeform 48">
              <a:extLst>
                <a:ext uri="{FF2B5EF4-FFF2-40B4-BE49-F238E27FC236}">
                  <a16:creationId xmlns:a16="http://schemas.microsoft.com/office/drawing/2014/main" xmlns="" id="{D7B27305-F882-49EB-B5D1-DAD265B8F599}"/>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5" name="Freeform 49">
              <a:extLst>
                <a:ext uri="{FF2B5EF4-FFF2-40B4-BE49-F238E27FC236}">
                  <a16:creationId xmlns:a16="http://schemas.microsoft.com/office/drawing/2014/main" xmlns="" id="{1C88A9B0-6500-44EB-B523-6AB8CF2E5B58}"/>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6" name="Freeform 50">
              <a:extLst>
                <a:ext uri="{FF2B5EF4-FFF2-40B4-BE49-F238E27FC236}">
                  <a16:creationId xmlns:a16="http://schemas.microsoft.com/office/drawing/2014/main" xmlns="" id="{02B0BE86-EC4F-4A7E-B284-3AA3AEE5F3B5}"/>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7" name="Freeform 51">
              <a:extLst>
                <a:ext uri="{FF2B5EF4-FFF2-40B4-BE49-F238E27FC236}">
                  <a16:creationId xmlns:a16="http://schemas.microsoft.com/office/drawing/2014/main" xmlns="" id="{D646E307-5A0C-4184-9829-2D12C5F1D732}"/>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8" name="Freeform 52">
              <a:extLst>
                <a:ext uri="{FF2B5EF4-FFF2-40B4-BE49-F238E27FC236}">
                  <a16:creationId xmlns:a16="http://schemas.microsoft.com/office/drawing/2014/main" xmlns="" id="{1213DF27-0675-40E1-AF04-500FEC47309C}"/>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9" name="Freeform 53">
              <a:extLst>
                <a:ext uri="{FF2B5EF4-FFF2-40B4-BE49-F238E27FC236}">
                  <a16:creationId xmlns:a16="http://schemas.microsoft.com/office/drawing/2014/main" xmlns="" id="{78B921DD-11CC-425E-A465-F4034A5A080D}"/>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0" name="Freeform 54">
              <a:extLst>
                <a:ext uri="{FF2B5EF4-FFF2-40B4-BE49-F238E27FC236}">
                  <a16:creationId xmlns:a16="http://schemas.microsoft.com/office/drawing/2014/main" xmlns="" id="{E251C559-AD0A-4238-9C00-053CFAFCF573}"/>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1" name="Freeform 55">
              <a:extLst>
                <a:ext uri="{FF2B5EF4-FFF2-40B4-BE49-F238E27FC236}">
                  <a16:creationId xmlns:a16="http://schemas.microsoft.com/office/drawing/2014/main" xmlns="" id="{22DC21C7-7AEE-4789-B295-78B5A39F5F12}"/>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2" name="Freeform 56">
              <a:extLst>
                <a:ext uri="{FF2B5EF4-FFF2-40B4-BE49-F238E27FC236}">
                  <a16:creationId xmlns:a16="http://schemas.microsoft.com/office/drawing/2014/main" xmlns="" id="{2089A1EF-769C-4B32-ACB7-0843ADFE09AA}"/>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3" name="Freeform 57">
              <a:extLst>
                <a:ext uri="{FF2B5EF4-FFF2-40B4-BE49-F238E27FC236}">
                  <a16:creationId xmlns:a16="http://schemas.microsoft.com/office/drawing/2014/main" xmlns="" id="{89065D5C-2F82-4B9C-9DCF-556527D2755D}"/>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4" name="Freeform 58">
              <a:extLst>
                <a:ext uri="{FF2B5EF4-FFF2-40B4-BE49-F238E27FC236}">
                  <a16:creationId xmlns:a16="http://schemas.microsoft.com/office/drawing/2014/main" xmlns="" id="{63D30659-2737-4732-A71C-025BE4A9E86B}"/>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5" name="Freeform 59">
              <a:extLst>
                <a:ext uri="{FF2B5EF4-FFF2-40B4-BE49-F238E27FC236}">
                  <a16:creationId xmlns:a16="http://schemas.microsoft.com/office/drawing/2014/main" xmlns="" id="{26925B20-892F-495B-ACDF-9EC468A2C7C5}"/>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6" name="Freeform 60">
              <a:extLst>
                <a:ext uri="{FF2B5EF4-FFF2-40B4-BE49-F238E27FC236}">
                  <a16:creationId xmlns:a16="http://schemas.microsoft.com/office/drawing/2014/main" xmlns="" id="{F4DFD42E-FD06-4DD4-BD5D-E8024A4948AB}"/>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7" name="Freeform 61">
              <a:extLst>
                <a:ext uri="{FF2B5EF4-FFF2-40B4-BE49-F238E27FC236}">
                  <a16:creationId xmlns:a16="http://schemas.microsoft.com/office/drawing/2014/main" xmlns="" id="{AFA1A6B6-4731-43D9-A6A3-8AFB9A5AE684}"/>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8" name="Freeform 62">
              <a:extLst>
                <a:ext uri="{FF2B5EF4-FFF2-40B4-BE49-F238E27FC236}">
                  <a16:creationId xmlns:a16="http://schemas.microsoft.com/office/drawing/2014/main" xmlns="" id="{7C89F33A-1343-45E8-91E5-F27A8457EA0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9" name="Freeform 71">
              <a:extLst>
                <a:ext uri="{FF2B5EF4-FFF2-40B4-BE49-F238E27FC236}">
                  <a16:creationId xmlns:a16="http://schemas.microsoft.com/office/drawing/2014/main" xmlns="" id="{592EB9D1-7BB9-4D0B-9C6E-355FA946B6E7}"/>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grpSp>
      <p:sp>
        <p:nvSpPr>
          <p:cNvPr id="36" name="文本占位符 35">
            <a:extLst>
              <a:ext uri="{FF2B5EF4-FFF2-40B4-BE49-F238E27FC236}">
                <a16:creationId xmlns:a16="http://schemas.microsoft.com/office/drawing/2014/main" xmlns="" id="{99EF31F4-C1DD-413E-8350-2A8F905B444F}"/>
              </a:ext>
            </a:extLst>
          </p:cNvPr>
          <p:cNvSpPr>
            <a:spLocks noGrp="1"/>
          </p:cNvSpPr>
          <p:nvPr userDrawn="1">
            <p:ph type="body" sz="quarter" idx="10" hasCustomPrompt="1"/>
          </p:nvPr>
        </p:nvSpPr>
        <p:spPr>
          <a:xfrm>
            <a:off x="1606550" y="4264178"/>
            <a:ext cx="8975725" cy="781050"/>
          </a:xfrm>
        </p:spPr>
        <p:txBody>
          <a:bodyPr>
            <a:normAutofit/>
          </a:bodyPr>
          <a:lstStyle>
            <a:lvl1pPr marL="0" indent="0" algn="ctr" defTabSz="914400" rtl="0" eaLnBrk="1" latinLnBrk="0" hangingPunct="1">
              <a:lnSpc>
                <a:spcPct val="120000"/>
              </a:lnSpc>
              <a:buNone/>
              <a:defRPr lang="zh-CN" altLang="en-US" sz="4000" b="1" kern="1200" spc="300">
                <a:solidFill>
                  <a:schemeClr val="tx1">
                    <a:lumMod val="85000"/>
                    <a:lumOff val="15000"/>
                  </a:schemeClr>
                </a:solidFill>
                <a:latin typeface="+mn-lt"/>
                <a:ea typeface="微软雅黑" panose="020B0503020204020204" pitchFamily="34" charset="-122"/>
                <a:cs typeface="微软雅黑" panose="020B0503020204020204" pitchFamily="34" charset="-122"/>
              </a:defRPr>
            </a:lvl1pPr>
          </a:lstStyle>
          <a:p>
            <a:pPr algn="ctr">
              <a:lnSpc>
                <a:spcPct val="120000"/>
              </a:lnSpc>
              <a:defRPr/>
            </a:pPr>
            <a:r>
              <a:rPr lang="zh-CN" altLang="en-US"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itchFamily="34" charset="-122"/>
              </a:rPr>
              <a:t>北京大学学术答辩通用</a:t>
            </a:r>
            <a:r>
              <a:rPr lang="en-US" altLang="zh-CN"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itchFamily="34" charset="-122"/>
              </a:rPr>
              <a:t>PPT</a:t>
            </a:r>
            <a:r>
              <a:rPr lang="zh-CN" altLang="en-US"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itchFamily="34" charset="-122"/>
              </a:rPr>
              <a:t>模板</a:t>
            </a:r>
          </a:p>
        </p:txBody>
      </p:sp>
      <p:sp>
        <p:nvSpPr>
          <p:cNvPr id="41" name="文本占位符 37">
            <a:extLst>
              <a:ext uri="{FF2B5EF4-FFF2-40B4-BE49-F238E27FC236}">
                <a16:creationId xmlns:a16="http://schemas.microsoft.com/office/drawing/2014/main" xmlns="" id="{D6220974-BA97-4239-8B37-C87F7F2D4871}"/>
              </a:ext>
            </a:extLst>
          </p:cNvPr>
          <p:cNvSpPr>
            <a:spLocks noGrp="1"/>
          </p:cNvSpPr>
          <p:nvPr>
            <p:ph type="body" sz="quarter" idx="11" hasCustomPrompt="1"/>
          </p:nvPr>
        </p:nvSpPr>
        <p:spPr>
          <a:xfrm>
            <a:off x="2244991" y="5389156"/>
            <a:ext cx="1987550" cy="341632"/>
          </a:xfrm>
          <a:noFill/>
        </p:spPr>
        <p:txBody>
          <a:bodyPr wrap="square" rtlCol="0">
            <a:spAutoFit/>
          </a:bodyPr>
          <a:lstStyle>
            <a:lvl1pPr marL="0" indent="0">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答辩人：</a:t>
            </a:r>
            <a:r>
              <a:rPr lang="en-US" altLang="zh-CN" dirty="0"/>
              <a:t>XXX</a:t>
            </a:r>
            <a:endParaRPr lang="zh-CN" altLang="en-US" dirty="0"/>
          </a:p>
        </p:txBody>
      </p:sp>
      <p:sp>
        <p:nvSpPr>
          <p:cNvPr id="42" name="文本占位符 37">
            <a:extLst>
              <a:ext uri="{FF2B5EF4-FFF2-40B4-BE49-F238E27FC236}">
                <a16:creationId xmlns:a16="http://schemas.microsoft.com/office/drawing/2014/main" xmlns="" id="{1E1C9D50-4952-418A-9BEE-D99198F6E380}"/>
              </a:ext>
            </a:extLst>
          </p:cNvPr>
          <p:cNvSpPr>
            <a:spLocks noGrp="1"/>
          </p:cNvSpPr>
          <p:nvPr>
            <p:ph type="body" sz="quarter" idx="12" hasCustomPrompt="1"/>
          </p:nvPr>
        </p:nvSpPr>
        <p:spPr>
          <a:xfrm>
            <a:off x="5102225" y="5389156"/>
            <a:ext cx="1987550" cy="341632"/>
          </a:xfrm>
          <a:noFill/>
        </p:spPr>
        <p:txBody>
          <a:bodyPr wrap="square" rtlCol="0">
            <a:spAutoFit/>
          </a:bodyPr>
          <a:lstStyle>
            <a:lvl1pPr marL="0" indent="0" algn="ctr">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指导教师：</a:t>
            </a:r>
            <a:r>
              <a:rPr lang="en-US" altLang="zh-CN" dirty="0"/>
              <a:t>XXX</a:t>
            </a:r>
            <a:endParaRPr lang="zh-CN" altLang="en-US" dirty="0"/>
          </a:p>
        </p:txBody>
      </p:sp>
      <p:sp>
        <p:nvSpPr>
          <p:cNvPr id="43" name="文本占位符 37">
            <a:extLst>
              <a:ext uri="{FF2B5EF4-FFF2-40B4-BE49-F238E27FC236}">
                <a16:creationId xmlns:a16="http://schemas.microsoft.com/office/drawing/2014/main" xmlns="" id="{62842471-F840-45CA-8087-A1D9DF3CA908}"/>
              </a:ext>
            </a:extLst>
          </p:cNvPr>
          <p:cNvSpPr>
            <a:spLocks noGrp="1"/>
          </p:cNvSpPr>
          <p:nvPr>
            <p:ph type="body" sz="quarter" idx="13" hasCustomPrompt="1"/>
          </p:nvPr>
        </p:nvSpPr>
        <p:spPr>
          <a:xfrm>
            <a:off x="7959460" y="5389156"/>
            <a:ext cx="1987550" cy="341632"/>
          </a:xfrm>
          <a:noFill/>
        </p:spPr>
        <p:txBody>
          <a:bodyPr wrap="square" rtlCol="0">
            <a:spAutoFit/>
          </a:bodyPr>
          <a:lstStyle>
            <a:lvl1pPr marL="0" indent="0" algn="r">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院系：</a:t>
            </a:r>
            <a:r>
              <a:rPr lang="en-US" altLang="zh-CN" dirty="0"/>
              <a:t>XXX</a:t>
            </a:r>
            <a:endParaRPr lang="zh-CN" altLang="en-US" dirty="0"/>
          </a:p>
        </p:txBody>
      </p:sp>
    </p:spTree>
    <p:extLst>
      <p:ext uri="{BB962C8B-B14F-4D97-AF65-F5344CB8AC3E}">
        <p14:creationId xmlns:p14="http://schemas.microsoft.com/office/powerpoint/2010/main" xmlns="" val="717342966"/>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目录-4部分">
    <p:spTree>
      <p:nvGrpSpPr>
        <p:cNvPr id="1" name=""/>
        <p:cNvGrpSpPr/>
        <p:nvPr/>
      </p:nvGrpSpPr>
      <p:grpSpPr>
        <a:xfrm>
          <a:off x="0" y="0"/>
          <a:ext cx="0" cy="0"/>
          <a:chOff x="0" y="0"/>
          <a:chExt cx="0" cy="0"/>
        </a:xfrm>
      </p:grpSpPr>
      <p:sp>
        <p:nvSpPr>
          <p:cNvPr id="55" name="矩形 54">
            <a:extLst>
              <a:ext uri="{FF2B5EF4-FFF2-40B4-BE49-F238E27FC236}">
                <a16:creationId xmlns:a16="http://schemas.microsoft.com/office/drawing/2014/main" xmlns="" id="{4D6291A7-7416-4ABD-BDD5-1A52FB976A60}"/>
              </a:ext>
            </a:extLst>
          </p:cNvPr>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pic>
        <p:nvPicPr>
          <p:cNvPr id="35" name="图形 34">
            <a:extLst>
              <a:ext uri="{FF2B5EF4-FFF2-40B4-BE49-F238E27FC236}">
                <a16:creationId xmlns:a16="http://schemas.microsoft.com/office/drawing/2014/main" xmlns="" id="{3A501E88-F75F-4CDF-AE88-C91E47187A1B}"/>
              </a:ext>
            </a:extLst>
          </p:cNvPr>
          <p:cNvPicPr>
            <a:picLocks noChangeAspect="1"/>
          </p:cNvPicPr>
          <p:nvPr userDrawn="1"/>
        </p:nvPicPr>
        <p:blipFill>
          <a:blip r:embed="rId2">
            <a:extLst>
              <a:ext uri="{96DAC541-7B7A-43D3-8B79-37D633B846F1}">
                <asvg:svgBlip xmlns:asvg="http://schemas.microsoft.com/office/drawing/2016/SVG/main" xmlns="" r:embed="rId3"/>
              </a:ext>
            </a:extLst>
          </a:blip>
          <a:stretch>
            <a:fillRect/>
          </a:stretch>
        </p:blipFill>
        <p:spPr>
          <a:xfrm>
            <a:off x="-1601832" y="3365787"/>
            <a:ext cx="6665290" cy="4818286"/>
          </a:xfrm>
          <a:prstGeom prst="rect">
            <a:avLst/>
          </a:prstGeom>
        </p:spPr>
      </p:pic>
      <p:sp>
        <p:nvSpPr>
          <p:cNvPr id="7" name="矩形 6">
            <a:extLst>
              <a:ext uri="{FF2B5EF4-FFF2-40B4-BE49-F238E27FC236}">
                <a16:creationId xmlns:a16="http://schemas.microsoft.com/office/drawing/2014/main" xmlns="" id="{22F2AF65-774C-46B4-8BD3-F9EC13500DEC}"/>
              </a:ext>
            </a:extLst>
          </p:cNvPr>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grpSp>
        <p:nvGrpSpPr>
          <p:cNvPr id="8" name="组合 7">
            <a:extLst>
              <a:ext uri="{FF2B5EF4-FFF2-40B4-BE49-F238E27FC236}">
                <a16:creationId xmlns:a16="http://schemas.microsoft.com/office/drawing/2014/main" xmlns="" id="{ED8836D6-4104-415F-A6DA-0E694613F791}"/>
              </a:ext>
            </a:extLst>
          </p:cNvPr>
          <p:cNvGrpSpPr/>
          <p:nvPr userDrawn="1"/>
        </p:nvGrpSpPr>
        <p:grpSpPr>
          <a:xfrm>
            <a:off x="2296213" y="1033221"/>
            <a:ext cx="2354895" cy="1876405"/>
            <a:chOff x="2202591" y="1033221"/>
            <a:chExt cx="2354895" cy="1876405"/>
          </a:xfrm>
        </p:grpSpPr>
        <p:sp>
          <p:nvSpPr>
            <p:cNvPr id="9" name="标题 1">
              <a:extLst>
                <a:ext uri="{FF2B5EF4-FFF2-40B4-BE49-F238E27FC236}">
                  <a16:creationId xmlns:a16="http://schemas.microsoft.com/office/drawing/2014/main" xmlns="" id="{1E5B2D9B-48E4-45CC-A328-3F68B6E6DD69}"/>
                </a:ext>
              </a:extLst>
            </p:cNvPr>
            <p:cNvSpPr txBox="1">
              <a:spLocks/>
            </p:cNvSpPr>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zh-CN" altLang="en-US"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endParaRPr>
            </a:p>
          </p:txBody>
        </p:sp>
        <p:sp>
          <p:nvSpPr>
            <p:cNvPr id="10" name="文本框 9">
              <a:extLst>
                <a:ext uri="{FF2B5EF4-FFF2-40B4-BE49-F238E27FC236}">
                  <a16:creationId xmlns:a16="http://schemas.microsoft.com/office/drawing/2014/main" xmlns="" id="{BE44CE6C-A329-4948-8A82-1DEFBD1A051B}"/>
                </a:ext>
              </a:extLst>
            </p:cNvPr>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2400" b="0" i="0" u="none" strike="noStrike" kern="1200" cap="none" spc="-20" normalizeH="0" baseline="0" noProof="0" dirty="0">
                <a:ln>
                  <a:noFill/>
                </a:ln>
                <a:solidFill>
                  <a:schemeClr val="accent1"/>
                </a:solidFill>
                <a:effectLst/>
                <a:uLnTx/>
                <a:uFillTx/>
                <a:latin typeface="Arial" panose="020F0502020204030204"/>
                <a:ea typeface="Microsoft YaHei"/>
                <a:cs typeface="+mn-ea"/>
                <a:sym typeface="+mn-lt"/>
              </a:endParaRPr>
            </a:p>
          </p:txBody>
        </p:sp>
      </p:grpSp>
      <p:sp>
        <p:nvSpPr>
          <p:cNvPr id="45" name="文本占位符 40">
            <a:extLst>
              <a:ext uri="{FF2B5EF4-FFF2-40B4-BE49-F238E27FC236}">
                <a16:creationId xmlns:a16="http://schemas.microsoft.com/office/drawing/2014/main" xmlns="" id="{E092B345-4879-4708-91A6-4E07DC6C11C0}"/>
              </a:ext>
            </a:extLst>
          </p:cNvPr>
          <p:cNvSpPr>
            <a:spLocks noGrp="1"/>
          </p:cNvSpPr>
          <p:nvPr>
            <p:ph type="body" sz="quarter" idx="10" hasCustomPrompt="1"/>
          </p:nvPr>
        </p:nvSpPr>
        <p:spPr>
          <a:xfrm>
            <a:off x="7825514" y="1561152"/>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6" name="文本占位符 40">
            <a:extLst>
              <a:ext uri="{FF2B5EF4-FFF2-40B4-BE49-F238E27FC236}">
                <a16:creationId xmlns:a16="http://schemas.microsoft.com/office/drawing/2014/main" xmlns="" id="{03810C05-3860-4CF4-B2C4-7B90D45455E3}"/>
              </a:ext>
            </a:extLst>
          </p:cNvPr>
          <p:cNvSpPr>
            <a:spLocks noGrp="1"/>
          </p:cNvSpPr>
          <p:nvPr>
            <p:ph type="body" sz="quarter" idx="11" hasCustomPrompt="1"/>
          </p:nvPr>
        </p:nvSpPr>
        <p:spPr>
          <a:xfrm>
            <a:off x="7825514" y="2650906"/>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7" name="文本占位符 40">
            <a:extLst>
              <a:ext uri="{FF2B5EF4-FFF2-40B4-BE49-F238E27FC236}">
                <a16:creationId xmlns:a16="http://schemas.microsoft.com/office/drawing/2014/main" xmlns="" id="{0A0C6CFA-9C78-45B1-B085-C2C99900D665}"/>
              </a:ext>
            </a:extLst>
          </p:cNvPr>
          <p:cNvSpPr>
            <a:spLocks noGrp="1"/>
          </p:cNvSpPr>
          <p:nvPr>
            <p:ph type="body" sz="quarter" idx="12" hasCustomPrompt="1"/>
          </p:nvPr>
        </p:nvSpPr>
        <p:spPr>
          <a:xfrm>
            <a:off x="7825514" y="3740660"/>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9" name="文本占位符 40">
            <a:extLst>
              <a:ext uri="{FF2B5EF4-FFF2-40B4-BE49-F238E27FC236}">
                <a16:creationId xmlns:a16="http://schemas.microsoft.com/office/drawing/2014/main" xmlns="" id="{6FA729E4-5DE0-4287-AF67-5FB2109F1BB2}"/>
              </a:ext>
            </a:extLst>
          </p:cNvPr>
          <p:cNvSpPr>
            <a:spLocks noGrp="1"/>
          </p:cNvSpPr>
          <p:nvPr>
            <p:ph type="body" sz="quarter" idx="14" hasCustomPrompt="1"/>
          </p:nvPr>
        </p:nvSpPr>
        <p:spPr>
          <a:xfrm>
            <a:off x="7825514" y="4830414"/>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50" name="文本框 49">
            <a:extLst>
              <a:ext uri="{FF2B5EF4-FFF2-40B4-BE49-F238E27FC236}">
                <a16:creationId xmlns:a16="http://schemas.microsoft.com/office/drawing/2014/main" xmlns="" id="{56A38F7D-163D-40CF-868C-B65E57289CD7}"/>
              </a:ext>
            </a:extLst>
          </p:cNvPr>
          <p:cNvSpPr txBox="1"/>
          <p:nvPr userDrawn="1"/>
        </p:nvSpPr>
        <p:spPr>
          <a:xfrm>
            <a:off x="6814866" y="15126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51" name="文本框 50">
            <a:extLst>
              <a:ext uri="{FF2B5EF4-FFF2-40B4-BE49-F238E27FC236}">
                <a16:creationId xmlns:a16="http://schemas.microsoft.com/office/drawing/2014/main" xmlns="" id="{CDED66E5-4D15-407E-B9E9-A0489B585942}"/>
              </a:ext>
            </a:extLst>
          </p:cNvPr>
          <p:cNvSpPr txBox="1"/>
          <p:nvPr userDrawn="1"/>
        </p:nvSpPr>
        <p:spPr>
          <a:xfrm>
            <a:off x="6814866" y="2596050"/>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52" name="文本框 51">
            <a:extLst>
              <a:ext uri="{FF2B5EF4-FFF2-40B4-BE49-F238E27FC236}">
                <a16:creationId xmlns:a16="http://schemas.microsoft.com/office/drawing/2014/main" xmlns="" id="{507C5DA2-D768-4F0B-A91A-C33F1FD9102B}"/>
              </a:ext>
            </a:extLst>
          </p:cNvPr>
          <p:cNvSpPr txBox="1"/>
          <p:nvPr userDrawn="1"/>
        </p:nvSpPr>
        <p:spPr>
          <a:xfrm>
            <a:off x="6814866" y="3679496"/>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53" name="文本框 52">
            <a:extLst>
              <a:ext uri="{FF2B5EF4-FFF2-40B4-BE49-F238E27FC236}">
                <a16:creationId xmlns:a16="http://schemas.microsoft.com/office/drawing/2014/main" xmlns="" id="{A511A62B-B193-4739-A793-D7002B471A43}"/>
              </a:ext>
            </a:extLst>
          </p:cNvPr>
          <p:cNvSpPr txBox="1"/>
          <p:nvPr userDrawn="1"/>
        </p:nvSpPr>
        <p:spPr>
          <a:xfrm>
            <a:off x="6814866" y="4762941"/>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grpSp>
        <p:nvGrpSpPr>
          <p:cNvPr id="56" name="组合 55">
            <a:extLst>
              <a:ext uri="{FF2B5EF4-FFF2-40B4-BE49-F238E27FC236}">
                <a16:creationId xmlns:a16="http://schemas.microsoft.com/office/drawing/2014/main" xmlns="" id="{50134B45-47D8-49EC-B2C4-4ECBF0176BD7}"/>
              </a:ext>
            </a:extLst>
          </p:cNvPr>
          <p:cNvGrpSpPr/>
          <p:nvPr userDrawn="1"/>
        </p:nvGrpSpPr>
        <p:grpSpPr>
          <a:xfrm>
            <a:off x="2425132" y="3183822"/>
            <a:ext cx="1945700" cy="1941162"/>
            <a:chOff x="2105799" y="20055838"/>
            <a:chExt cx="6748090" cy="6732363"/>
          </a:xfrm>
          <a:solidFill>
            <a:schemeClr val="accent1"/>
          </a:solidFill>
        </p:grpSpPr>
        <p:sp>
          <p:nvSpPr>
            <p:cNvPr id="57" name="Freeform 8">
              <a:extLst>
                <a:ext uri="{FF2B5EF4-FFF2-40B4-BE49-F238E27FC236}">
                  <a16:creationId xmlns:a16="http://schemas.microsoft.com/office/drawing/2014/main" xmlns="" id="{3AFA21E4-54E4-474B-AB1C-59ABBA29DA26}"/>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8" name="Freeform 42">
              <a:extLst>
                <a:ext uri="{FF2B5EF4-FFF2-40B4-BE49-F238E27FC236}">
                  <a16:creationId xmlns:a16="http://schemas.microsoft.com/office/drawing/2014/main" xmlns="" id="{38B24B0A-5539-4D2D-A7DD-73E521128A7A}"/>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9" name="Freeform 43">
              <a:extLst>
                <a:ext uri="{FF2B5EF4-FFF2-40B4-BE49-F238E27FC236}">
                  <a16:creationId xmlns:a16="http://schemas.microsoft.com/office/drawing/2014/main" xmlns="" id="{E0E9CC68-E749-47CC-8EEF-B8B1D81C1F03}"/>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0" name="Freeform 44">
              <a:extLst>
                <a:ext uri="{FF2B5EF4-FFF2-40B4-BE49-F238E27FC236}">
                  <a16:creationId xmlns:a16="http://schemas.microsoft.com/office/drawing/2014/main" xmlns="" id="{DB2F8014-13A0-4EED-9E54-018B50E7499E}"/>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1" name="Freeform 45">
              <a:extLst>
                <a:ext uri="{FF2B5EF4-FFF2-40B4-BE49-F238E27FC236}">
                  <a16:creationId xmlns:a16="http://schemas.microsoft.com/office/drawing/2014/main" xmlns="" id="{74ABE961-157F-44CB-B98E-6BC13D4BE116}"/>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2" name="Freeform 46">
              <a:extLst>
                <a:ext uri="{FF2B5EF4-FFF2-40B4-BE49-F238E27FC236}">
                  <a16:creationId xmlns:a16="http://schemas.microsoft.com/office/drawing/2014/main" xmlns="" id="{A8EDD165-034A-405C-8387-D78D2A7E5008}"/>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3" name="Freeform 47">
              <a:extLst>
                <a:ext uri="{FF2B5EF4-FFF2-40B4-BE49-F238E27FC236}">
                  <a16:creationId xmlns:a16="http://schemas.microsoft.com/office/drawing/2014/main" xmlns="" id="{7B6C6F1F-1F3E-4FDB-922F-9463383773F7}"/>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4" name="Freeform 48">
              <a:extLst>
                <a:ext uri="{FF2B5EF4-FFF2-40B4-BE49-F238E27FC236}">
                  <a16:creationId xmlns:a16="http://schemas.microsoft.com/office/drawing/2014/main" xmlns="" id="{29FCF922-820E-4CDB-86F9-1B2BFFAC1EB6}"/>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5" name="Freeform 49">
              <a:extLst>
                <a:ext uri="{FF2B5EF4-FFF2-40B4-BE49-F238E27FC236}">
                  <a16:creationId xmlns:a16="http://schemas.microsoft.com/office/drawing/2014/main" xmlns="" id="{BC9F70C6-EC0D-4FF5-BC12-B628A56E4AC2}"/>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6" name="Freeform 50">
              <a:extLst>
                <a:ext uri="{FF2B5EF4-FFF2-40B4-BE49-F238E27FC236}">
                  <a16:creationId xmlns:a16="http://schemas.microsoft.com/office/drawing/2014/main" xmlns="" id="{22C93A2B-D2C4-4B41-AED7-1C8A35C4F4FC}"/>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7" name="Freeform 51">
              <a:extLst>
                <a:ext uri="{FF2B5EF4-FFF2-40B4-BE49-F238E27FC236}">
                  <a16:creationId xmlns:a16="http://schemas.microsoft.com/office/drawing/2014/main" xmlns="" id="{49AA6AE9-EE4E-4805-8DAD-3192F29A00F6}"/>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8" name="Freeform 52">
              <a:extLst>
                <a:ext uri="{FF2B5EF4-FFF2-40B4-BE49-F238E27FC236}">
                  <a16:creationId xmlns:a16="http://schemas.microsoft.com/office/drawing/2014/main" xmlns="" id="{58F96C6B-EC74-4E2B-BEFE-85CD9E272B8B}"/>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9" name="Freeform 53">
              <a:extLst>
                <a:ext uri="{FF2B5EF4-FFF2-40B4-BE49-F238E27FC236}">
                  <a16:creationId xmlns:a16="http://schemas.microsoft.com/office/drawing/2014/main" xmlns="" id="{B0809F50-496A-4255-B4DE-C9A321AB701C}"/>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0" name="Freeform 54">
              <a:extLst>
                <a:ext uri="{FF2B5EF4-FFF2-40B4-BE49-F238E27FC236}">
                  <a16:creationId xmlns:a16="http://schemas.microsoft.com/office/drawing/2014/main" xmlns="" id="{9F87CF65-112C-4ABD-B2D1-00BAFED667A8}"/>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1" name="Freeform 55">
              <a:extLst>
                <a:ext uri="{FF2B5EF4-FFF2-40B4-BE49-F238E27FC236}">
                  <a16:creationId xmlns:a16="http://schemas.microsoft.com/office/drawing/2014/main" xmlns="" id="{51971117-C1ED-4363-98CD-BF4F681FEB29}"/>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2" name="Freeform 56">
              <a:extLst>
                <a:ext uri="{FF2B5EF4-FFF2-40B4-BE49-F238E27FC236}">
                  <a16:creationId xmlns:a16="http://schemas.microsoft.com/office/drawing/2014/main" xmlns="" id="{A9659DA4-2A51-43A6-922C-5D9741A264CE}"/>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3" name="Freeform 57">
              <a:extLst>
                <a:ext uri="{FF2B5EF4-FFF2-40B4-BE49-F238E27FC236}">
                  <a16:creationId xmlns:a16="http://schemas.microsoft.com/office/drawing/2014/main" xmlns="" id="{6D2AD94D-A2FC-47E6-9333-74F53AD4AD8C}"/>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4" name="Freeform 58">
              <a:extLst>
                <a:ext uri="{FF2B5EF4-FFF2-40B4-BE49-F238E27FC236}">
                  <a16:creationId xmlns:a16="http://schemas.microsoft.com/office/drawing/2014/main" xmlns="" id="{FBF04BC2-9173-4560-A801-C3E77FAFAD0D}"/>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5" name="Freeform 59">
              <a:extLst>
                <a:ext uri="{FF2B5EF4-FFF2-40B4-BE49-F238E27FC236}">
                  <a16:creationId xmlns:a16="http://schemas.microsoft.com/office/drawing/2014/main" xmlns="" id="{10B5FD19-1004-4FBB-A735-BADE89DBC32F}"/>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6" name="Freeform 60">
              <a:extLst>
                <a:ext uri="{FF2B5EF4-FFF2-40B4-BE49-F238E27FC236}">
                  <a16:creationId xmlns:a16="http://schemas.microsoft.com/office/drawing/2014/main" xmlns="" id="{E46D3E77-3956-4899-9133-7E5AB0838600}"/>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7" name="Freeform 61">
              <a:extLst>
                <a:ext uri="{FF2B5EF4-FFF2-40B4-BE49-F238E27FC236}">
                  <a16:creationId xmlns:a16="http://schemas.microsoft.com/office/drawing/2014/main" xmlns="" id="{8EC0140A-1488-4FC2-A47E-78B02853636C}"/>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8" name="Freeform 62">
              <a:extLst>
                <a:ext uri="{FF2B5EF4-FFF2-40B4-BE49-F238E27FC236}">
                  <a16:creationId xmlns:a16="http://schemas.microsoft.com/office/drawing/2014/main" xmlns="" id="{03F5EEE1-8308-4F13-B04A-6876990D565D}"/>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9" name="Freeform 71">
              <a:extLst>
                <a:ext uri="{FF2B5EF4-FFF2-40B4-BE49-F238E27FC236}">
                  <a16:creationId xmlns:a16="http://schemas.microsoft.com/office/drawing/2014/main" xmlns="" id="{AB75AD00-AB3C-43A5-A617-D40ADF65DFEA}"/>
                </a:ext>
              </a:extLst>
            </p:cNvPr>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0000"/>
                </a:solidFill>
                <a:effectLst/>
                <a:uLnTx/>
                <a:uFillTx/>
                <a:latin typeface="Arial" panose="020F0502020204030204"/>
                <a:ea typeface="Microsoft YaHei"/>
                <a:cs typeface="+mn-ea"/>
                <a:sym typeface="+mn-lt"/>
              </a:endParaRPr>
            </a:p>
          </p:txBody>
        </p:sp>
      </p:grpSp>
    </p:spTree>
    <p:extLst>
      <p:ext uri="{BB962C8B-B14F-4D97-AF65-F5344CB8AC3E}">
        <p14:creationId xmlns:p14="http://schemas.microsoft.com/office/powerpoint/2010/main" xmlns="" val="565530762"/>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目录-5部分">
    <p:spTree>
      <p:nvGrpSpPr>
        <p:cNvPr id="1" name=""/>
        <p:cNvGrpSpPr/>
        <p:nvPr/>
      </p:nvGrpSpPr>
      <p:grpSpPr>
        <a:xfrm>
          <a:off x="0" y="0"/>
          <a:ext cx="0" cy="0"/>
          <a:chOff x="0" y="0"/>
          <a:chExt cx="0" cy="0"/>
        </a:xfrm>
      </p:grpSpPr>
      <p:sp>
        <p:nvSpPr>
          <p:cNvPr id="6" name="矩形 5">
            <a:extLst>
              <a:ext uri="{FF2B5EF4-FFF2-40B4-BE49-F238E27FC236}">
                <a16:creationId xmlns:a16="http://schemas.microsoft.com/office/drawing/2014/main" xmlns="" id="{07DDBCB7-E991-46B4-8485-8E5161A9C4C0}"/>
              </a:ext>
            </a:extLst>
          </p:cNvPr>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sp>
        <p:nvSpPr>
          <p:cNvPr id="71" name="矩形 70">
            <a:extLst>
              <a:ext uri="{FF2B5EF4-FFF2-40B4-BE49-F238E27FC236}">
                <a16:creationId xmlns:a16="http://schemas.microsoft.com/office/drawing/2014/main" xmlns="" id="{1DEB25A3-6BFF-4215-894B-71D6E2DD833C}"/>
              </a:ext>
            </a:extLst>
          </p:cNvPr>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pic>
        <p:nvPicPr>
          <p:cNvPr id="35" name="图形 34">
            <a:extLst>
              <a:ext uri="{FF2B5EF4-FFF2-40B4-BE49-F238E27FC236}">
                <a16:creationId xmlns:a16="http://schemas.microsoft.com/office/drawing/2014/main" xmlns="" id="{3A501E88-F75F-4CDF-AE88-C91E47187A1B}"/>
              </a:ext>
            </a:extLst>
          </p:cNvPr>
          <p:cNvPicPr>
            <a:picLocks noChangeAspect="1"/>
          </p:cNvPicPr>
          <p:nvPr userDrawn="1"/>
        </p:nvPicPr>
        <p:blipFill>
          <a:blip r:embed="rId2">
            <a:extLst>
              <a:ext uri="{96DAC541-7B7A-43D3-8B79-37D633B846F1}">
                <asvg:svgBlip xmlns:asvg="http://schemas.microsoft.com/office/drawing/2016/SVG/main" xmlns="" r:embed="rId3"/>
              </a:ext>
            </a:extLst>
          </a:blip>
          <a:stretch>
            <a:fillRect/>
          </a:stretch>
        </p:blipFill>
        <p:spPr>
          <a:xfrm>
            <a:off x="-1601832" y="3365787"/>
            <a:ext cx="6665290" cy="4818286"/>
          </a:xfrm>
          <a:prstGeom prst="rect">
            <a:avLst/>
          </a:prstGeom>
        </p:spPr>
      </p:pic>
      <p:grpSp>
        <p:nvGrpSpPr>
          <p:cNvPr id="8" name="组合 7">
            <a:extLst>
              <a:ext uri="{FF2B5EF4-FFF2-40B4-BE49-F238E27FC236}">
                <a16:creationId xmlns:a16="http://schemas.microsoft.com/office/drawing/2014/main" xmlns="" id="{ED8836D6-4104-415F-A6DA-0E694613F791}"/>
              </a:ext>
            </a:extLst>
          </p:cNvPr>
          <p:cNvGrpSpPr/>
          <p:nvPr userDrawn="1"/>
        </p:nvGrpSpPr>
        <p:grpSpPr>
          <a:xfrm>
            <a:off x="2296213" y="1033221"/>
            <a:ext cx="2354895" cy="1876405"/>
            <a:chOff x="2202591" y="1033221"/>
            <a:chExt cx="2354895" cy="1876405"/>
          </a:xfrm>
        </p:grpSpPr>
        <p:sp>
          <p:nvSpPr>
            <p:cNvPr id="9" name="标题 1">
              <a:extLst>
                <a:ext uri="{FF2B5EF4-FFF2-40B4-BE49-F238E27FC236}">
                  <a16:creationId xmlns:a16="http://schemas.microsoft.com/office/drawing/2014/main" xmlns="" id="{1E5B2D9B-48E4-45CC-A328-3F68B6E6DD69}"/>
                </a:ext>
              </a:extLst>
            </p:cNvPr>
            <p:cNvSpPr txBox="1">
              <a:spLocks/>
            </p:cNvSpPr>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zh-CN" altLang="en-US"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endParaRPr>
            </a:p>
          </p:txBody>
        </p:sp>
        <p:sp>
          <p:nvSpPr>
            <p:cNvPr id="10" name="文本框 9">
              <a:extLst>
                <a:ext uri="{FF2B5EF4-FFF2-40B4-BE49-F238E27FC236}">
                  <a16:creationId xmlns:a16="http://schemas.microsoft.com/office/drawing/2014/main" xmlns="" id="{BE44CE6C-A329-4948-8A82-1DEFBD1A051B}"/>
                </a:ext>
              </a:extLst>
            </p:cNvPr>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2400" b="0" i="0" u="none" strike="noStrike" kern="1200" cap="none" spc="-20" normalizeH="0" baseline="0" noProof="0" dirty="0">
                <a:ln>
                  <a:noFill/>
                </a:ln>
                <a:solidFill>
                  <a:schemeClr val="accent1"/>
                </a:solidFill>
                <a:effectLst/>
                <a:uLnTx/>
                <a:uFillTx/>
                <a:latin typeface="Arial" panose="020F0502020204030204"/>
                <a:ea typeface="Microsoft YaHei"/>
                <a:cs typeface="+mn-ea"/>
                <a:sym typeface="+mn-lt"/>
              </a:endParaRPr>
            </a:p>
          </p:txBody>
        </p:sp>
      </p:grpSp>
      <p:sp>
        <p:nvSpPr>
          <p:cNvPr id="41" name="文本占位符 40">
            <a:extLst>
              <a:ext uri="{FF2B5EF4-FFF2-40B4-BE49-F238E27FC236}">
                <a16:creationId xmlns:a16="http://schemas.microsoft.com/office/drawing/2014/main" xmlns="" id="{1DDB07A2-0BEC-42D8-BCBF-4274AF207FC0}"/>
              </a:ext>
            </a:extLst>
          </p:cNvPr>
          <p:cNvSpPr>
            <a:spLocks noGrp="1"/>
          </p:cNvSpPr>
          <p:nvPr>
            <p:ph type="body" sz="quarter" idx="10" hasCustomPrompt="1"/>
          </p:nvPr>
        </p:nvSpPr>
        <p:spPr>
          <a:xfrm>
            <a:off x="7819905" y="14087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2" name="文本占位符 40">
            <a:extLst>
              <a:ext uri="{FF2B5EF4-FFF2-40B4-BE49-F238E27FC236}">
                <a16:creationId xmlns:a16="http://schemas.microsoft.com/office/drawing/2014/main" xmlns="" id="{3EE8ADE6-8EEE-4661-B83E-89A22DA1686F}"/>
              </a:ext>
            </a:extLst>
          </p:cNvPr>
          <p:cNvSpPr>
            <a:spLocks noGrp="1"/>
          </p:cNvSpPr>
          <p:nvPr>
            <p:ph type="body" sz="quarter" idx="11" hasCustomPrompt="1"/>
          </p:nvPr>
        </p:nvSpPr>
        <p:spPr>
          <a:xfrm>
            <a:off x="7819905" y="23022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3" name="文本占位符 40">
            <a:extLst>
              <a:ext uri="{FF2B5EF4-FFF2-40B4-BE49-F238E27FC236}">
                <a16:creationId xmlns:a16="http://schemas.microsoft.com/office/drawing/2014/main" xmlns="" id="{B8DAAE4E-CF42-40B4-8C0C-8AA671368AD5}"/>
              </a:ext>
            </a:extLst>
          </p:cNvPr>
          <p:cNvSpPr>
            <a:spLocks noGrp="1"/>
          </p:cNvSpPr>
          <p:nvPr>
            <p:ph type="body" sz="quarter" idx="12" hasCustomPrompt="1"/>
          </p:nvPr>
        </p:nvSpPr>
        <p:spPr>
          <a:xfrm>
            <a:off x="7819905" y="31956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4" name="文本占位符 40">
            <a:extLst>
              <a:ext uri="{FF2B5EF4-FFF2-40B4-BE49-F238E27FC236}">
                <a16:creationId xmlns:a16="http://schemas.microsoft.com/office/drawing/2014/main" xmlns="" id="{B3C1ED7C-5023-48FE-A05C-E9687671B32A}"/>
              </a:ext>
            </a:extLst>
          </p:cNvPr>
          <p:cNvSpPr>
            <a:spLocks noGrp="1"/>
          </p:cNvSpPr>
          <p:nvPr>
            <p:ph type="body" sz="quarter" idx="13" hasCustomPrompt="1"/>
          </p:nvPr>
        </p:nvSpPr>
        <p:spPr>
          <a:xfrm>
            <a:off x="7819905" y="4982551"/>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36" name="文本占位符 40">
            <a:extLst>
              <a:ext uri="{FF2B5EF4-FFF2-40B4-BE49-F238E27FC236}">
                <a16:creationId xmlns:a16="http://schemas.microsoft.com/office/drawing/2014/main" xmlns="" id="{043E6D5F-05DE-429A-8D64-78A20E1D046B}"/>
              </a:ext>
            </a:extLst>
          </p:cNvPr>
          <p:cNvSpPr>
            <a:spLocks noGrp="1"/>
          </p:cNvSpPr>
          <p:nvPr>
            <p:ph type="body" sz="quarter" idx="14" hasCustomPrompt="1"/>
          </p:nvPr>
        </p:nvSpPr>
        <p:spPr>
          <a:xfrm>
            <a:off x="7819905" y="40891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2" name="文本框 1">
            <a:extLst>
              <a:ext uri="{FF2B5EF4-FFF2-40B4-BE49-F238E27FC236}">
                <a16:creationId xmlns:a16="http://schemas.microsoft.com/office/drawing/2014/main" xmlns="" id="{E701414C-90A5-4AF7-93FE-51CC5323E071}"/>
              </a:ext>
            </a:extLst>
          </p:cNvPr>
          <p:cNvSpPr txBox="1"/>
          <p:nvPr userDrawn="1"/>
        </p:nvSpPr>
        <p:spPr>
          <a:xfrm>
            <a:off x="6809256" y="13602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a:extLst>
              <a:ext uri="{FF2B5EF4-FFF2-40B4-BE49-F238E27FC236}">
                <a16:creationId xmlns:a16="http://schemas.microsoft.com/office/drawing/2014/main" xmlns="" id="{08D10D4D-0807-49B3-87E5-6308A249C47B}"/>
              </a:ext>
            </a:extLst>
          </p:cNvPr>
          <p:cNvSpPr txBox="1"/>
          <p:nvPr userDrawn="1"/>
        </p:nvSpPr>
        <p:spPr>
          <a:xfrm>
            <a:off x="6809256" y="2253654"/>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a:extLst>
              <a:ext uri="{FF2B5EF4-FFF2-40B4-BE49-F238E27FC236}">
                <a16:creationId xmlns:a16="http://schemas.microsoft.com/office/drawing/2014/main" xmlns="" id="{20A25C77-BB9D-4A78-AE04-B2060C1854F0}"/>
              </a:ext>
            </a:extLst>
          </p:cNvPr>
          <p:cNvSpPr txBox="1"/>
          <p:nvPr userDrawn="1"/>
        </p:nvSpPr>
        <p:spPr>
          <a:xfrm>
            <a:off x="6809256" y="3148379"/>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a:extLst>
              <a:ext uri="{FF2B5EF4-FFF2-40B4-BE49-F238E27FC236}">
                <a16:creationId xmlns:a16="http://schemas.microsoft.com/office/drawing/2014/main" xmlns="" id="{7F7858D3-EB29-4574-9887-04007DDF5A0B}"/>
              </a:ext>
            </a:extLst>
          </p:cNvPr>
          <p:cNvSpPr txBox="1"/>
          <p:nvPr userDrawn="1"/>
        </p:nvSpPr>
        <p:spPr>
          <a:xfrm>
            <a:off x="6809256" y="4021629"/>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a:extLst>
              <a:ext uri="{FF2B5EF4-FFF2-40B4-BE49-F238E27FC236}">
                <a16:creationId xmlns:a16="http://schemas.microsoft.com/office/drawing/2014/main" xmlns="" id="{9E5C5056-284F-4DF8-8EBF-ED594C24CE32}"/>
              </a:ext>
            </a:extLst>
          </p:cNvPr>
          <p:cNvSpPr txBox="1"/>
          <p:nvPr userDrawn="1"/>
        </p:nvSpPr>
        <p:spPr>
          <a:xfrm>
            <a:off x="6809256" y="4921514"/>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grpSp>
        <p:nvGrpSpPr>
          <p:cNvPr id="47" name="组合 46">
            <a:extLst>
              <a:ext uri="{FF2B5EF4-FFF2-40B4-BE49-F238E27FC236}">
                <a16:creationId xmlns:a16="http://schemas.microsoft.com/office/drawing/2014/main" xmlns="" id="{E8917928-9484-40B9-8C50-C1CA090DFE44}"/>
              </a:ext>
            </a:extLst>
          </p:cNvPr>
          <p:cNvGrpSpPr/>
          <p:nvPr userDrawn="1"/>
        </p:nvGrpSpPr>
        <p:grpSpPr>
          <a:xfrm>
            <a:off x="2425132" y="3183822"/>
            <a:ext cx="1945700" cy="1941162"/>
            <a:chOff x="2105799" y="20055838"/>
            <a:chExt cx="6748090" cy="6732363"/>
          </a:xfrm>
          <a:solidFill>
            <a:schemeClr val="accent1"/>
          </a:solidFill>
        </p:grpSpPr>
        <p:sp>
          <p:nvSpPr>
            <p:cNvPr id="48" name="Freeform 8">
              <a:extLst>
                <a:ext uri="{FF2B5EF4-FFF2-40B4-BE49-F238E27FC236}">
                  <a16:creationId xmlns:a16="http://schemas.microsoft.com/office/drawing/2014/main" xmlns="" id="{59086FAE-7BCE-4F42-BEAF-83E039527D5D}"/>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49" name="Freeform 42">
              <a:extLst>
                <a:ext uri="{FF2B5EF4-FFF2-40B4-BE49-F238E27FC236}">
                  <a16:creationId xmlns:a16="http://schemas.microsoft.com/office/drawing/2014/main" xmlns="" id="{10B13E90-F439-48CA-AD95-7138BB9F29B5}"/>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0" name="Freeform 43">
              <a:extLst>
                <a:ext uri="{FF2B5EF4-FFF2-40B4-BE49-F238E27FC236}">
                  <a16:creationId xmlns:a16="http://schemas.microsoft.com/office/drawing/2014/main" xmlns="" id="{5F0B2961-18DD-4861-8D52-0A383ECCB085}"/>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1" name="Freeform 44">
              <a:extLst>
                <a:ext uri="{FF2B5EF4-FFF2-40B4-BE49-F238E27FC236}">
                  <a16:creationId xmlns:a16="http://schemas.microsoft.com/office/drawing/2014/main" xmlns="" id="{AB5B5CF7-72A5-4E9E-BD84-D5722080E3AD}"/>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2" name="Freeform 45">
              <a:extLst>
                <a:ext uri="{FF2B5EF4-FFF2-40B4-BE49-F238E27FC236}">
                  <a16:creationId xmlns:a16="http://schemas.microsoft.com/office/drawing/2014/main" xmlns="" id="{B40B6773-5AF3-4B78-A875-0F1C89DBCBD4}"/>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3" name="Freeform 46">
              <a:extLst>
                <a:ext uri="{FF2B5EF4-FFF2-40B4-BE49-F238E27FC236}">
                  <a16:creationId xmlns:a16="http://schemas.microsoft.com/office/drawing/2014/main" xmlns="" id="{211E77CF-A371-4394-80EE-A23B8E761CF0}"/>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4" name="Freeform 47">
              <a:extLst>
                <a:ext uri="{FF2B5EF4-FFF2-40B4-BE49-F238E27FC236}">
                  <a16:creationId xmlns:a16="http://schemas.microsoft.com/office/drawing/2014/main" xmlns="" id="{24C2E5AA-B456-402D-AACB-CF50F586373D}"/>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5" name="Freeform 48">
              <a:extLst>
                <a:ext uri="{FF2B5EF4-FFF2-40B4-BE49-F238E27FC236}">
                  <a16:creationId xmlns:a16="http://schemas.microsoft.com/office/drawing/2014/main" xmlns="" id="{5CEFFC85-E9B5-40DB-A773-6AA641A5EA96}"/>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6" name="Freeform 49">
              <a:extLst>
                <a:ext uri="{FF2B5EF4-FFF2-40B4-BE49-F238E27FC236}">
                  <a16:creationId xmlns:a16="http://schemas.microsoft.com/office/drawing/2014/main" xmlns="" id="{DF550AC9-9345-4B32-A0CD-DA983D3011C1}"/>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7" name="Freeform 50">
              <a:extLst>
                <a:ext uri="{FF2B5EF4-FFF2-40B4-BE49-F238E27FC236}">
                  <a16:creationId xmlns:a16="http://schemas.microsoft.com/office/drawing/2014/main" xmlns="" id="{29471116-16CF-4D64-B565-49C15F226E2A}"/>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8" name="Freeform 51">
              <a:extLst>
                <a:ext uri="{FF2B5EF4-FFF2-40B4-BE49-F238E27FC236}">
                  <a16:creationId xmlns:a16="http://schemas.microsoft.com/office/drawing/2014/main" xmlns="" id="{9E60588D-9746-4C96-BB9F-CD0875FA3CF5}"/>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9" name="Freeform 52">
              <a:extLst>
                <a:ext uri="{FF2B5EF4-FFF2-40B4-BE49-F238E27FC236}">
                  <a16:creationId xmlns:a16="http://schemas.microsoft.com/office/drawing/2014/main" xmlns="" id="{8D2145FF-BFA9-4FEA-9430-C2F6CFF9B9AB}"/>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0" name="Freeform 53">
              <a:extLst>
                <a:ext uri="{FF2B5EF4-FFF2-40B4-BE49-F238E27FC236}">
                  <a16:creationId xmlns:a16="http://schemas.microsoft.com/office/drawing/2014/main" xmlns="" id="{31731D7D-B614-4B40-BD98-92032FFEDC84}"/>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1" name="Freeform 54">
              <a:extLst>
                <a:ext uri="{FF2B5EF4-FFF2-40B4-BE49-F238E27FC236}">
                  <a16:creationId xmlns:a16="http://schemas.microsoft.com/office/drawing/2014/main" xmlns="" id="{85133ADC-E731-46F5-90AB-E151D742530F}"/>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2" name="Freeform 55">
              <a:extLst>
                <a:ext uri="{FF2B5EF4-FFF2-40B4-BE49-F238E27FC236}">
                  <a16:creationId xmlns:a16="http://schemas.microsoft.com/office/drawing/2014/main" xmlns="" id="{8A62A99D-E0DB-4111-9FEB-3E4F6344232D}"/>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3" name="Freeform 56">
              <a:extLst>
                <a:ext uri="{FF2B5EF4-FFF2-40B4-BE49-F238E27FC236}">
                  <a16:creationId xmlns:a16="http://schemas.microsoft.com/office/drawing/2014/main" xmlns="" id="{F80FCAD7-78A2-4243-97E5-91414F895B41}"/>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4" name="Freeform 57">
              <a:extLst>
                <a:ext uri="{FF2B5EF4-FFF2-40B4-BE49-F238E27FC236}">
                  <a16:creationId xmlns:a16="http://schemas.microsoft.com/office/drawing/2014/main" xmlns="" id="{BCEB97F9-5E6D-4143-A326-123BB40920E4}"/>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5" name="Freeform 58">
              <a:extLst>
                <a:ext uri="{FF2B5EF4-FFF2-40B4-BE49-F238E27FC236}">
                  <a16:creationId xmlns:a16="http://schemas.microsoft.com/office/drawing/2014/main" xmlns="" id="{A0EC93B7-5F9E-4596-A0B4-56E551810B41}"/>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6" name="Freeform 59">
              <a:extLst>
                <a:ext uri="{FF2B5EF4-FFF2-40B4-BE49-F238E27FC236}">
                  <a16:creationId xmlns:a16="http://schemas.microsoft.com/office/drawing/2014/main" xmlns="" id="{9CB41E21-FEE3-4D2D-9551-B88C07BC03E5}"/>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7" name="Freeform 60">
              <a:extLst>
                <a:ext uri="{FF2B5EF4-FFF2-40B4-BE49-F238E27FC236}">
                  <a16:creationId xmlns:a16="http://schemas.microsoft.com/office/drawing/2014/main" xmlns="" id="{55D43798-13B8-4DAF-98D6-284AD8D22E66}"/>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8" name="Freeform 61">
              <a:extLst>
                <a:ext uri="{FF2B5EF4-FFF2-40B4-BE49-F238E27FC236}">
                  <a16:creationId xmlns:a16="http://schemas.microsoft.com/office/drawing/2014/main" xmlns="" id="{8CA5B0FD-C8F6-426F-AC2B-522A58FE00FD}"/>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9" name="Freeform 62">
              <a:extLst>
                <a:ext uri="{FF2B5EF4-FFF2-40B4-BE49-F238E27FC236}">
                  <a16:creationId xmlns:a16="http://schemas.microsoft.com/office/drawing/2014/main" xmlns="" id="{F7A64D83-8794-4383-B608-9C794C6FA37F}"/>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0" name="Freeform 71">
              <a:extLst>
                <a:ext uri="{FF2B5EF4-FFF2-40B4-BE49-F238E27FC236}">
                  <a16:creationId xmlns:a16="http://schemas.microsoft.com/office/drawing/2014/main" xmlns="" id="{98DEF15F-7ADA-4CD6-AE2B-F2091812707E}"/>
                </a:ext>
              </a:extLst>
            </p:cNvPr>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0000"/>
                </a:solidFill>
                <a:effectLst/>
                <a:uLnTx/>
                <a:uFillTx/>
                <a:latin typeface="Arial" panose="020F0502020204030204"/>
                <a:ea typeface="Microsoft YaHei"/>
                <a:cs typeface="+mn-ea"/>
                <a:sym typeface="+mn-lt"/>
              </a:endParaRPr>
            </a:p>
          </p:txBody>
        </p:sp>
      </p:grpSp>
    </p:spTree>
    <p:extLst>
      <p:ext uri="{BB962C8B-B14F-4D97-AF65-F5344CB8AC3E}">
        <p14:creationId xmlns:p14="http://schemas.microsoft.com/office/powerpoint/2010/main" xmlns="" val="3038665538"/>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目录-6部分">
    <p:spTree>
      <p:nvGrpSpPr>
        <p:cNvPr id="1" name=""/>
        <p:cNvGrpSpPr/>
        <p:nvPr/>
      </p:nvGrpSpPr>
      <p:grpSpPr>
        <a:xfrm>
          <a:off x="0" y="0"/>
          <a:ext cx="0" cy="0"/>
          <a:chOff x="0" y="0"/>
          <a:chExt cx="0" cy="0"/>
        </a:xfrm>
      </p:grpSpPr>
      <p:sp>
        <p:nvSpPr>
          <p:cNvPr id="6" name="矩形 5">
            <a:extLst>
              <a:ext uri="{FF2B5EF4-FFF2-40B4-BE49-F238E27FC236}">
                <a16:creationId xmlns:a16="http://schemas.microsoft.com/office/drawing/2014/main" xmlns="" id="{07DDBCB7-E991-46B4-8485-8E5161A9C4C0}"/>
              </a:ext>
            </a:extLst>
          </p:cNvPr>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pic>
        <p:nvPicPr>
          <p:cNvPr id="35" name="图形 34">
            <a:extLst>
              <a:ext uri="{FF2B5EF4-FFF2-40B4-BE49-F238E27FC236}">
                <a16:creationId xmlns:a16="http://schemas.microsoft.com/office/drawing/2014/main" xmlns="" id="{3A501E88-F75F-4CDF-AE88-C91E47187A1B}"/>
              </a:ext>
            </a:extLst>
          </p:cNvPr>
          <p:cNvPicPr>
            <a:picLocks noChangeAspect="1"/>
          </p:cNvPicPr>
          <p:nvPr userDrawn="1"/>
        </p:nvPicPr>
        <p:blipFill>
          <a:blip r:embed="rId2">
            <a:extLst>
              <a:ext uri="{96DAC541-7B7A-43D3-8B79-37D633B846F1}">
                <asvg:svgBlip xmlns:asvg="http://schemas.microsoft.com/office/drawing/2016/SVG/main" xmlns="" r:embed="rId3"/>
              </a:ext>
            </a:extLst>
          </a:blip>
          <a:stretch>
            <a:fillRect/>
          </a:stretch>
        </p:blipFill>
        <p:spPr>
          <a:xfrm>
            <a:off x="-1601832" y="3365787"/>
            <a:ext cx="6665290" cy="4818286"/>
          </a:xfrm>
          <a:prstGeom prst="rect">
            <a:avLst/>
          </a:prstGeom>
        </p:spPr>
      </p:pic>
      <p:sp>
        <p:nvSpPr>
          <p:cNvPr id="49" name="矩形 48">
            <a:extLst>
              <a:ext uri="{FF2B5EF4-FFF2-40B4-BE49-F238E27FC236}">
                <a16:creationId xmlns:a16="http://schemas.microsoft.com/office/drawing/2014/main" xmlns="" id="{9641EC2A-644C-47E6-9137-85F1FC0E3567}"/>
              </a:ext>
            </a:extLst>
          </p:cNvPr>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grpSp>
        <p:nvGrpSpPr>
          <p:cNvPr id="8" name="组合 7">
            <a:extLst>
              <a:ext uri="{FF2B5EF4-FFF2-40B4-BE49-F238E27FC236}">
                <a16:creationId xmlns:a16="http://schemas.microsoft.com/office/drawing/2014/main" xmlns="" id="{ED8836D6-4104-415F-A6DA-0E694613F791}"/>
              </a:ext>
            </a:extLst>
          </p:cNvPr>
          <p:cNvGrpSpPr/>
          <p:nvPr userDrawn="1"/>
        </p:nvGrpSpPr>
        <p:grpSpPr>
          <a:xfrm>
            <a:off x="2296213" y="1033221"/>
            <a:ext cx="2354895" cy="1876405"/>
            <a:chOff x="2202591" y="1033221"/>
            <a:chExt cx="2354895" cy="1876405"/>
          </a:xfrm>
        </p:grpSpPr>
        <p:sp>
          <p:nvSpPr>
            <p:cNvPr id="9" name="标题 1">
              <a:extLst>
                <a:ext uri="{FF2B5EF4-FFF2-40B4-BE49-F238E27FC236}">
                  <a16:creationId xmlns:a16="http://schemas.microsoft.com/office/drawing/2014/main" xmlns="" id="{1E5B2D9B-48E4-45CC-A328-3F68B6E6DD69}"/>
                </a:ext>
              </a:extLst>
            </p:cNvPr>
            <p:cNvSpPr txBox="1">
              <a:spLocks/>
            </p:cNvSpPr>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zh-CN" altLang="en-US"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endParaRPr>
            </a:p>
          </p:txBody>
        </p:sp>
        <p:sp>
          <p:nvSpPr>
            <p:cNvPr id="10" name="文本框 9">
              <a:extLst>
                <a:ext uri="{FF2B5EF4-FFF2-40B4-BE49-F238E27FC236}">
                  <a16:creationId xmlns:a16="http://schemas.microsoft.com/office/drawing/2014/main" xmlns="" id="{BE44CE6C-A329-4948-8A82-1DEFBD1A051B}"/>
                </a:ext>
              </a:extLst>
            </p:cNvPr>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2400" b="0" i="0" u="none" strike="noStrike" kern="1200" cap="none" spc="-20" normalizeH="0" baseline="0" noProof="0" dirty="0">
                <a:ln>
                  <a:noFill/>
                </a:ln>
                <a:solidFill>
                  <a:schemeClr val="accent1"/>
                </a:solidFill>
                <a:effectLst/>
                <a:uLnTx/>
                <a:uFillTx/>
                <a:latin typeface="Arial" panose="020F0502020204030204"/>
                <a:ea typeface="Microsoft YaHei"/>
                <a:cs typeface="+mn-ea"/>
                <a:sym typeface="+mn-lt"/>
              </a:endParaRPr>
            </a:p>
          </p:txBody>
        </p:sp>
      </p:grpSp>
      <p:grpSp>
        <p:nvGrpSpPr>
          <p:cNvPr id="11" name="组合 10">
            <a:extLst>
              <a:ext uri="{FF2B5EF4-FFF2-40B4-BE49-F238E27FC236}">
                <a16:creationId xmlns:a16="http://schemas.microsoft.com/office/drawing/2014/main" xmlns="" id="{58D2D447-3244-41E4-A676-38C4ED0BA81A}"/>
              </a:ext>
            </a:extLst>
          </p:cNvPr>
          <p:cNvGrpSpPr/>
          <p:nvPr userDrawn="1"/>
        </p:nvGrpSpPr>
        <p:grpSpPr>
          <a:xfrm>
            <a:off x="2425132" y="3183822"/>
            <a:ext cx="1945700" cy="1941162"/>
            <a:chOff x="2105799" y="20055838"/>
            <a:chExt cx="6748090" cy="6732363"/>
          </a:xfrm>
          <a:solidFill>
            <a:schemeClr val="accent1"/>
          </a:solidFill>
        </p:grpSpPr>
        <p:sp>
          <p:nvSpPr>
            <p:cNvPr id="12" name="Freeform 8">
              <a:extLst>
                <a:ext uri="{FF2B5EF4-FFF2-40B4-BE49-F238E27FC236}">
                  <a16:creationId xmlns:a16="http://schemas.microsoft.com/office/drawing/2014/main" xmlns="" id="{9AA64509-AACF-40D4-B9A9-B88859BA8568}"/>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 name="Freeform 42">
              <a:extLst>
                <a:ext uri="{FF2B5EF4-FFF2-40B4-BE49-F238E27FC236}">
                  <a16:creationId xmlns:a16="http://schemas.microsoft.com/office/drawing/2014/main" xmlns="" id="{F96E3831-BAD6-495D-9EB0-9AF4F9E4AA14}"/>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 name="Freeform 43">
              <a:extLst>
                <a:ext uri="{FF2B5EF4-FFF2-40B4-BE49-F238E27FC236}">
                  <a16:creationId xmlns:a16="http://schemas.microsoft.com/office/drawing/2014/main" xmlns="" id="{3F1B9F65-74B2-4321-AF02-F2775CA32BF6}"/>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5" name="Freeform 44">
              <a:extLst>
                <a:ext uri="{FF2B5EF4-FFF2-40B4-BE49-F238E27FC236}">
                  <a16:creationId xmlns:a16="http://schemas.microsoft.com/office/drawing/2014/main" xmlns="" id="{FE06968D-A503-4A41-8AFB-7D81E20035BD}"/>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6" name="Freeform 45">
              <a:extLst>
                <a:ext uri="{FF2B5EF4-FFF2-40B4-BE49-F238E27FC236}">
                  <a16:creationId xmlns:a16="http://schemas.microsoft.com/office/drawing/2014/main" xmlns="" id="{3C3EA8C8-7562-473E-AA9E-E46E885B1C64}"/>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7" name="Freeform 46">
              <a:extLst>
                <a:ext uri="{FF2B5EF4-FFF2-40B4-BE49-F238E27FC236}">
                  <a16:creationId xmlns:a16="http://schemas.microsoft.com/office/drawing/2014/main" xmlns="" id="{C0C84DE1-C4B4-4D09-BD06-05AEFB9791EF}"/>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8" name="Freeform 47">
              <a:extLst>
                <a:ext uri="{FF2B5EF4-FFF2-40B4-BE49-F238E27FC236}">
                  <a16:creationId xmlns:a16="http://schemas.microsoft.com/office/drawing/2014/main" xmlns="" id="{65F4A63D-2ED8-4FC9-B6B2-5F5EFDFB9E47}"/>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9" name="Freeform 48">
              <a:extLst>
                <a:ext uri="{FF2B5EF4-FFF2-40B4-BE49-F238E27FC236}">
                  <a16:creationId xmlns:a16="http://schemas.microsoft.com/office/drawing/2014/main" xmlns="" id="{30943538-8677-44DF-9F6E-134AE82AAF86}"/>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0" name="Freeform 49">
              <a:extLst>
                <a:ext uri="{FF2B5EF4-FFF2-40B4-BE49-F238E27FC236}">
                  <a16:creationId xmlns:a16="http://schemas.microsoft.com/office/drawing/2014/main" xmlns="" id="{13907DDE-205F-4FB4-AFBD-67ED1FEBA24B}"/>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1" name="Freeform 50">
              <a:extLst>
                <a:ext uri="{FF2B5EF4-FFF2-40B4-BE49-F238E27FC236}">
                  <a16:creationId xmlns:a16="http://schemas.microsoft.com/office/drawing/2014/main" xmlns="" id="{08C2EE5C-263D-44B6-9CDF-3DA614AED668}"/>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2" name="Freeform 51">
              <a:extLst>
                <a:ext uri="{FF2B5EF4-FFF2-40B4-BE49-F238E27FC236}">
                  <a16:creationId xmlns:a16="http://schemas.microsoft.com/office/drawing/2014/main" xmlns="" id="{1BC3085B-1BA9-42A1-8148-C79B13CD3100}"/>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3" name="Freeform 52">
              <a:extLst>
                <a:ext uri="{FF2B5EF4-FFF2-40B4-BE49-F238E27FC236}">
                  <a16:creationId xmlns:a16="http://schemas.microsoft.com/office/drawing/2014/main" xmlns="" id="{21A74121-72BF-4931-9059-F6BE796C5DE0}"/>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4" name="Freeform 53">
              <a:extLst>
                <a:ext uri="{FF2B5EF4-FFF2-40B4-BE49-F238E27FC236}">
                  <a16:creationId xmlns:a16="http://schemas.microsoft.com/office/drawing/2014/main" xmlns="" id="{7BF25357-75D2-4264-87FF-6936CFBB281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5" name="Freeform 54">
              <a:extLst>
                <a:ext uri="{FF2B5EF4-FFF2-40B4-BE49-F238E27FC236}">
                  <a16:creationId xmlns:a16="http://schemas.microsoft.com/office/drawing/2014/main" xmlns="" id="{6706F8B4-5F38-4B1E-8AC8-060D5CAF4285}"/>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6" name="Freeform 55">
              <a:extLst>
                <a:ext uri="{FF2B5EF4-FFF2-40B4-BE49-F238E27FC236}">
                  <a16:creationId xmlns:a16="http://schemas.microsoft.com/office/drawing/2014/main" xmlns="" id="{DC3F3881-E2C2-4250-9657-EFA4447E80A7}"/>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7" name="Freeform 56">
              <a:extLst>
                <a:ext uri="{FF2B5EF4-FFF2-40B4-BE49-F238E27FC236}">
                  <a16:creationId xmlns:a16="http://schemas.microsoft.com/office/drawing/2014/main" xmlns="" id="{88FE206D-A977-476A-B4CA-99B073947EB7}"/>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8" name="Freeform 57">
              <a:extLst>
                <a:ext uri="{FF2B5EF4-FFF2-40B4-BE49-F238E27FC236}">
                  <a16:creationId xmlns:a16="http://schemas.microsoft.com/office/drawing/2014/main" xmlns="" id="{B06997A0-DFD7-47F0-8C39-4B885713EF3D}"/>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9" name="Freeform 58">
              <a:extLst>
                <a:ext uri="{FF2B5EF4-FFF2-40B4-BE49-F238E27FC236}">
                  <a16:creationId xmlns:a16="http://schemas.microsoft.com/office/drawing/2014/main" xmlns="" id="{90D9C13C-38D7-4151-B068-07D32EBBA1E0}"/>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0" name="Freeform 59">
              <a:extLst>
                <a:ext uri="{FF2B5EF4-FFF2-40B4-BE49-F238E27FC236}">
                  <a16:creationId xmlns:a16="http://schemas.microsoft.com/office/drawing/2014/main" xmlns="" id="{6C00BB8F-C378-44EC-B555-754A4EE766D8}"/>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1" name="Freeform 60">
              <a:extLst>
                <a:ext uri="{FF2B5EF4-FFF2-40B4-BE49-F238E27FC236}">
                  <a16:creationId xmlns:a16="http://schemas.microsoft.com/office/drawing/2014/main" xmlns="" id="{8731A85C-7C9F-4BF0-856E-375403FD4484}"/>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2" name="Freeform 61">
              <a:extLst>
                <a:ext uri="{FF2B5EF4-FFF2-40B4-BE49-F238E27FC236}">
                  <a16:creationId xmlns:a16="http://schemas.microsoft.com/office/drawing/2014/main" xmlns="" id="{FA502E58-9B89-4DF1-AE1D-3CFDAC1F1613}"/>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3" name="Freeform 62">
              <a:extLst>
                <a:ext uri="{FF2B5EF4-FFF2-40B4-BE49-F238E27FC236}">
                  <a16:creationId xmlns:a16="http://schemas.microsoft.com/office/drawing/2014/main" xmlns="" id="{CCA61D46-09FC-4512-9A7A-A84ED3A0BFF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4" name="Freeform 71">
              <a:extLst>
                <a:ext uri="{FF2B5EF4-FFF2-40B4-BE49-F238E27FC236}">
                  <a16:creationId xmlns:a16="http://schemas.microsoft.com/office/drawing/2014/main" xmlns="" id="{8146A89A-2BA7-4B57-8E40-2BE9834C80DA}"/>
                </a:ext>
              </a:extLst>
            </p:cNvPr>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0000"/>
                </a:solidFill>
                <a:effectLst/>
                <a:uLnTx/>
                <a:uFillTx/>
                <a:latin typeface="Arial" panose="020F0502020204030204"/>
                <a:ea typeface="Microsoft YaHei"/>
                <a:cs typeface="+mn-ea"/>
                <a:sym typeface="+mn-lt"/>
              </a:endParaRPr>
            </a:p>
          </p:txBody>
        </p:sp>
      </p:grpSp>
      <p:sp>
        <p:nvSpPr>
          <p:cNvPr id="41" name="文本占位符 40">
            <a:extLst>
              <a:ext uri="{FF2B5EF4-FFF2-40B4-BE49-F238E27FC236}">
                <a16:creationId xmlns:a16="http://schemas.microsoft.com/office/drawing/2014/main" xmlns="" id="{1DDB07A2-0BEC-42D8-BCBF-4274AF207FC0}"/>
              </a:ext>
            </a:extLst>
          </p:cNvPr>
          <p:cNvSpPr>
            <a:spLocks noGrp="1"/>
          </p:cNvSpPr>
          <p:nvPr>
            <p:ph type="body" sz="quarter" idx="10" hasCustomPrompt="1"/>
          </p:nvPr>
        </p:nvSpPr>
        <p:spPr>
          <a:xfrm>
            <a:off x="7819905" y="131731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2" name="文本占位符 40">
            <a:extLst>
              <a:ext uri="{FF2B5EF4-FFF2-40B4-BE49-F238E27FC236}">
                <a16:creationId xmlns:a16="http://schemas.microsoft.com/office/drawing/2014/main" xmlns="" id="{3EE8ADE6-8EEE-4661-B83E-89A22DA1686F}"/>
              </a:ext>
            </a:extLst>
          </p:cNvPr>
          <p:cNvSpPr>
            <a:spLocks noGrp="1"/>
          </p:cNvSpPr>
          <p:nvPr>
            <p:ph type="body" sz="quarter" idx="11" hasCustomPrompt="1"/>
          </p:nvPr>
        </p:nvSpPr>
        <p:spPr>
          <a:xfrm>
            <a:off x="7819905" y="206788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3" name="文本占位符 40">
            <a:extLst>
              <a:ext uri="{FF2B5EF4-FFF2-40B4-BE49-F238E27FC236}">
                <a16:creationId xmlns:a16="http://schemas.microsoft.com/office/drawing/2014/main" xmlns="" id="{B8DAAE4E-CF42-40B4-8C0C-8AA671368AD5}"/>
              </a:ext>
            </a:extLst>
          </p:cNvPr>
          <p:cNvSpPr>
            <a:spLocks noGrp="1"/>
          </p:cNvSpPr>
          <p:nvPr>
            <p:ph type="body" sz="quarter" idx="12" hasCustomPrompt="1"/>
          </p:nvPr>
        </p:nvSpPr>
        <p:spPr>
          <a:xfrm>
            <a:off x="7819905" y="281845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4" name="文本占位符 40">
            <a:extLst>
              <a:ext uri="{FF2B5EF4-FFF2-40B4-BE49-F238E27FC236}">
                <a16:creationId xmlns:a16="http://schemas.microsoft.com/office/drawing/2014/main" xmlns="" id="{B3C1ED7C-5023-48FE-A05C-E9687671B32A}"/>
              </a:ext>
            </a:extLst>
          </p:cNvPr>
          <p:cNvSpPr>
            <a:spLocks noGrp="1"/>
          </p:cNvSpPr>
          <p:nvPr>
            <p:ph type="body" sz="quarter" idx="13" hasCustomPrompt="1"/>
          </p:nvPr>
        </p:nvSpPr>
        <p:spPr>
          <a:xfrm>
            <a:off x="7819905" y="431959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36" name="文本占位符 40">
            <a:extLst>
              <a:ext uri="{FF2B5EF4-FFF2-40B4-BE49-F238E27FC236}">
                <a16:creationId xmlns:a16="http://schemas.microsoft.com/office/drawing/2014/main" xmlns="" id="{043E6D5F-05DE-429A-8D64-78A20E1D046B}"/>
              </a:ext>
            </a:extLst>
          </p:cNvPr>
          <p:cNvSpPr>
            <a:spLocks noGrp="1"/>
          </p:cNvSpPr>
          <p:nvPr>
            <p:ph type="body" sz="quarter" idx="14" hasCustomPrompt="1"/>
          </p:nvPr>
        </p:nvSpPr>
        <p:spPr>
          <a:xfrm>
            <a:off x="7819905" y="356902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2" name="文本框 1">
            <a:extLst>
              <a:ext uri="{FF2B5EF4-FFF2-40B4-BE49-F238E27FC236}">
                <a16:creationId xmlns:a16="http://schemas.microsoft.com/office/drawing/2014/main" xmlns="" id="{E701414C-90A5-4AF7-93FE-51CC5323E071}"/>
              </a:ext>
            </a:extLst>
          </p:cNvPr>
          <p:cNvSpPr txBox="1"/>
          <p:nvPr userDrawn="1"/>
        </p:nvSpPr>
        <p:spPr>
          <a:xfrm>
            <a:off x="6809256" y="126876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a:extLst>
              <a:ext uri="{FF2B5EF4-FFF2-40B4-BE49-F238E27FC236}">
                <a16:creationId xmlns:a16="http://schemas.microsoft.com/office/drawing/2014/main" xmlns="" id="{08D10D4D-0807-49B3-87E5-6308A249C47B}"/>
              </a:ext>
            </a:extLst>
          </p:cNvPr>
          <p:cNvSpPr txBox="1"/>
          <p:nvPr userDrawn="1"/>
        </p:nvSpPr>
        <p:spPr>
          <a:xfrm>
            <a:off x="6809256" y="2016836"/>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a:extLst>
              <a:ext uri="{FF2B5EF4-FFF2-40B4-BE49-F238E27FC236}">
                <a16:creationId xmlns:a16="http://schemas.microsoft.com/office/drawing/2014/main" xmlns="" id="{20A25C77-BB9D-4A78-AE04-B2060C1854F0}"/>
              </a:ext>
            </a:extLst>
          </p:cNvPr>
          <p:cNvSpPr txBox="1"/>
          <p:nvPr userDrawn="1"/>
        </p:nvSpPr>
        <p:spPr>
          <a:xfrm>
            <a:off x="6809256" y="2764908"/>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a:extLst>
              <a:ext uri="{FF2B5EF4-FFF2-40B4-BE49-F238E27FC236}">
                <a16:creationId xmlns:a16="http://schemas.microsoft.com/office/drawing/2014/main" xmlns="" id="{7F7858D3-EB29-4574-9887-04007DDF5A0B}"/>
              </a:ext>
            </a:extLst>
          </p:cNvPr>
          <p:cNvSpPr txBox="1"/>
          <p:nvPr userDrawn="1"/>
        </p:nvSpPr>
        <p:spPr>
          <a:xfrm>
            <a:off x="6809256" y="3512980"/>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a:extLst>
              <a:ext uri="{FF2B5EF4-FFF2-40B4-BE49-F238E27FC236}">
                <a16:creationId xmlns:a16="http://schemas.microsoft.com/office/drawing/2014/main" xmlns="" id="{9E5C5056-284F-4DF8-8EBF-ED594C24CE32}"/>
              </a:ext>
            </a:extLst>
          </p:cNvPr>
          <p:cNvSpPr txBox="1"/>
          <p:nvPr userDrawn="1"/>
        </p:nvSpPr>
        <p:spPr>
          <a:xfrm>
            <a:off x="6809256" y="4261052"/>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sp>
        <p:nvSpPr>
          <p:cNvPr id="47" name="文本占位符 40">
            <a:extLst>
              <a:ext uri="{FF2B5EF4-FFF2-40B4-BE49-F238E27FC236}">
                <a16:creationId xmlns:a16="http://schemas.microsoft.com/office/drawing/2014/main" xmlns="" id="{DE6C1D1C-BBCF-4A55-BE60-5C9BEA569916}"/>
              </a:ext>
            </a:extLst>
          </p:cNvPr>
          <p:cNvSpPr>
            <a:spLocks noGrp="1"/>
          </p:cNvSpPr>
          <p:nvPr>
            <p:ph type="body" sz="quarter" idx="15" hasCustomPrompt="1"/>
          </p:nvPr>
        </p:nvSpPr>
        <p:spPr>
          <a:xfrm>
            <a:off x="7819905" y="5070163"/>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8" name="文本框 47">
            <a:extLst>
              <a:ext uri="{FF2B5EF4-FFF2-40B4-BE49-F238E27FC236}">
                <a16:creationId xmlns:a16="http://schemas.microsoft.com/office/drawing/2014/main" xmlns="" id="{9D06A1A9-0BD9-48A8-B6A6-2404F9BF51E0}"/>
              </a:ext>
            </a:extLst>
          </p:cNvPr>
          <p:cNvSpPr txBox="1"/>
          <p:nvPr userDrawn="1"/>
        </p:nvSpPr>
        <p:spPr>
          <a:xfrm>
            <a:off x="6809256" y="5009126"/>
            <a:ext cx="675822" cy="584775"/>
          </a:xfrm>
          <a:prstGeom prst="rect">
            <a:avLst/>
          </a:prstGeom>
          <a:noFill/>
        </p:spPr>
        <p:txBody>
          <a:bodyPr wrap="square" rtlCol="0">
            <a:spAutoFit/>
          </a:bodyPr>
          <a:lstStyle/>
          <a:p>
            <a:r>
              <a:rPr lang="en-US" altLang="zh-CN" sz="3200" b="1" dirty="0">
                <a:solidFill>
                  <a:srgbClr val="9A0001"/>
                </a:solidFill>
              </a:rPr>
              <a:t>06.</a:t>
            </a:r>
            <a:endParaRPr lang="zh-CN" altLang="en-US" sz="3200" b="1" dirty="0">
              <a:solidFill>
                <a:srgbClr val="9A0001"/>
              </a:solidFill>
            </a:endParaRPr>
          </a:p>
        </p:txBody>
      </p:sp>
    </p:spTree>
    <p:extLst>
      <p:ext uri="{BB962C8B-B14F-4D97-AF65-F5344CB8AC3E}">
        <p14:creationId xmlns:p14="http://schemas.microsoft.com/office/powerpoint/2010/main" xmlns="" val="118467060"/>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章节页">
    <p:spTree>
      <p:nvGrpSpPr>
        <p:cNvPr id="1" name=""/>
        <p:cNvGrpSpPr/>
        <p:nvPr/>
      </p:nvGrpSpPr>
      <p:grpSpPr>
        <a:xfrm>
          <a:off x="0" y="0"/>
          <a:ext cx="0" cy="0"/>
          <a:chOff x="0" y="0"/>
          <a:chExt cx="0" cy="0"/>
        </a:xfrm>
      </p:grpSpPr>
      <p:sp>
        <p:nvSpPr>
          <p:cNvPr id="66" name="矩形 65">
            <a:extLst>
              <a:ext uri="{FF2B5EF4-FFF2-40B4-BE49-F238E27FC236}">
                <a16:creationId xmlns:a16="http://schemas.microsoft.com/office/drawing/2014/main" xmlns="" id="{9782960B-0298-40C0-9193-B28F17C2A53C}"/>
              </a:ext>
            </a:extLst>
          </p:cNvPr>
          <p:cNvSpPr/>
          <p:nvPr userDrawn="1"/>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cxnSp>
        <p:nvCxnSpPr>
          <p:cNvPr id="70" name="直接连接符 69">
            <a:extLst>
              <a:ext uri="{FF2B5EF4-FFF2-40B4-BE49-F238E27FC236}">
                <a16:creationId xmlns:a16="http://schemas.microsoft.com/office/drawing/2014/main" xmlns="" id="{52622493-1C1B-4EB2-862A-4E4822408AA0}"/>
              </a:ext>
            </a:extLst>
          </p:cNvPr>
          <p:cNvCxnSpPr/>
          <p:nvPr/>
        </p:nvCxnSpPr>
        <p:spPr>
          <a:xfrm>
            <a:off x="996403" y="3428999"/>
            <a:ext cx="377398"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4" name="文本占位符 3">
            <a:extLst>
              <a:ext uri="{FF2B5EF4-FFF2-40B4-BE49-F238E27FC236}">
                <a16:creationId xmlns:a16="http://schemas.microsoft.com/office/drawing/2014/main" xmlns="" id="{8AA9FB39-26D8-421B-89F7-86CD2AE08CD8}"/>
              </a:ext>
            </a:extLst>
          </p:cNvPr>
          <p:cNvSpPr>
            <a:spLocks noGrp="1"/>
          </p:cNvSpPr>
          <p:nvPr userDrawn="1">
            <p:ph type="body" sz="quarter" idx="10" hasCustomPrompt="1"/>
          </p:nvPr>
        </p:nvSpPr>
        <p:spPr>
          <a:xfrm>
            <a:off x="2465501" y="2552244"/>
            <a:ext cx="5716686" cy="707886"/>
          </a:xfrm>
        </p:spPr>
        <p:txBody>
          <a:bodyPr anchor="ctr" anchorCtr="0">
            <a:normAutofit/>
          </a:bodyPr>
          <a:lstStyle>
            <a:lvl1pPr marL="0" indent="0">
              <a:buFontTx/>
              <a:buNone/>
              <a:defRPr kumimoji="0" lang="zh-CN" altLang="en-US" sz="4000" b="1" i="0" u="none" strike="noStrike" kern="1200" cap="none" spc="0" normalizeH="0" baseline="0" dirty="0" smtClean="0">
                <a:ln>
                  <a:noFill/>
                </a:ln>
                <a:solidFill>
                  <a:prstClr val="white"/>
                </a:solidFill>
                <a:effectLst/>
                <a:uLnTx/>
                <a:uFillTx/>
                <a:latin typeface="Arial" panose="020F0502020204030204"/>
                <a:ea typeface="Microsoft YaHei"/>
                <a:cs typeface="+mn-ea"/>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dirty="0"/>
              <a:t>XX</a:t>
            </a:r>
            <a:endParaRPr lang="zh-CN" altLang="en-US" dirty="0"/>
          </a:p>
        </p:txBody>
      </p:sp>
      <p:sp>
        <p:nvSpPr>
          <p:cNvPr id="127" name="文本占位符 3">
            <a:extLst>
              <a:ext uri="{FF2B5EF4-FFF2-40B4-BE49-F238E27FC236}">
                <a16:creationId xmlns:a16="http://schemas.microsoft.com/office/drawing/2014/main" xmlns="" id="{2233AA7D-0112-4B75-9284-9FC6FC0D1D63}"/>
              </a:ext>
            </a:extLst>
          </p:cNvPr>
          <p:cNvSpPr>
            <a:spLocks noGrp="1"/>
          </p:cNvSpPr>
          <p:nvPr>
            <p:ph type="body" sz="quarter" idx="11" hasCustomPrompt="1"/>
          </p:nvPr>
        </p:nvSpPr>
        <p:spPr>
          <a:xfrm>
            <a:off x="882188" y="3684327"/>
            <a:ext cx="7299999" cy="887667"/>
          </a:xfrm>
        </p:spPr>
        <p:txBody>
          <a:bodyPr>
            <a:noAutofit/>
          </a:bodyPr>
          <a:lstStyle>
            <a:lvl1pPr marL="0" indent="0">
              <a:buFontTx/>
              <a:buNone/>
              <a:defRPr lang="zh-CN" altLang="en-US" sz="4800" b="1" kern="1200" spc="400" dirty="0" smtClean="0">
                <a:solidFill>
                  <a:prstClr val="white"/>
                </a:solidFill>
                <a:latin typeface="Arial" panose="020F0502020204030204"/>
                <a:ea typeface="Microsoft YaHei"/>
                <a:cs typeface="+mn-ea"/>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altLang="en-US" dirty="0"/>
              <a:t>输入标题文本</a:t>
            </a:r>
          </a:p>
        </p:txBody>
      </p:sp>
      <p:pic>
        <p:nvPicPr>
          <p:cNvPr id="128" name="图形 127">
            <a:extLst>
              <a:ext uri="{FF2B5EF4-FFF2-40B4-BE49-F238E27FC236}">
                <a16:creationId xmlns:a16="http://schemas.microsoft.com/office/drawing/2014/main" xmlns="" id="{B6E5D4A0-9D5F-45D9-899A-F03F9DFF710F}"/>
              </a:ext>
            </a:extLst>
          </p:cNvPr>
          <p:cNvPicPr>
            <a:picLocks noChangeAspect="1"/>
          </p:cNvPicPr>
          <p:nvPr userDrawn="1"/>
        </p:nvPicPr>
        <p:blipFill>
          <a:blip r:embed="rId2">
            <a:extLst>
              <a:ext uri="{96DAC541-7B7A-43D3-8B79-37D633B846F1}">
                <asvg:svgBlip xmlns:asvg="http://schemas.microsoft.com/office/drawing/2016/SVG/main" xmlns="" r:embed="rId3"/>
              </a:ext>
            </a:extLst>
          </a:blip>
          <a:stretch>
            <a:fillRect/>
          </a:stretch>
        </p:blipFill>
        <p:spPr>
          <a:xfrm>
            <a:off x="8863687" y="1559486"/>
            <a:ext cx="5172316" cy="3739027"/>
          </a:xfrm>
          <a:prstGeom prst="rect">
            <a:avLst/>
          </a:prstGeom>
        </p:spPr>
      </p:pic>
      <p:grpSp>
        <p:nvGrpSpPr>
          <p:cNvPr id="62" name="组合 61">
            <a:extLst>
              <a:ext uri="{FF2B5EF4-FFF2-40B4-BE49-F238E27FC236}">
                <a16:creationId xmlns:a16="http://schemas.microsoft.com/office/drawing/2014/main" xmlns="" id="{2AC37DB6-BAC9-459C-B3EE-FDA00215A951}"/>
              </a:ext>
            </a:extLst>
          </p:cNvPr>
          <p:cNvGrpSpPr/>
          <p:nvPr userDrawn="1"/>
        </p:nvGrpSpPr>
        <p:grpSpPr>
          <a:xfrm>
            <a:off x="1654090" y="1145460"/>
            <a:ext cx="1477533" cy="108755"/>
            <a:chOff x="4616246" y="3878362"/>
            <a:chExt cx="5571416" cy="410087"/>
          </a:xfrm>
          <a:solidFill>
            <a:schemeClr val="tx1">
              <a:alpha val="80000"/>
            </a:schemeClr>
          </a:solidFill>
        </p:grpSpPr>
        <p:sp>
          <p:nvSpPr>
            <p:cNvPr id="63" name="Freeform 17">
              <a:extLst>
                <a:ext uri="{FF2B5EF4-FFF2-40B4-BE49-F238E27FC236}">
                  <a16:creationId xmlns:a16="http://schemas.microsoft.com/office/drawing/2014/main" xmlns="" id="{504FCFA3-39FB-4B2B-9BFB-25978CCCA565}"/>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4" name="Freeform 18">
              <a:extLst>
                <a:ext uri="{FF2B5EF4-FFF2-40B4-BE49-F238E27FC236}">
                  <a16:creationId xmlns:a16="http://schemas.microsoft.com/office/drawing/2014/main" xmlns="" id="{A3FBFB70-9C9F-4DFE-BA7E-B2EF8E855B3E}"/>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5" name="Freeform 19">
              <a:extLst>
                <a:ext uri="{FF2B5EF4-FFF2-40B4-BE49-F238E27FC236}">
                  <a16:creationId xmlns:a16="http://schemas.microsoft.com/office/drawing/2014/main" xmlns="" id="{598D91F9-4849-4702-91A4-5EC21EE1F3E2}"/>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7" name="Freeform 20">
              <a:extLst>
                <a:ext uri="{FF2B5EF4-FFF2-40B4-BE49-F238E27FC236}">
                  <a16:creationId xmlns:a16="http://schemas.microsoft.com/office/drawing/2014/main" xmlns="" id="{A3DEDF37-FABD-4768-B994-5CFB44ACF183}"/>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8" name="Freeform 21">
              <a:extLst>
                <a:ext uri="{FF2B5EF4-FFF2-40B4-BE49-F238E27FC236}">
                  <a16:creationId xmlns:a16="http://schemas.microsoft.com/office/drawing/2014/main" xmlns="" id="{9366BE37-2A45-4B1D-BCB3-68A2BC16F427}"/>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9" name="Freeform 22">
              <a:extLst>
                <a:ext uri="{FF2B5EF4-FFF2-40B4-BE49-F238E27FC236}">
                  <a16:creationId xmlns:a16="http://schemas.microsoft.com/office/drawing/2014/main" xmlns="" id="{336BE8A3-3CE2-4FF2-84AE-C2A47F66283F}"/>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1" name="Freeform 23">
              <a:extLst>
                <a:ext uri="{FF2B5EF4-FFF2-40B4-BE49-F238E27FC236}">
                  <a16:creationId xmlns:a16="http://schemas.microsoft.com/office/drawing/2014/main" xmlns="" id="{88041DDA-AE33-4EF1-842D-F936013FB61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29" name="Freeform 25">
              <a:extLst>
                <a:ext uri="{FF2B5EF4-FFF2-40B4-BE49-F238E27FC236}">
                  <a16:creationId xmlns:a16="http://schemas.microsoft.com/office/drawing/2014/main" xmlns="" id="{706182FD-3EAA-45B9-93DD-BCE1670E07FA}"/>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0" name="Freeform 27">
              <a:extLst>
                <a:ext uri="{FF2B5EF4-FFF2-40B4-BE49-F238E27FC236}">
                  <a16:creationId xmlns:a16="http://schemas.microsoft.com/office/drawing/2014/main" xmlns="" id="{E83B3483-EA8E-4C84-9BD1-4E5F98AA9387}"/>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1" name="Freeform 29">
              <a:extLst>
                <a:ext uri="{FF2B5EF4-FFF2-40B4-BE49-F238E27FC236}">
                  <a16:creationId xmlns:a16="http://schemas.microsoft.com/office/drawing/2014/main" xmlns="" id="{ABD5AC87-B621-4108-92CB-D265896F5894}"/>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2" name="Freeform 30">
              <a:extLst>
                <a:ext uri="{FF2B5EF4-FFF2-40B4-BE49-F238E27FC236}">
                  <a16:creationId xmlns:a16="http://schemas.microsoft.com/office/drawing/2014/main" xmlns="" id="{0BB2B514-BAFC-4B2E-9426-ACF7AAF083D8}"/>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3" name="Freeform 31">
              <a:extLst>
                <a:ext uri="{FF2B5EF4-FFF2-40B4-BE49-F238E27FC236}">
                  <a16:creationId xmlns:a16="http://schemas.microsoft.com/office/drawing/2014/main" xmlns="" id="{95F1D8E8-509F-457F-A39C-06F7223B846F}"/>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4" name="Freeform 32">
              <a:extLst>
                <a:ext uri="{FF2B5EF4-FFF2-40B4-BE49-F238E27FC236}">
                  <a16:creationId xmlns:a16="http://schemas.microsoft.com/office/drawing/2014/main" xmlns="" id="{2BDC60B4-2A03-4259-99D7-D6952CF7DC70}"/>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5" name="Freeform 33">
              <a:extLst>
                <a:ext uri="{FF2B5EF4-FFF2-40B4-BE49-F238E27FC236}">
                  <a16:creationId xmlns:a16="http://schemas.microsoft.com/office/drawing/2014/main" xmlns="" id="{D04146B2-3540-4B26-86A2-964C8A3808E0}"/>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6" name="Freeform 34">
              <a:extLst>
                <a:ext uri="{FF2B5EF4-FFF2-40B4-BE49-F238E27FC236}">
                  <a16:creationId xmlns:a16="http://schemas.microsoft.com/office/drawing/2014/main" xmlns="" id="{941B3BC6-A11E-4E3B-B07D-B7635E70A572}"/>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7" name="Freeform 35">
              <a:extLst>
                <a:ext uri="{FF2B5EF4-FFF2-40B4-BE49-F238E27FC236}">
                  <a16:creationId xmlns:a16="http://schemas.microsoft.com/office/drawing/2014/main" xmlns="" id="{BD558C4E-8B51-4077-9535-D4EA2266CCB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38" name="组合 137">
            <a:extLst>
              <a:ext uri="{FF2B5EF4-FFF2-40B4-BE49-F238E27FC236}">
                <a16:creationId xmlns:a16="http://schemas.microsoft.com/office/drawing/2014/main" xmlns="" id="{38946306-BB01-47D1-85B2-D73ED91B5724}"/>
              </a:ext>
            </a:extLst>
          </p:cNvPr>
          <p:cNvGrpSpPr/>
          <p:nvPr userDrawn="1"/>
        </p:nvGrpSpPr>
        <p:grpSpPr>
          <a:xfrm>
            <a:off x="1651541" y="660313"/>
            <a:ext cx="1483481" cy="423973"/>
            <a:chOff x="4606634" y="2048989"/>
            <a:chExt cx="5593843" cy="1598699"/>
          </a:xfrm>
          <a:solidFill>
            <a:schemeClr val="accent1">
              <a:alpha val="80000"/>
            </a:schemeClr>
          </a:solidFill>
        </p:grpSpPr>
        <p:sp>
          <p:nvSpPr>
            <p:cNvPr id="139" name="Freeform 9">
              <a:extLst>
                <a:ext uri="{FF2B5EF4-FFF2-40B4-BE49-F238E27FC236}">
                  <a16:creationId xmlns:a16="http://schemas.microsoft.com/office/drawing/2014/main" xmlns="" id="{E18931A2-267C-4A71-BE71-C188DA79BE3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0" name="Freeform 10">
              <a:extLst>
                <a:ext uri="{FF2B5EF4-FFF2-40B4-BE49-F238E27FC236}">
                  <a16:creationId xmlns:a16="http://schemas.microsoft.com/office/drawing/2014/main" xmlns="" id="{703B4DA1-DADE-4E2C-A526-6A13B8A77CE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1" name="Freeform 11">
              <a:extLst>
                <a:ext uri="{FF2B5EF4-FFF2-40B4-BE49-F238E27FC236}">
                  <a16:creationId xmlns:a16="http://schemas.microsoft.com/office/drawing/2014/main" xmlns="" id="{1B331AD2-6B35-4E0A-A20B-4A72FE3A5968}"/>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2" name="Freeform 12">
              <a:extLst>
                <a:ext uri="{FF2B5EF4-FFF2-40B4-BE49-F238E27FC236}">
                  <a16:creationId xmlns:a16="http://schemas.microsoft.com/office/drawing/2014/main" xmlns="" id="{FD62C409-3631-46E2-9587-CB2E648032C0}"/>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3" name="Freeform 13">
              <a:extLst>
                <a:ext uri="{FF2B5EF4-FFF2-40B4-BE49-F238E27FC236}">
                  <a16:creationId xmlns:a16="http://schemas.microsoft.com/office/drawing/2014/main" xmlns="" id="{55833334-4E68-4E9E-BB6D-2E9AF330F93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4" name="Freeform 14">
              <a:extLst>
                <a:ext uri="{FF2B5EF4-FFF2-40B4-BE49-F238E27FC236}">
                  <a16:creationId xmlns:a16="http://schemas.microsoft.com/office/drawing/2014/main" xmlns="" id="{0541028C-AF39-4761-8CCB-ED2A4989788C}"/>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5" name="Freeform 15">
              <a:extLst>
                <a:ext uri="{FF2B5EF4-FFF2-40B4-BE49-F238E27FC236}">
                  <a16:creationId xmlns:a16="http://schemas.microsoft.com/office/drawing/2014/main" xmlns="" id="{029E28D3-B454-45B2-9289-2968F3EBFEE6}"/>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6" name="Freeform 16">
              <a:extLst>
                <a:ext uri="{FF2B5EF4-FFF2-40B4-BE49-F238E27FC236}">
                  <a16:creationId xmlns:a16="http://schemas.microsoft.com/office/drawing/2014/main" xmlns="" id="{D0BB8E3B-59F6-4A01-960E-0F7B97844633}"/>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7" name="Freeform 24">
              <a:extLst>
                <a:ext uri="{FF2B5EF4-FFF2-40B4-BE49-F238E27FC236}">
                  <a16:creationId xmlns:a16="http://schemas.microsoft.com/office/drawing/2014/main" xmlns="" id="{05627743-9A54-4094-B73D-287771342A31}"/>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8" name="Freeform 26">
              <a:extLst>
                <a:ext uri="{FF2B5EF4-FFF2-40B4-BE49-F238E27FC236}">
                  <a16:creationId xmlns:a16="http://schemas.microsoft.com/office/drawing/2014/main" xmlns="" id="{699C7083-01DE-4A4B-84DD-E90155913A2D}"/>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28">
              <a:extLst>
                <a:ext uri="{FF2B5EF4-FFF2-40B4-BE49-F238E27FC236}">
                  <a16:creationId xmlns:a16="http://schemas.microsoft.com/office/drawing/2014/main" xmlns="" id="{8B40CCE1-C62C-4D51-9D8F-C4639686629E}"/>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36">
              <a:extLst>
                <a:ext uri="{FF2B5EF4-FFF2-40B4-BE49-F238E27FC236}">
                  <a16:creationId xmlns:a16="http://schemas.microsoft.com/office/drawing/2014/main" xmlns="" id="{61179EB0-0CBF-4D6F-AAA1-7720EA90C8E5}"/>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51" name="组合 150">
            <a:extLst>
              <a:ext uri="{FF2B5EF4-FFF2-40B4-BE49-F238E27FC236}">
                <a16:creationId xmlns:a16="http://schemas.microsoft.com/office/drawing/2014/main" xmlns="" id="{6B04C171-0905-4BEB-B13A-7AFFEA8524C5}"/>
              </a:ext>
            </a:extLst>
          </p:cNvPr>
          <p:cNvGrpSpPr/>
          <p:nvPr userDrawn="1"/>
        </p:nvGrpSpPr>
        <p:grpSpPr>
          <a:xfrm>
            <a:off x="882188" y="613507"/>
            <a:ext cx="664422" cy="662874"/>
            <a:chOff x="2105799" y="20055838"/>
            <a:chExt cx="6748090" cy="6732363"/>
          </a:xfrm>
          <a:solidFill>
            <a:schemeClr val="accent1">
              <a:alpha val="80000"/>
            </a:schemeClr>
          </a:solidFill>
        </p:grpSpPr>
        <p:sp>
          <p:nvSpPr>
            <p:cNvPr id="152" name="Freeform 8">
              <a:extLst>
                <a:ext uri="{FF2B5EF4-FFF2-40B4-BE49-F238E27FC236}">
                  <a16:creationId xmlns:a16="http://schemas.microsoft.com/office/drawing/2014/main" xmlns="" id="{CE509FB2-EF54-4D15-964E-BAE3FD9A6BFA}"/>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3" name="Freeform 42">
              <a:extLst>
                <a:ext uri="{FF2B5EF4-FFF2-40B4-BE49-F238E27FC236}">
                  <a16:creationId xmlns:a16="http://schemas.microsoft.com/office/drawing/2014/main" xmlns="" id="{B6C8DC3B-EE8C-45F4-A99E-60D92CFF9B3C}"/>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4" name="Freeform 43">
              <a:extLst>
                <a:ext uri="{FF2B5EF4-FFF2-40B4-BE49-F238E27FC236}">
                  <a16:creationId xmlns:a16="http://schemas.microsoft.com/office/drawing/2014/main" xmlns="" id="{650C3229-0411-4A34-96B6-2C91F8F76571}"/>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5" name="Freeform 44">
              <a:extLst>
                <a:ext uri="{FF2B5EF4-FFF2-40B4-BE49-F238E27FC236}">
                  <a16:creationId xmlns:a16="http://schemas.microsoft.com/office/drawing/2014/main" xmlns="" id="{223A77F5-8164-45E2-A8A5-337C1C7D6D45}"/>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6" name="Freeform 45">
              <a:extLst>
                <a:ext uri="{FF2B5EF4-FFF2-40B4-BE49-F238E27FC236}">
                  <a16:creationId xmlns:a16="http://schemas.microsoft.com/office/drawing/2014/main" xmlns="" id="{60FC465B-2605-409D-B52E-3D0CB8A1D6FD}"/>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7" name="Freeform 46">
              <a:extLst>
                <a:ext uri="{FF2B5EF4-FFF2-40B4-BE49-F238E27FC236}">
                  <a16:creationId xmlns:a16="http://schemas.microsoft.com/office/drawing/2014/main" xmlns="" id="{70666028-30B0-4A46-86FB-A42432CCF205}"/>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8" name="Freeform 47">
              <a:extLst>
                <a:ext uri="{FF2B5EF4-FFF2-40B4-BE49-F238E27FC236}">
                  <a16:creationId xmlns:a16="http://schemas.microsoft.com/office/drawing/2014/main" xmlns="" id="{66285623-1ECC-4019-998B-0FFEC53E1FEB}"/>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9" name="Freeform 48">
              <a:extLst>
                <a:ext uri="{FF2B5EF4-FFF2-40B4-BE49-F238E27FC236}">
                  <a16:creationId xmlns:a16="http://schemas.microsoft.com/office/drawing/2014/main" xmlns="" id="{DE28096A-EBC6-48DC-B28E-FDF15022B522}"/>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0" name="Freeform 49">
              <a:extLst>
                <a:ext uri="{FF2B5EF4-FFF2-40B4-BE49-F238E27FC236}">
                  <a16:creationId xmlns:a16="http://schemas.microsoft.com/office/drawing/2014/main" xmlns="" id="{C82365C2-71DD-4925-A67B-CAA854D300EE}"/>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1" name="Freeform 50">
              <a:extLst>
                <a:ext uri="{FF2B5EF4-FFF2-40B4-BE49-F238E27FC236}">
                  <a16:creationId xmlns:a16="http://schemas.microsoft.com/office/drawing/2014/main" xmlns="" id="{F69923CB-AB0E-4DAA-8CB4-05A540FC571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2" name="Freeform 51">
              <a:extLst>
                <a:ext uri="{FF2B5EF4-FFF2-40B4-BE49-F238E27FC236}">
                  <a16:creationId xmlns:a16="http://schemas.microsoft.com/office/drawing/2014/main" xmlns="" id="{0C9872BA-3C4D-4098-8153-AF0C234620B5}"/>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3" name="Freeform 52">
              <a:extLst>
                <a:ext uri="{FF2B5EF4-FFF2-40B4-BE49-F238E27FC236}">
                  <a16:creationId xmlns:a16="http://schemas.microsoft.com/office/drawing/2014/main" xmlns="" id="{4137D422-E6EB-490E-9416-24F82972F9B0}"/>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4" name="Freeform 53">
              <a:extLst>
                <a:ext uri="{FF2B5EF4-FFF2-40B4-BE49-F238E27FC236}">
                  <a16:creationId xmlns:a16="http://schemas.microsoft.com/office/drawing/2014/main" xmlns="" id="{BB0D0761-D478-4C17-815A-0A6AD74194EA}"/>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5" name="Freeform 54">
              <a:extLst>
                <a:ext uri="{FF2B5EF4-FFF2-40B4-BE49-F238E27FC236}">
                  <a16:creationId xmlns:a16="http://schemas.microsoft.com/office/drawing/2014/main" xmlns="" id="{4E5F6A7C-2998-4CCF-BF1E-D9077A867373}"/>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6" name="Freeform 55">
              <a:extLst>
                <a:ext uri="{FF2B5EF4-FFF2-40B4-BE49-F238E27FC236}">
                  <a16:creationId xmlns:a16="http://schemas.microsoft.com/office/drawing/2014/main" xmlns="" id="{B8C17893-2B8C-4402-9B0A-CFAC1EEC5BFE}"/>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7" name="Freeform 56">
              <a:extLst>
                <a:ext uri="{FF2B5EF4-FFF2-40B4-BE49-F238E27FC236}">
                  <a16:creationId xmlns:a16="http://schemas.microsoft.com/office/drawing/2014/main" xmlns="" id="{80A4A95E-1D12-4BFB-84A3-6E69192B6F66}"/>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8" name="Freeform 57">
              <a:extLst>
                <a:ext uri="{FF2B5EF4-FFF2-40B4-BE49-F238E27FC236}">
                  <a16:creationId xmlns:a16="http://schemas.microsoft.com/office/drawing/2014/main" xmlns="" id="{DE09AAE9-B869-4D14-9A6E-6B1E8F9D918C}"/>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9" name="Freeform 58">
              <a:extLst>
                <a:ext uri="{FF2B5EF4-FFF2-40B4-BE49-F238E27FC236}">
                  <a16:creationId xmlns:a16="http://schemas.microsoft.com/office/drawing/2014/main" xmlns="" id="{DACFD2A8-35E2-4D17-A432-C4445B1DE430}"/>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0" name="Freeform 59">
              <a:extLst>
                <a:ext uri="{FF2B5EF4-FFF2-40B4-BE49-F238E27FC236}">
                  <a16:creationId xmlns:a16="http://schemas.microsoft.com/office/drawing/2014/main" xmlns="" id="{20394763-C255-444B-940F-5BE2CAE09593}"/>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1" name="Freeform 60">
              <a:extLst>
                <a:ext uri="{FF2B5EF4-FFF2-40B4-BE49-F238E27FC236}">
                  <a16:creationId xmlns:a16="http://schemas.microsoft.com/office/drawing/2014/main" xmlns="" id="{D5DB92F4-CCF4-48BD-8A77-44191933714C}"/>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2" name="Freeform 61">
              <a:extLst>
                <a:ext uri="{FF2B5EF4-FFF2-40B4-BE49-F238E27FC236}">
                  <a16:creationId xmlns:a16="http://schemas.microsoft.com/office/drawing/2014/main" xmlns="" id="{39B52CE4-6F33-4717-912A-6C0F2BA53183}"/>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3" name="Freeform 62">
              <a:extLst>
                <a:ext uri="{FF2B5EF4-FFF2-40B4-BE49-F238E27FC236}">
                  <a16:creationId xmlns:a16="http://schemas.microsoft.com/office/drawing/2014/main" xmlns="" id="{25F6B581-6C3D-4732-943C-D740A1C3671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4" name="Freeform 71">
              <a:extLst>
                <a:ext uri="{FF2B5EF4-FFF2-40B4-BE49-F238E27FC236}">
                  <a16:creationId xmlns:a16="http://schemas.microsoft.com/office/drawing/2014/main" xmlns="" id="{043007A9-32DC-46FF-96D2-A7D27193ED5E}"/>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sp>
        <p:nvSpPr>
          <p:cNvPr id="5" name="矩形 4">
            <a:extLst>
              <a:ext uri="{FF2B5EF4-FFF2-40B4-BE49-F238E27FC236}">
                <a16:creationId xmlns:a16="http://schemas.microsoft.com/office/drawing/2014/main" xmlns="" id="{3701D6A2-E0B4-4D59-BD49-A67266448E1E}"/>
              </a:ext>
            </a:extLst>
          </p:cNvPr>
          <p:cNvSpPr/>
          <p:nvPr userDrawn="1"/>
        </p:nvSpPr>
        <p:spPr>
          <a:xfrm>
            <a:off x="875308" y="2536911"/>
            <a:ext cx="1503040" cy="707886"/>
          </a:xfrm>
          <a:prstGeom prst="rect">
            <a:avLst/>
          </a:prstGeom>
        </p:spPr>
        <p:txBody>
          <a:bodyPr wrap="none">
            <a:spAutoFit/>
          </a:bodyPr>
          <a:lstStyle/>
          <a:p>
            <a:r>
              <a:rPr kumimoji="0" lang="en-US" altLang="zh-CN" sz="4000" b="0" i="0" u="none" strike="noStrike" kern="1200" cap="none" spc="0" normalizeH="0" baseline="0" dirty="0">
                <a:ln>
                  <a:noFill/>
                </a:ln>
                <a:solidFill>
                  <a:prstClr val="white"/>
                </a:solidFill>
                <a:effectLst/>
                <a:uLnTx/>
                <a:uFillTx/>
                <a:latin typeface="Arial" panose="020F0502020204030204"/>
                <a:ea typeface="Microsoft YaHei"/>
                <a:cs typeface="+mn-ea"/>
              </a:rPr>
              <a:t>PART</a:t>
            </a:r>
            <a:endParaRPr kumimoji="0" lang="zh-CN" altLang="en-US" sz="4000" b="0" i="0" u="none" strike="noStrike" kern="1200" cap="none" spc="0" normalizeH="0" baseline="0" dirty="0">
              <a:ln>
                <a:noFill/>
              </a:ln>
              <a:solidFill>
                <a:prstClr val="white"/>
              </a:solidFill>
              <a:effectLst/>
              <a:uLnTx/>
              <a:uFillTx/>
              <a:latin typeface="Arial" panose="020F0502020204030204"/>
              <a:ea typeface="Microsoft YaHei"/>
              <a:cs typeface="+mn-ea"/>
            </a:endParaRPr>
          </a:p>
        </p:txBody>
      </p:sp>
    </p:spTree>
    <p:extLst>
      <p:ext uri="{BB962C8B-B14F-4D97-AF65-F5344CB8AC3E}">
        <p14:creationId xmlns:p14="http://schemas.microsoft.com/office/powerpoint/2010/main" xmlns="" val="149067824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结尾">
    <p:spTree>
      <p:nvGrpSpPr>
        <p:cNvPr id="1" name=""/>
        <p:cNvGrpSpPr/>
        <p:nvPr/>
      </p:nvGrpSpPr>
      <p:grpSpPr>
        <a:xfrm>
          <a:off x="0" y="0"/>
          <a:ext cx="0" cy="0"/>
          <a:chOff x="0" y="0"/>
          <a:chExt cx="0" cy="0"/>
        </a:xfrm>
      </p:grpSpPr>
      <p:sp>
        <p:nvSpPr>
          <p:cNvPr id="66" name="矩形 65">
            <a:extLst>
              <a:ext uri="{FF2B5EF4-FFF2-40B4-BE49-F238E27FC236}">
                <a16:creationId xmlns:a16="http://schemas.microsoft.com/office/drawing/2014/main" xmlns="" id="{9782960B-0298-40C0-9193-B28F17C2A53C}"/>
              </a:ext>
            </a:extLst>
          </p:cNvPr>
          <p:cNvSpPr/>
          <p:nvPr userDrawn="1"/>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sp>
        <p:nvSpPr>
          <p:cNvPr id="63" name="椭圆 62">
            <a:extLst>
              <a:ext uri="{FF2B5EF4-FFF2-40B4-BE49-F238E27FC236}">
                <a16:creationId xmlns:a16="http://schemas.microsoft.com/office/drawing/2014/main" xmlns="" id="{F26480F6-566C-42F1-91D5-B755F6AB5120}"/>
              </a:ext>
            </a:extLst>
          </p:cNvPr>
          <p:cNvSpPr/>
          <p:nvPr/>
        </p:nvSpPr>
        <p:spPr>
          <a:xfrm>
            <a:off x="5197121" y="624817"/>
            <a:ext cx="1826782" cy="182678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grpSp>
        <p:nvGrpSpPr>
          <p:cNvPr id="64" name="组合 63">
            <a:extLst>
              <a:ext uri="{FF2B5EF4-FFF2-40B4-BE49-F238E27FC236}">
                <a16:creationId xmlns:a16="http://schemas.microsoft.com/office/drawing/2014/main" xmlns="" id="{17D64BBA-58A8-428F-887C-708E5659D46B}"/>
              </a:ext>
            </a:extLst>
          </p:cNvPr>
          <p:cNvGrpSpPr/>
          <p:nvPr/>
        </p:nvGrpSpPr>
        <p:grpSpPr>
          <a:xfrm>
            <a:off x="5317814" y="741574"/>
            <a:ext cx="1614432" cy="1610666"/>
            <a:chOff x="2105799" y="20055838"/>
            <a:chExt cx="6748090" cy="6732363"/>
          </a:xfrm>
          <a:solidFill>
            <a:schemeClr val="accent1"/>
          </a:solidFill>
        </p:grpSpPr>
        <p:sp>
          <p:nvSpPr>
            <p:cNvPr id="65" name="Freeform 8">
              <a:extLst>
                <a:ext uri="{FF2B5EF4-FFF2-40B4-BE49-F238E27FC236}">
                  <a16:creationId xmlns:a16="http://schemas.microsoft.com/office/drawing/2014/main" xmlns="" id="{BDD6A6EB-5C5E-45A6-BF3E-295FF9FE1D01}"/>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7" name="Freeform 42">
              <a:extLst>
                <a:ext uri="{FF2B5EF4-FFF2-40B4-BE49-F238E27FC236}">
                  <a16:creationId xmlns:a16="http://schemas.microsoft.com/office/drawing/2014/main" xmlns="" id="{00087E73-C04B-4FF7-88CC-39D146CEE80C}"/>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8" name="Freeform 43">
              <a:extLst>
                <a:ext uri="{FF2B5EF4-FFF2-40B4-BE49-F238E27FC236}">
                  <a16:creationId xmlns:a16="http://schemas.microsoft.com/office/drawing/2014/main" xmlns="" id="{F6684CF1-760F-4F38-9B51-B2BE6F7F0E65}"/>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9" name="Freeform 44">
              <a:extLst>
                <a:ext uri="{FF2B5EF4-FFF2-40B4-BE49-F238E27FC236}">
                  <a16:creationId xmlns:a16="http://schemas.microsoft.com/office/drawing/2014/main" xmlns="" id="{6C357B19-2185-4923-86AB-573939DB1CCB}"/>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1" name="Freeform 45">
              <a:extLst>
                <a:ext uri="{FF2B5EF4-FFF2-40B4-BE49-F238E27FC236}">
                  <a16:creationId xmlns:a16="http://schemas.microsoft.com/office/drawing/2014/main" xmlns="" id="{745C8593-CAD2-4EAD-B82D-AA253F717155}"/>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29" name="Freeform 46">
              <a:extLst>
                <a:ext uri="{FF2B5EF4-FFF2-40B4-BE49-F238E27FC236}">
                  <a16:creationId xmlns:a16="http://schemas.microsoft.com/office/drawing/2014/main" xmlns="" id="{B384B41B-780D-42AB-A063-7052CC29D75D}"/>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0" name="Freeform 47">
              <a:extLst>
                <a:ext uri="{FF2B5EF4-FFF2-40B4-BE49-F238E27FC236}">
                  <a16:creationId xmlns:a16="http://schemas.microsoft.com/office/drawing/2014/main" xmlns="" id="{62FE602F-E75B-4D93-9D94-F688FA6403DC}"/>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1" name="Freeform 48">
              <a:extLst>
                <a:ext uri="{FF2B5EF4-FFF2-40B4-BE49-F238E27FC236}">
                  <a16:creationId xmlns:a16="http://schemas.microsoft.com/office/drawing/2014/main" xmlns="" id="{B0340309-59C7-41A5-A975-6ED4FC695589}"/>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2" name="Freeform 49">
              <a:extLst>
                <a:ext uri="{FF2B5EF4-FFF2-40B4-BE49-F238E27FC236}">
                  <a16:creationId xmlns:a16="http://schemas.microsoft.com/office/drawing/2014/main" xmlns="" id="{2CF388E8-3611-4410-879E-C23BF15610B0}"/>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3" name="Freeform 50">
              <a:extLst>
                <a:ext uri="{FF2B5EF4-FFF2-40B4-BE49-F238E27FC236}">
                  <a16:creationId xmlns:a16="http://schemas.microsoft.com/office/drawing/2014/main" xmlns="" id="{A7E39C54-EAB6-4670-9911-865D0ABBAC33}"/>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4" name="Freeform 51">
              <a:extLst>
                <a:ext uri="{FF2B5EF4-FFF2-40B4-BE49-F238E27FC236}">
                  <a16:creationId xmlns:a16="http://schemas.microsoft.com/office/drawing/2014/main" xmlns="" id="{C328AEB8-604B-4FE9-95BF-7EA4E8ED5D3C}"/>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5" name="Freeform 52">
              <a:extLst>
                <a:ext uri="{FF2B5EF4-FFF2-40B4-BE49-F238E27FC236}">
                  <a16:creationId xmlns:a16="http://schemas.microsoft.com/office/drawing/2014/main" xmlns="" id="{81BC006C-BCD9-45CD-9774-051F478861B4}"/>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6" name="Freeform 53">
              <a:extLst>
                <a:ext uri="{FF2B5EF4-FFF2-40B4-BE49-F238E27FC236}">
                  <a16:creationId xmlns:a16="http://schemas.microsoft.com/office/drawing/2014/main" xmlns="" id="{086DBB45-39C4-44DE-AB86-92873FECAA8E}"/>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7" name="Freeform 54">
              <a:extLst>
                <a:ext uri="{FF2B5EF4-FFF2-40B4-BE49-F238E27FC236}">
                  <a16:creationId xmlns:a16="http://schemas.microsoft.com/office/drawing/2014/main" xmlns="" id="{09A277B2-A3BA-43A2-BA82-813C993033E8}"/>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8" name="Freeform 55">
              <a:extLst>
                <a:ext uri="{FF2B5EF4-FFF2-40B4-BE49-F238E27FC236}">
                  <a16:creationId xmlns:a16="http://schemas.microsoft.com/office/drawing/2014/main" xmlns="" id="{3BBD2727-FD37-443A-B218-1F396F8598AF}"/>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9" name="Freeform 56">
              <a:extLst>
                <a:ext uri="{FF2B5EF4-FFF2-40B4-BE49-F238E27FC236}">
                  <a16:creationId xmlns:a16="http://schemas.microsoft.com/office/drawing/2014/main" xmlns="" id="{246B2677-07FC-46C4-AA93-81A6A49524E9}"/>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0" name="Freeform 57">
              <a:extLst>
                <a:ext uri="{FF2B5EF4-FFF2-40B4-BE49-F238E27FC236}">
                  <a16:creationId xmlns:a16="http://schemas.microsoft.com/office/drawing/2014/main" xmlns="" id="{3C345CC2-F3A1-4D57-A0B2-DBACACAF6DA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1" name="Freeform 58">
              <a:extLst>
                <a:ext uri="{FF2B5EF4-FFF2-40B4-BE49-F238E27FC236}">
                  <a16:creationId xmlns:a16="http://schemas.microsoft.com/office/drawing/2014/main" xmlns="" id="{8F6163AE-D7D4-48CF-8F56-27751A27AAE4}"/>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2" name="Freeform 59">
              <a:extLst>
                <a:ext uri="{FF2B5EF4-FFF2-40B4-BE49-F238E27FC236}">
                  <a16:creationId xmlns:a16="http://schemas.microsoft.com/office/drawing/2014/main" xmlns="" id="{DA1F4E85-B289-49FE-BD0A-6540821598DD}"/>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3" name="Freeform 60">
              <a:extLst>
                <a:ext uri="{FF2B5EF4-FFF2-40B4-BE49-F238E27FC236}">
                  <a16:creationId xmlns:a16="http://schemas.microsoft.com/office/drawing/2014/main" xmlns="" id="{DE778FDA-1390-418E-A32B-D860CAB1DDFA}"/>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4" name="Freeform 61">
              <a:extLst>
                <a:ext uri="{FF2B5EF4-FFF2-40B4-BE49-F238E27FC236}">
                  <a16:creationId xmlns:a16="http://schemas.microsoft.com/office/drawing/2014/main" xmlns="" id="{FCCA6383-EF4D-4BBE-B1B8-1964323BC8A8}"/>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5" name="Freeform 62">
              <a:extLst>
                <a:ext uri="{FF2B5EF4-FFF2-40B4-BE49-F238E27FC236}">
                  <a16:creationId xmlns:a16="http://schemas.microsoft.com/office/drawing/2014/main" xmlns="" id="{23CCBDCB-F7EF-4C6E-AFA9-224128705B98}"/>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6" name="Freeform 71">
              <a:extLst>
                <a:ext uri="{FF2B5EF4-FFF2-40B4-BE49-F238E27FC236}">
                  <a16:creationId xmlns:a16="http://schemas.microsoft.com/office/drawing/2014/main" xmlns="" id="{895D5DE4-D3E3-44FD-A936-3D4830CD2F66}"/>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grpSp>
      <p:sp>
        <p:nvSpPr>
          <p:cNvPr id="147" name="标题 1">
            <a:extLst>
              <a:ext uri="{FF2B5EF4-FFF2-40B4-BE49-F238E27FC236}">
                <a16:creationId xmlns:a16="http://schemas.microsoft.com/office/drawing/2014/main" xmlns="" id="{BD9599D0-9EF4-485D-9BF2-FE64B75665AD}"/>
              </a:ext>
            </a:extLst>
          </p:cNvPr>
          <p:cNvSpPr>
            <a:spLocks noGrp="1"/>
          </p:cNvSpPr>
          <p:nvPr userDrawn="1">
            <p:ph type="ctrTitle" hasCustomPrompt="1"/>
          </p:nvPr>
        </p:nvSpPr>
        <p:spPr>
          <a:xfrm>
            <a:off x="1615440" y="2929530"/>
            <a:ext cx="8961120" cy="1213643"/>
          </a:xfrm>
        </p:spPr>
        <p:txBody>
          <a:bodyPr anchor="ctr">
            <a:noAutofit/>
          </a:bodyPr>
          <a:lstStyle>
            <a:lvl1pPr algn="ctr">
              <a:defRPr kumimoji="0" lang="zh-CN" altLang="en-US" sz="6000" b="1" i="0" u="none" strike="noStrike" kern="1200" cap="none" spc="400" normalizeH="0" baseline="0" dirty="0">
                <a:ln>
                  <a:noFill/>
                </a:ln>
                <a:solidFill>
                  <a:prstClr val="white"/>
                </a:solidFill>
                <a:effectLst/>
                <a:uLnTx/>
                <a:uFillTx/>
                <a:latin typeface="Arial" panose="020F0502020204030204"/>
                <a:ea typeface="Microsoft YaHei"/>
                <a:cs typeface="+mn-ea"/>
              </a:defRPr>
            </a:lvl1pPr>
          </a:lstStyle>
          <a:p>
            <a:pPr marL="0" marR="0" lvl="0" indent="0" algn="ctr" defTabSz="914400" rtl="0" eaLnBrk="1" fontAlgn="auto" latinLnBrk="0" hangingPunct="1">
              <a:lnSpc>
                <a:spcPct val="110000"/>
              </a:lnSpc>
              <a:spcBef>
                <a:spcPts val="0"/>
              </a:spcBef>
              <a:spcAft>
                <a:spcPts val="0"/>
              </a:spcAft>
              <a:buClrTx/>
              <a:buSzTx/>
              <a:buFontTx/>
              <a:buNone/>
              <a:tabLst/>
              <a:defRPr/>
            </a:pPr>
            <a:r>
              <a:rPr lang="zh-CN" altLang="en-US" dirty="0"/>
              <a:t>单击此处编辑结束语</a:t>
            </a:r>
          </a:p>
        </p:txBody>
      </p:sp>
      <p:sp>
        <p:nvSpPr>
          <p:cNvPr id="148" name="副标题 2">
            <a:extLst>
              <a:ext uri="{FF2B5EF4-FFF2-40B4-BE49-F238E27FC236}">
                <a16:creationId xmlns:a16="http://schemas.microsoft.com/office/drawing/2014/main" xmlns="" id="{780F498B-8C32-41D4-A1DA-41A6A68C0055}"/>
              </a:ext>
            </a:extLst>
          </p:cNvPr>
          <p:cNvSpPr>
            <a:spLocks noGrp="1"/>
          </p:cNvSpPr>
          <p:nvPr userDrawn="1">
            <p:ph type="subTitle" idx="1" hasCustomPrompt="1"/>
          </p:nvPr>
        </p:nvSpPr>
        <p:spPr>
          <a:xfrm>
            <a:off x="3105150" y="5630308"/>
            <a:ext cx="5981700" cy="360071"/>
          </a:xfrm>
        </p:spPr>
        <p:txBody>
          <a:bodyPr>
            <a:normAutofit/>
          </a:bodyPr>
          <a:lstStyle>
            <a:lvl1pPr marL="0" indent="0" algn="ctr">
              <a:buNone/>
              <a:defRPr lang="zh-CN" altLang="en-US" sz="1800" kern="1200" dirty="0">
                <a:solidFill>
                  <a:prstClr val="black">
                    <a:lumMod val="75000"/>
                    <a:lumOff val="25000"/>
                  </a:prstClr>
                </a:solidFill>
                <a:latin typeface="Arial" panose="020F0502020204030204"/>
                <a:ea typeface="Microsoft YaHei"/>
                <a:cs typeface="+mn-ea"/>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dirty="0"/>
              <a:t>单击此处编辑作者信息</a:t>
            </a:r>
          </a:p>
        </p:txBody>
      </p:sp>
    </p:spTree>
    <p:extLst>
      <p:ext uri="{BB962C8B-B14F-4D97-AF65-F5344CB8AC3E}">
        <p14:creationId xmlns:p14="http://schemas.microsoft.com/office/powerpoint/2010/main" xmlns="" val="3398244423"/>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内容页-标题">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xmlns=""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xmlns=""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xmlns=""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xmlns=""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xmlns=""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xmlns=""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xmlns=""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xmlns=""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xmlns=""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xmlns=""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xmlns=""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xmlns=""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xmlns=""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xmlns=""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xmlns=""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xmlns=""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xmlns=""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xmlns=""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xmlns=""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xmlns=""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xmlns=""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xmlns=""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xmlns=""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xmlns=""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xmlns=""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xmlns=""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xmlns=""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xmlns=""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xmlns=""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xmlns=""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xmlns=""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xmlns=""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xmlns=""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xmlns=""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xmlns=""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xmlns=""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xmlns=""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xmlns=""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xmlns=""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xmlns=""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xmlns=""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xmlns=""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xmlns=""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xmlns=""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xmlns=""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xmlns=""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xmlns=""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xmlns=""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xmlns=""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xmlns=""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xmlns=""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xmlns=""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xmlns=""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xmlns=""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xmlns=""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xmlns=""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xmlns=""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xmlns=""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xmlns=""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xmlns="" val="3805475184"/>
      </p:ext>
    </p:extLst>
  </p:cSld>
  <p:clrMapOvr>
    <a:masterClrMapping/>
  </p:clrMapOvr>
  <p:extLst>
    <p:ext uri="{DCECCB84-F9BA-43D5-87BE-67443E8EF086}">
      <p15:sldGuideLst xmlns:p15="http://schemas.microsoft.com/office/powerpoint/2012/main" xmlns=""/>
    </p:ext>
  </p:extLst>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内容页-标题&amp;副标题">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xmlns=""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xmlns=""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xmlns=""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xmlns=""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xmlns=""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xmlns=""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xmlns=""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xmlns=""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xmlns=""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xmlns=""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xmlns=""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xmlns=""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xmlns=""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xmlns=""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xmlns=""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xmlns=""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xmlns=""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xmlns=""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xmlns=""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xmlns=""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xmlns=""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xmlns=""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xmlns=""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xmlns=""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xmlns=""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xmlns=""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xmlns=""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xmlns=""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xmlns=""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xmlns=""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xmlns=""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xmlns=""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xmlns=""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xmlns=""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xmlns=""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xmlns=""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xmlns=""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xmlns=""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xmlns=""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xmlns=""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xmlns=""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xmlns=""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xmlns=""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xmlns=""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xmlns=""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xmlns=""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xmlns=""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xmlns=""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xmlns=""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xmlns=""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xmlns=""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xmlns=""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xmlns=""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xmlns=""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xmlns=""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grpSp>
        <p:nvGrpSpPr>
          <p:cNvPr id="177" name="组合 176">
            <a:extLst>
              <a:ext uri="{FF2B5EF4-FFF2-40B4-BE49-F238E27FC236}">
                <a16:creationId xmlns:a16="http://schemas.microsoft.com/office/drawing/2014/main" xmlns=""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xmlns=""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xmlns=""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3" name="标题 1">
            <a:extLst>
              <a:ext uri="{FF2B5EF4-FFF2-40B4-BE49-F238E27FC236}">
                <a16:creationId xmlns:a16="http://schemas.microsoft.com/office/drawing/2014/main" xmlns="" id="{8F22FD4E-E65A-45E3-8A02-74A1A8B316C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a:extLst>
              <a:ext uri="{FF2B5EF4-FFF2-40B4-BE49-F238E27FC236}">
                <a16:creationId xmlns:a16="http://schemas.microsoft.com/office/drawing/2014/main" xmlns="" id="{30E2DE02-8659-4706-8CD5-61C4D3C2AC15}"/>
              </a:ext>
            </a:extLst>
          </p:cNvPr>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tabLst/>
            </a:pPr>
            <a:r>
              <a:rPr lang="zh-CN" altLang="en-US" dirty="0"/>
              <a:t>单击此处输入本页的结论单击此处输入本页的结论单击此处输入本页的结论</a:t>
            </a:r>
          </a:p>
        </p:txBody>
      </p:sp>
    </p:spTree>
    <p:extLst>
      <p:ext uri="{BB962C8B-B14F-4D97-AF65-F5344CB8AC3E}">
        <p14:creationId xmlns:p14="http://schemas.microsoft.com/office/powerpoint/2010/main" xmlns="" val="764787002"/>
      </p:ext>
    </p:extLst>
  </p:cSld>
  <p:clrMapOvr>
    <a:masterClrMapping/>
  </p:clrMapOvr>
  <p:extLst>
    <p:ext uri="{DCECCB84-F9BA-43D5-87BE-67443E8EF086}">
      <p15:sldGuideLst xmlns:p15="http://schemas.microsoft.com/office/powerpoint/2012/main" xmlns=""/>
    </p:ext>
  </p:extLst>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内容页-上下横线">
    <p:spTree>
      <p:nvGrpSpPr>
        <p:cNvPr id="1" name=""/>
        <p:cNvGrpSpPr/>
        <p:nvPr/>
      </p:nvGrpSpPr>
      <p:grpSpPr>
        <a:xfrm>
          <a:off x="0" y="0"/>
          <a:ext cx="0" cy="0"/>
          <a:chOff x="0" y="0"/>
          <a:chExt cx="0" cy="0"/>
        </a:xfrm>
      </p:grpSpPr>
      <p:grpSp>
        <p:nvGrpSpPr>
          <p:cNvPr id="3" name="组合 2">
            <a:extLst>
              <a:ext uri="{FF2B5EF4-FFF2-40B4-BE49-F238E27FC236}">
                <a16:creationId xmlns:a16="http://schemas.microsoft.com/office/drawing/2014/main" xmlns="" id="{B4AE79B1-1619-41E3-8A2F-8EC4722BC253}"/>
              </a:ext>
            </a:extLst>
          </p:cNvPr>
          <p:cNvGrpSpPr/>
          <p:nvPr userDrawn="1"/>
        </p:nvGrpSpPr>
        <p:grpSpPr>
          <a:xfrm>
            <a:off x="10177780" y="329882"/>
            <a:ext cx="1512002" cy="444892"/>
            <a:chOff x="9556201" y="498129"/>
            <a:chExt cx="1993881" cy="586680"/>
          </a:xfrm>
        </p:grpSpPr>
        <p:grpSp>
          <p:nvGrpSpPr>
            <p:cNvPr id="66" name="组合 65">
              <a:extLst>
                <a:ext uri="{FF2B5EF4-FFF2-40B4-BE49-F238E27FC236}">
                  <a16:creationId xmlns:a16="http://schemas.microsoft.com/office/drawing/2014/main" xmlns="" id="{5C15F262-2B8A-43C1-93DC-339774166331}"/>
                </a:ext>
              </a:extLst>
            </p:cNvPr>
            <p:cNvGrpSpPr/>
            <p:nvPr userDrawn="1"/>
          </p:nvGrpSpPr>
          <p:grpSpPr>
            <a:xfrm>
              <a:off x="10239376" y="968937"/>
              <a:ext cx="1307697" cy="96254"/>
              <a:chOff x="4616246" y="3878362"/>
              <a:chExt cx="5571416" cy="410087"/>
            </a:xfrm>
            <a:solidFill>
              <a:schemeClr val="tx1">
                <a:alpha val="80000"/>
              </a:schemeClr>
            </a:solidFill>
          </p:grpSpPr>
          <p:sp>
            <p:nvSpPr>
              <p:cNvPr id="68" name="Freeform 17">
                <a:extLst>
                  <a:ext uri="{FF2B5EF4-FFF2-40B4-BE49-F238E27FC236}">
                    <a16:creationId xmlns:a16="http://schemas.microsoft.com/office/drawing/2014/main" xmlns="" id="{0BB7E6A2-C551-4CAC-8A7C-CB084AC0393D}"/>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9" name="Freeform 18">
                <a:extLst>
                  <a:ext uri="{FF2B5EF4-FFF2-40B4-BE49-F238E27FC236}">
                    <a16:creationId xmlns:a16="http://schemas.microsoft.com/office/drawing/2014/main" xmlns="" id="{AF11A2EA-0B28-440D-ABC0-47F76546FA4B}"/>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0" name="Freeform 19">
                <a:extLst>
                  <a:ext uri="{FF2B5EF4-FFF2-40B4-BE49-F238E27FC236}">
                    <a16:creationId xmlns:a16="http://schemas.microsoft.com/office/drawing/2014/main" xmlns="" id="{687C0C1A-D1C7-41A9-8A9A-4EB1400A640C}"/>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2" name="Freeform 20">
                <a:extLst>
                  <a:ext uri="{FF2B5EF4-FFF2-40B4-BE49-F238E27FC236}">
                    <a16:creationId xmlns:a16="http://schemas.microsoft.com/office/drawing/2014/main" xmlns="" id="{B1AD26CB-2631-47D6-8B94-0C2DE8DAE1DF}"/>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3" name="Freeform 21">
                <a:extLst>
                  <a:ext uri="{FF2B5EF4-FFF2-40B4-BE49-F238E27FC236}">
                    <a16:creationId xmlns:a16="http://schemas.microsoft.com/office/drawing/2014/main" xmlns="" id="{7188BA7E-50BA-44F8-9949-24203A649509}"/>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4" name="Freeform 22">
                <a:extLst>
                  <a:ext uri="{FF2B5EF4-FFF2-40B4-BE49-F238E27FC236}">
                    <a16:creationId xmlns:a16="http://schemas.microsoft.com/office/drawing/2014/main" xmlns="" id="{59E8A17F-9E83-487C-BAAE-EF2645C4653C}"/>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5" name="Freeform 23">
                <a:extLst>
                  <a:ext uri="{FF2B5EF4-FFF2-40B4-BE49-F238E27FC236}">
                    <a16:creationId xmlns:a16="http://schemas.microsoft.com/office/drawing/2014/main" xmlns="" id="{6874771E-6EC2-40B7-8593-A8A420AEEAD7}"/>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6" name="Freeform 25">
                <a:extLst>
                  <a:ext uri="{FF2B5EF4-FFF2-40B4-BE49-F238E27FC236}">
                    <a16:creationId xmlns:a16="http://schemas.microsoft.com/office/drawing/2014/main" xmlns="" id="{CDD46DA1-964F-4E43-A6AD-31009905952B}"/>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7" name="Freeform 27">
                <a:extLst>
                  <a:ext uri="{FF2B5EF4-FFF2-40B4-BE49-F238E27FC236}">
                    <a16:creationId xmlns:a16="http://schemas.microsoft.com/office/drawing/2014/main" xmlns="" id="{79E10957-7621-455A-A65D-63395B54CD8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8" name="Freeform 29">
                <a:extLst>
                  <a:ext uri="{FF2B5EF4-FFF2-40B4-BE49-F238E27FC236}">
                    <a16:creationId xmlns:a16="http://schemas.microsoft.com/office/drawing/2014/main" xmlns="" id="{5C881E13-4696-4D4F-B82A-A15CE965951E}"/>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9" name="Freeform 30">
                <a:extLst>
                  <a:ext uri="{FF2B5EF4-FFF2-40B4-BE49-F238E27FC236}">
                    <a16:creationId xmlns:a16="http://schemas.microsoft.com/office/drawing/2014/main" xmlns="" id="{57334090-4538-4D00-B942-CBD745D65BC1}"/>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0" name="Freeform 31">
                <a:extLst>
                  <a:ext uri="{FF2B5EF4-FFF2-40B4-BE49-F238E27FC236}">
                    <a16:creationId xmlns:a16="http://schemas.microsoft.com/office/drawing/2014/main" xmlns="" id="{BA16E188-C562-41A4-9B4A-9DBEBF95A377}"/>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1" name="Freeform 32">
                <a:extLst>
                  <a:ext uri="{FF2B5EF4-FFF2-40B4-BE49-F238E27FC236}">
                    <a16:creationId xmlns:a16="http://schemas.microsoft.com/office/drawing/2014/main" xmlns="" id="{04D8D32A-D397-417E-8C9F-BDEF41F83EB9}"/>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2" name="Freeform 33">
                <a:extLst>
                  <a:ext uri="{FF2B5EF4-FFF2-40B4-BE49-F238E27FC236}">
                    <a16:creationId xmlns:a16="http://schemas.microsoft.com/office/drawing/2014/main" xmlns="" id="{80ECFE5A-CC82-4F7B-9CB9-E42947E66DC6}"/>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3" name="Freeform 34">
                <a:extLst>
                  <a:ext uri="{FF2B5EF4-FFF2-40B4-BE49-F238E27FC236}">
                    <a16:creationId xmlns:a16="http://schemas.microsoft.com/office/drawing/2014/main" xmlns="" id="{A2B2A5CC-F142-4967-9397-104C57D6D51E}"/>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4" name="Freeform 35">
                <a:extLst>
                  <a:ext uri="{FF2B5EF4-FFF2-40B4-BE49-F238E27FC236}">
                    <a16:creationId xmlns:a16="http://schemas.microsoft.com/office/drawing/2014/main" xmlns="" id="{C6DC5263-4BE0-4098-8265-18B3D919C540}"/>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85" name="组合 84">
              <a:extLst>
                <a:ext uri="{FF2B5EF4-FFF2-40B4-BE49-F238E27FC236}">
                  <a16:creationId xmlns:a16="http://schemas.microsoft.com/office/drawing/2014/main" xmlns="" id="{0FEBB34A-9216-4734-ABDB-24C619203A22}"/>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a:extLst>
                  <a:ext uri="{FF2B5EF4-FFF2-40B4-BE49-F238E27FC236}">
                    <a16:creationId xmlns:a16="http://schemas.microsoft.com/office/drawing/2014/main" xmlns="" id="{BAAACB60-72C2-4416-9299-161860BAE9EE}"/>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7" name="Freeform 10">
                <a:extLst>
                  <a:ext uri="{FF2B5EF4-FFF2-40B4-BE49-F238E27FC236}">
                    <a16:creationId xmlns:a16="http://schemas.microsoft.com/office/drawing/2014/main" xmlns="" id="{8CAA1636-149B-4EDA-B31F-4978A1DAA4F3}"/>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8" name="Freeform 11">
                <a:extLst>
                  <a:ext uri="{FF2B5EF4-FFF2-40B4-BE49-F238E27FC236}">
                    <a16:creationId xmlns:a16="http://schemas.microsoft.com/office/drawing/2014/main" xmlns="" id="{FDF2BF3F-AB31-4F63-9678-BFF5CCE4454A}"/>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9" name="Freeform 12">
                <a:extLst>
                  <a:ext uri="{FF2B5EF4-FFF2-40B4-BE49-F238E27FC236}">
                    <a16:creationId xmlns:a16="http://schemas.microsoft.com/office/drawing/2014/main" xmlns="" id="{5B526479-0DBF-4737-8331-32D1E952C9D8}"/>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0" name="Freeform 13">
                <a:extLst>
                  <a:ext uri="{FF2B5EF4-FFF2-40B4-BE49-F238E27FC236}">
                    <a16:creationId xmlns:a16="http://schemas.microsoft.com/office/drawing/2014/main" xmlns="" id="{E3947BE1-C3AE-4CFB-BFFE-ABA981B89672}"/>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1" name="Freeform 14">
                <a:extLst>
                  <a:ext uri="{FF2B5EF4-FFF2-40B4-BE49-F238E27FC236}">
                    <a16:creationId xmlns:a16="http://schemas.microsoft.com/office/drawing/2014/main" xmlns="" id="{F2A49C76-5480-41CE-9ADE-B8DA9152D704}"/>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2" name="Freeform 15">
                <a:extLst>
                  <a:ext uri="{FF2B5EF4-FFF2-40B4-BE49-F238E27FC236}">
                    <a16:creationId xmlns:a16="http://schemas.microsoft.com/office/drawing/2014/main" xmlns="" id="{16AD1742-67D8-4026-84B3-87236E785A6B}"/>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3" name="Freeform 16">
                <a:extLst>
                  <a:ext uri="{FF2B5EF4-FFF2-40B4-BE49-F238E27FC236}">
                    <a16:creationId xmlns:a16="http://schemas.microsoft.com/office/drawing/2014/main" xmlns="" id="{CDEDCC72-5F8A-4DD8-9E4E-D7527A11A8EC}"/>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4" name="Freeform 24">
                <a:extLst>
                  <a:ext uri="{FF2B5EF4-FFF2-40B4-BE49-F238E27FC236}">
                    <a16:creationId xmlns:a16="http://schemas.microsoft.com/office/drawing/2014/main" xmlns="" id="{43DCC307-4F60-4FFF-A2A5-A29470381E5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5" name="Freeform 26">
                <a:extLst>
                  <a:ext uri="{FF2B5EF4-FFF2-40B4-BE49-F238E27FC236}">
                    <a16:creationId xmlns:a16="http://schemas.microsoft.com/office/drawing/2014/main" xmlns="" id="{B9F88D38-2706-4475-8802-6F4F5D2EF22D}"/>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6" name="Freeform 28">
                <a:extLst>
                  <a:ext uri="{FF2B5EF4-FFF2-40B4-BE49-F238E27FC236}">
                    <a16:creationId xmlns:a16="http://schemas.microsoft.com/office/drawing/2014/main" xmlns="" id="{8F836E50-664C-489E-B463-9D8B808D647E}"/>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7" name="Freeform 36">
                <a:extLst>
                  <a:ext uri="{FF2B5EF4-FFF2-40B4-BE49-F238E27FC236}">
                    <a16:creationId xmlns:a16="http://schemas.microsoft.com/office/drawing/2014/main" xmlns="" id="{81C3B568-D4E9-40A8-AA80-68ECCA6EFC73}"/>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98" name="组合 97">
              <a:extLst>
                <a:ext uri="{FF2B5EF4-FFF2-40B4-BE49-F238E27FC236}">
                  <a16:creationId xmlns:a16="http://schemas.microsoft.com/office/drawing/2014/main" xmlns="" id="{90DC71DC-0BCB-48A8-A72D-C25256144DE0}"/>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99" name="Freeform 8">
                <a:extLst>
                  <a:ext uri="{FF2B5EF4-FFF2-40B4-BE49-F238E27FC236}">
                    <a16:creationId xmlns:a16="http://schemas.microsoft.com/office/drawing/2014/main" xmlns="" id="{57D1E859-5CEB-4609-8E48-13EBEA79EA5D}"/>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0" name="Freeform 42">
                <a:extLst>
                  <a:ext uri="{FF2B5EF4-FFF2-40B4-BE49-F238E27FC236}">
                    <a16:creationId xmlns:a16="http://schemas.microsoft.com/office/drawing/2014/main" xmlns="" id="{A033A341-EE5C-4CFF-8FE9-10E577DFE665}"/>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1" name="Freeform 43">
                <a:extLst>
                  <a:ext uri="{FF2B5EF4-FFF2-40B4-BE49-F238E27FC236}">
                    <a16:creationId xmlns:a16="http://schemas.microsoft.com/office/drawing/2014/main" xmlns="" id="{672D9D2F-B971-45A7-BEA6-0BE6565B628A}"/>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2" name="Freeform 44">
                <a:extLst>
                  <a:ext uri="{FF2B5EF4-FFF2-40B4-BE49-F238E27FC236}">
                    <a16:creationId xmlns:a16="http://schemas.microsoft.com/office/drawing/2014/main" xmlns="" id="{E905262E-566E-456A-8A2C-4D36BAC742A2}"/>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3" name="Freeform 45">
                <a:extLst>
                  <a:ext uri="{FF2B5EF4-FFF2-40B4-BE49-F238E27FC236}">
                    <a16:creationId xmlns:a16="http://schemas.microsoft.com/office/drawing/2014/main" xmlns="" id="{72E93604-F1A1-4374-9DEA-9A647838A73D}"/>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4" name="Freeform 46">
                <a:extLst>
                  <a:ext uri="{FF2B5EF4-FFF2-40B4-BE49-F238E27FC236}">
                    <a16:creationId xmlns:a16="http://schemas.microsoft.com/office/drawing/2014/main" xmlns="" id="{D202D4C6-F78A-4048-8132-DEFFD80BA870}"/>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5" name="Freeform 47">
                <a:extLst>
                  <a:ext uri="{FF2B5EF4-FFF2-40B4-BE49-F238E27FC236}">
                    <a16:creationId xmlns:a16="http://schemas.microsoft.com/office/drawing/2014/main" xmlns="" id="{38D2C29B-8AE7-40CF-9AC3-F0EFB8D20286}"/>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6" name="Freeform 48">
                <a:extLst>
                  <a:ext uri="{FF2B5EF4-FFF2-40B4-BE49-F238E27FC236}">
                    <a16:creationId xmlns:a16="http://schemas.microsoft.com/office/drawing/2014/main" xmlns="" id="{ABA50FBF-BA46-4469-8806-C69C007B2D1B}"/>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7" name="Freeform 49">
                <a:extLst>
                  <a:ext uri="{FF2B5EF4-FFF2-40B4-BE49-F238E27FC236}">
                    <a16:creationId xmlns:a16="http://schemas.microsoft.com/office/drawing/2014/main" xmlns="" id="{B83B4A3F-FC0E-43BC-BFCA-F5A8EA5B8536}"/>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8" name="Freeform 50">
                <a:extLst>
                  <a:ext uri="{FF2B5EF4-FFF2-40B4-BE49-F238E27FC236}">
                    <a16:creationId xmlns:a16="http://schemas.microsoft.com/office/drawing/2014/main" xmlns="" id="{11F4E97B-BA23-4998-BFB7-B0025EC32AFC}"/>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9" name="Freeform 51">
                <a:extLst>
                  <a:ext uri="{FF2B5EF4-FFF2-40B4-BE49-F238E27FC236}">
                    <a16:creationId xmlns:a16="http://schemas.microsoft.com/office/drawing/2014/main" xmlns="" id="{9E8B953D-8774-449E-8415-F81822ACB868}"/>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0" name="Freeform 52">
                <a:extLst>
                  <a:ext uri="{FF2B5EF4-FFF2-40B4-BE49-F238E27FC236}">
                    <a16:creationId xmlns:a16="http://schemas.microsoft.com/office/drawing/2014/main" xmlns="" id="{139920B7-00AE-4E16-A01E-1994DDBD530B}"/>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1" name="Freeform 53">
                <a:extLst>
                  <a:ext uri="{FF2B5EF4-FFF2-40B4-BE49-F238E27FC236}">
                    <a16:creationId xmlns:a16="http://schemas.microsoft.com/office/drawing/2014/main" xmlns="" id="{F9763041-78AD-4C52-B55D-880766C7F94C}"/>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2" name="Freeform 54">
                <a:extLst>
                  <a:ext uri="{FF2B5EF4-FFF2-40B4-BE49-F238E27FC236}">
                    <a16:creationId xmlns:a16="http://schemas.microsoft.com/office/drawing/2014/main" xmlns="" id="{F8640249-AA21-4144-8039-62CBDB8DA917}"/>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3" name="Freeform 55">
                <a:extLst>
                  <a:ext uri="{FF2B5EF4-FFF2-40B4-BE49-F238E27FC236}">
                    <a16:creationId xmlns:a16="http://schemas.microsoft.com/office/drawing/2014/main" xmlns="" id="{94D56455-C6B2-4D73-808E-1488E2572309}"/>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4" name="Freeform 56">
                <a:extLst>
                  <a:ext uri="{FF2B5EF4-FFF2-40B4-BE49-F238E27FC236}">
                    <a16:creationId xmlns:a16="http://schemas.microsoft.com/office/drawing/2014/main" xmlns="" id="{87C9E5ED-6CE0-49AB-A63F-8E727D78378E}"/>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5" name="Freeform 57">
                <a:extLst>
                  <a:ext uri="{FF2B5EF4-FFF2-40B4-BE49-F238E27FC236}">
                    <a16:creationId xmlns:a16="http://schemas.microsoft.com/office/drawing/2014/main" xmlns="" id="{3FE00EFE-FD79-4957-9FAA-81DA1FEB8090}"/>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6" name="Freeform 58">
                <a:extLst>
                  <a:ext uri="{FF2B5EF4-FFF2-40B4-BE49-F238E27FC236}">
                    <a16:creationId xmlns:a16="http://schemas.microsoft.com/office/drawing/2014/main" xmlns="" id="{3E36B85B-5FED-4861-8B47-BD80F2C00972}"/>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7" name="Freeform 59">
                <a:extLst>
                  <a:ext uri="{FF2B5EF4-FFF2-40B4-BE49-F238E27FC236}">
                    <a16:creationId xmlns:a16="http://schemas.microsoft.com/office/drawing/2014/main" xmlns="" id="{D47BCC9E-103F-42BB-9CE3-0C5F64C02580}"/>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8" name="Freeform 60">
                <a:extLst>
                  <a:ext uri="{FF2B5EF4-FFF2-40B4-BE49-F238E27FC236}">
                    <a16:creationId xmlns:a16="http://schemas.microsoft.com/office/drawing/2014/main" xmlns="" id="{E8B7F0D0-2612-4EB4-948A-2CA494D40DB7}"/>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9" name="Freeform 61">
                <a:extLst>
                  <a:ext uri="{FF2B5EF4-FFF2-40B4-BE49-F238E27FC236}">
                    <a16:creationId xmlns:a16="http://schemas.microsoft.com/office/drawing/2014/main" xmlns="" id="{A3973DC8-DF16-4791-87B5-6680BEEF3D0E}"/>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0" name="Freeform 62">
                <a:extLst>
                  <a:ext uri="{FF2B5EF4-FFF2-40B4-BE49-F238E27FC236}">
                    <a16:creationId xmlns:a16="http://schemas.microsoft.com/office/drawing/2014/main" xmlns="" id="{40A0B001-1F50-47ED-AD9F-1BA3203E2DB1}"/>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1" name="Freeform 71">
                <a:extLst>
                  <a:ext uri="{FF2B5EF4-FFF2-40B4-BE49-F238E27FC236}">
                    <a16:creationId xmlns:a16="http://schemas.microsoft.com/office/drawing/2014/main" xmlns="" id="{30AE187D-C75A-4EC3-8322-8AD80C98F63C}"/>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cxnSp>
        <p:nvCxnSpPr>
          <p:cNvPr id="122" name="直接连接符 121">
            <a:extLst>
              <a:ext uri="{FF2B5EF4-FFF2-40B4-BE49-F238E27FC236}">
                <a16:creationId xmlns:a16="http://schemas.microsoft.com/office/drawing/2014/main" xmlns="" id="{44ED58EF-63CC-4876-87B1-66450A7862C6}"/>
              </a:ext>
            </a:extLst>
          </p:cNvPr>
          <p:cNvCxnSpPr>
            <a:cxnSpLocks/>
          </p:cNvCxnSpPr>
          <p:nvPr userDrawn="1"/>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71" name="直接连接符 70">
            <a:extLst>
              <a:ext uri="{FF2B5EF4-FFF2-40B4-BE49-F238E27FC236}">
                <a16:creationId xmlns:a16="http://schemas.microsoft.com/office/drawing/2014/main" xmlns="" id="{E65A605E-CDFB-48F0-9262-92E6FAB0F34F}"/>
              </a:ext>
            </a:extLst>
          </p:cNvPr>
          <p:cNvCxnSpPr>
            <a:cxnSpLocks/>
          </p:cNvCxnSpPr>
          <p:nvPr userDrawn="1"/>
        </p:nvCxnSpPr>
        <p:spPr>
          <a:xfrm>
            <a:off x="745067" y="868363"/>
            <a:ext cx="11008783"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a:extLst>
              <a:ext uri="{FF2B5EF4-FFF2-40B4-BE49-F238E27FC236}">
                <a16:creationId xmlns:a16="http://schemas.microsoft.com/office/drawing/2014/main" xmlns="" id="{1DC1FD71-DEEB-4393-91A7-3EA78EA471F7}"/>
              </a:ext>
            </a:extLst>
          </p:cNvPr>
          <p:cNvCxnSpPr>
            <a:cxnSpLocks/>
          </p:cNvCxnSpPr>
          <p:nvPr/>
        </p:nvCxnSpPr>
        <p:spPr>
          <a:xfrm>
            <a:off x="528706" y="867990"/>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4" name="标题 1">
            <a:extLst>
              <a:ext uri="{FF2B5EF4-FFF2-40B4-BE49-F238E27FC236}">
                <a16:creationId xmlns:a16="http://schemas.microsoft.com/office/drawing/2014/main" xmlns="" id="{D1EB5750-0A9D-4CDA-8A3E-C75D4C68F34A}"/>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Tree>
    <p:extLst>
      <p:ext uri="{BB962C8B-B14F-4D97-AF65-F5344CB8AC3E}">
        <p14:creationId xmlns:p14="http://schemas.microsoft.com/office/powerpoint/2010/main" xmlns="" val="1250273013"/>
      </p:ext>
    </p:extLst>
  </p:cSld>
  <p:clrMapOvr>
    <a:masterClrMapping/>
  </p:clrMapOvr>
  <p:extLst>
    <p:ext uri="{DCECCB84-F9BA-43D5-87BE-67443E8EF086}">
      <p15:sldGuideLst xmlns:p15="http://schemas.microsoft.com/office/powerpoint/2012/main" xmlns="">
        <p15:guide id="4" pos="3840">
          <p15:clr>
            <a:srgbClr val="FBAE40"/>
          </p15:clr>
        </p15:guide>
      </p15:sldGuideLst>
    </p:ext>
  </p:extLst>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内容页-上短下长">
    <p:spTree>
      <p:nvGrpSpPr>
        <p:cNvPr id="1" name=""/>
        <p:cNvGrpSpPr/>
        <p:nvPr/>
      </p:nvGrpSpPr>
      <p:grpSpPr>
        <a:xfrm>
          <a:off x="0" y="0"/>
          <a:ext cx="0" cy="0"/>
          <a:chOff x="0" y="0"/>
          <a:chExt cx="0" cy="0"/>
        </a:xfrm>
      </p:grpSpPr>
      <p:grpSp>
        <p:nvGrpSpPr>
          <p:cNvPr id="63" name="组合 62">
            <a:extLst>
              <a:ext uri="{FF2B5EF4-FFF2-40B4-BE49-F238E27FC236}">
                <a16:creationId xmlns:a16="http://schemas.microsoft.com/office/drawing/2014/main" xmlns="" id="{73F46A27-B045-491C-8492-DC2AE1277C86}"/>
              </a:ext>
            </a:extLst>
          </p:cNvPr>
          <p:cNvGrpSpPr/>
          <p:nvPr userDrawn="1"/>
        </p:nvGrpSpPr>
        <p:grpSpPr>
          <a:xfrm>
            <a:off x="528706" y="867990"/>
            <a:ext cx="2433027" cy="0"/>
            <a:chOff x="7460343" y="1311756"/>
            <a:chExt cx="2433027" cy="0"/>
          </a:xfrm>
        </p:grpSpPr>
        <p:cxnSp>
          <p:nvCxnSpPr>
            <p:cNvPr id="64" name="直接连接符 63">
              <a:extLst>
                <a:ext uri="{FF2B5EF4-FFF2-40B4-BE49-F238E27FC236}">
                  <a16:creationId xmlns:a16="http://schemas.microsoft.com/office/drawing/2014/main" xmlns="" id="{B77B3D24-6FB9-41AF-8DFD-6DE7FAB86A89}"/>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a:extLst>
                <a:ext uri="{FF2B5EF4-FFF2-40B4-BE49-F238E27FC236}">
                  <a16:creationId xmlns:a16="http://schemas.microsoft.com/office/drawing/2014/main" xmlns="" id="{1DC1FD71-DEEB-4393-91A7-3EA78EA471F7}"/>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 name="组合 2">
            <a:extLst>
              <a:ext uri="{FF2B5EF4-FFF2-40B4-BE49-F238E27FC236}">
                <a16:creationId xmlns:a16="http://schemas.microsoft.com/office/drawing/2014/main" xmlns="" id="{B4AE79B1-1619-41E3-8A2F-8EC4722BC253}"/>
              </a:ext>
            </a:extLst>
          </p:cNvPr>
          <p:cNvGrpSpPr/>
          <p:nvPr userDrawn="1"/>
        </p:nvGrpSpPr>
        <p:grpSpPr>
          <a:xfrm>
            <a:off x="10177780" y="329882"/>
            <a:ext cx="1512002" cy="444892"/>
            <a:chOff x="9556201" y="498129"/>
            <a:chExt cx="1993881" cy="586680"/>
          </a:xfrm>
        </p:grpSpPr>
        <p:grpSp>
          <p:nvGrpSpPr>
            <p:cNvPr id="66" name="组合 65">
              <a:extLst>
                <a:ext uri="{FF2B5EF4-FFF2-40B4-BE49-F238E27FC236}">
                  <a16:creationId xmlns:a16="http://schemas.microsoft.com/office/drawing/2014/main" xmlns="" id="{5C15F262-2B8A-43C1-93DC-339774166331}"/>
                </a:ext>
              </a:extLst>
            </p:cNvPr>
            <p:cNvGrpSpPr/>
            <p:nvPr userDrawn="1"/>
          </p:nvGrpSpPr>
          <p:grpSpPr>
            <a:xfrm>
              <a:off x="10239376" y="968937"/>
              <a:ext cx="1307697" cy="96254"/>
              <a:chOff x="4616246" y="3878362"/>
              <a:chExt cx="5571416" cy="410087"/>
            </a:xfrm>
            <a:solidFill>
              <a:schemeClr val="tx1">
                <a:alpha val="80000"/>
              </a:schemeClr>
            </a:solidFill>
          </p:grpSpPr>
          <p:sp>
            <p:nvSpPr>
              <p:cNvPr id="68" name="Freeform 17">
                <a:extLst>
                  <a:ext uri="{FF2B5EF4-FFF2-40B4-BE49-F238E27FC236}">
                    <a16:creationId xmlns:a16="http://schemas.microsoft.com/office/drawing/2014/main" xmlns="" id="{0BB7E6A2-C551-4CAC-8A7C-CB084AC0393D}"/>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9" name="Freeform 18">
                <a:extLst>
                  <a:ext uri="{FF2B5EF4-FFF2-40B4-BE49-F238E27FC236}">
                    <a16:creationId xmlns:a16="http://schemas.microsoft.com/office/drawing/2014/main" xmlns="" id="{AF11A2EA-0B28-440D-ABC0-47F76546FA4B}"/>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0" name="Freeform 19">
                <a:extLst>
                  <a:ext uri="{FF2B5EF4-FFF2-40B4-BE49-F238E27FC236}">
                    <a16:creationId xmlns:a16="http://schemas.microsoft.com/office/drawing/2014/main" xmlns="" id="{687C0C1A-D1C7-41A9-8A9A-4EB1400A640C}"/>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2" name="Freeform 20">
                <a:extLst>
                  <a:ext uri="{FF2B5EF4-FFF2-40B4-BE49-F238E27FC236}">
                    <a16:creationId xmlns:a16="http://schemas.microsoft.com/office/drawing/2014/main" xmlns="" id="{B1AD26CB-2631-47D6-8B94-0C2DE8DAE1DF}"/>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3" name="Freeform 21">
                <a:extLst>
                  <a:ext uri="{FF2B5EF4-FFF2-40B4-BE49-F238E27FC236}">
                    <a16:creationId xmlns:a16="http://schemas.microsoft.com/office/drawing/2014/main" xmlns="" id="{7188BA7E-50BA-44F8-9949-24203A649509}"/>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4" name="Freeform 22">
                <a:extLst>
                  <a:ext uri="{FF2B5EF4-FFF2-40B4-BE49-F238E27FC236}">
                    <a16:creationId xmlns:a16="http://schemas.microsoft.com/office/drawing/2014/main" xmlns="" id="{59E8A17F-9E83-487C-BAAE-EF2645C4653C}"/>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5" name="Freeform 23">
                <a:extLst>
                  <a:ext uri="{FF2B5EF4-FFF2-40B4-BE49-F238E27FC236}">
                    <a16:creationId xmlns:a16="http://schemas.microsoft.com/office/drawing/2014/main" xmlns="" id="{6874771E-6EC2-40B7-8593-A8A420AEEAD7}"/>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6" name="Freeform 25">
                <a:extLst>
                  <a:ext uri="{FF2B5EF4-FFF2-40B4-BE49-F238E27FC236}">
                    <a16:creationId xmlns:a16="http://schemas.microsoft.com/office/drawing/2014/main" xmlns="" id="{CDD46DA1-964F-4E43-A6AD-31009905952B}"/>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7" name="Freeform 27">
                <a:extLst>
                  <a:ext uri="{FF2B5EF4-FFF2-40B4-BE49-F238E27FC236}">
                    <a16:creationId xmlns:a16="http://schemas.microsoft.com/office/drawing/2014/main" xmlns="" id="{79E10957-7621-455A-A65D-63395B54CD8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8" name="Freeform 29">
                <a:extLst>
                  <a:ext uri="{FF2B5EF4-FFF2-40B4-BE49-F238E27FC236}">
                    <a16:creationId xmlns:a16="http://schemas.microsoft.com/office/drawing/2014/main" xmlns="" id="{5C881E13-4696-4D4F-B82A-A15CE965951E}"/>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9" name="Freeform 30">
                <a:extLst>
                  <a:ext uri="{FF2B5EF4-FFF2-40B4-BE49-F238E27FC236}">
                    <a16:creationId xmlns:a16="http://schemas.microsoft.com/office/drawing/2014/main" xmlns="" id="{57334090-4538-4D00-B942-CBD745D65BC1}"/>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0" name="Freeform 31">
                <a:extLst>
                  <a:ext uri="{FF2B5EF4-FFF2-40B4-BE49-F238E27FC236}">
                    <a16:creationId xmlns:a16="http://schemas.microsoft.com/office/drawing/2014/main" xmlns="" id="{BA16E188-C562-41A4-9B4A-9DBEBF95A377}"/>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1" name="Freeform 32">
                <a:extLst>
                  <a:ext uri="{FF2B5EF4-FFF2-40B4-BE49-F238E27FC236}">
                    <a16:creationId xmlns:a16="http://schemas.microsoft.com/office/drawing/2014/main" xmlns="" id="{04D8D32A-D397-417E-8C9F-BDEF41F83EB9}"/>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2" name="Freeform 33">
                <a:extLst>
                  <a:ext uri="{FF2B5EF4-FFF2-40B4-BE49-F238E27FC236}">
                    <a16:creationId xmlns:a16="http://schemas.microsoft.com/office/drawing/2014/main" xmlns="" id="{80ECFE5A-CC82-4F7B-9CB9-E42947E66DC6}"/>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3" name="Freeform 34">
                <a:extLst>
                  <a:ext uri="{FF2B5EF4-FFF2-40B4-BE49-F238E27FC236}">
                    <a16:creationId xmlns:a16="http://schemas.microsoft.com/office/drawing/2014/main" xmlns="" id="{A2B2A5CC-F142-4967-9397-104C57D6D51E}"/>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4" name="Freeform 35">
                <a:extLst>
                  <a:ext uri="{FF2B5EF4-FFF2-40B4-BE49-F238E27FC236}">
                    <a16:creationId xmlns:a16="http://schemas.microsoft.com/office/drawing/2014/main" xmlns="" id="{C6DC5263-4BE0-4098-8265-18B3D919C540}"/>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85" name="组合 84">
              <a:extLst>
                <a:ext uri="{FF2B5EF4-FFF2-40B4-BE49-F238E27FC236}">
                  <a16:creationId xmlns:a16="http://schemas.microsoft.com/office/drawing/2014/main" xmlns="" id="{0FEBB34A-9216-4734-ABDB-24C619203A22}"/>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a:extLst>
                  <a:ext uri="{FF2B5EF4-FFF2-40B4-BE49-F238E27FC236}">
                    <a16:creationId xmlns:a16="http://schemas.microsoft.com/office/drawing/2014/main" xmlns="" id="{BAAACB60-72C2-4416-9299-161860BAE9EE}"/>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7" name="Freeform 10">
                <a:extLst>
                  <a:ext uri="{FF2B5EF4-FFF2-40B4-BE49-F238E27FC236}">
                    <a16:creationId xmlns:a16="http://schemas.microsoft.com/office/drawing/2014/main" xmlns="" id="{8CAA1636-149B-4EDA-B31F-4978A1DAA4F3}"/>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8" name="Freeform 11">
                <a:extLst>
                  <a:ext uri="{FF2B5EF4-FFF2-40B4-BE49-F238E27FC236}">
                    <a16:creationId xmlns:a16="http://schemas.microsoft.com/office/drawing/2014/main" xmlns="" id="{FDF2BF3F-AB31-4F63-9678-BFF5CCE4454A}"/>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9" name="Freeform 12">
                <a:extLst>
                  <a:ext uri="{FF2B5EF4-FFF2-40B4-BE49-F238E27FC236}">
                    <a16:creationId xmlns:a16="http://schemas.microsoft.com/office/drawing/2014/main" xmlns="" id="{5B526479-0DBF-4737-8331-32D1E952C9D8}"/>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0" name="Freeform 13">
                <a:extLst>
                  <a:ext uri="{FF2B5EF4-FFF2-40B4-BE49-F238E27FC236}">
                    <a16:creationId xmlns:a16="http://schemas.microsoft.com/office/drawing/2014/main" xmlns="" id="{E3947BE1-C3AE-4CFB-BFFE-ABA981B89672}"/>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1" name="Freeform 14">
                <a:extLst>
                  <a:ext uri="{FF2B5EF4-FFF2-40B4-BE49-F238E27FC236}">
                    <a16:creationId xmlns:a16="http://schemas.microsoft.com/office/drawing/2014/main" xmlns="" id="{F2A49C76-5480-41CE-9ADE-B8DA9152D704}"/>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2" name="Freeform 15">
                <a:extLst>
                  <a:ext uri="{FF2B5EF4-FFF2-40B4-BE49-F238E27FC236}">
                    <a16:creationId xmlns:a16="http://schemas.microsoft.com/office/drawing/2014/main" xmlns="" id="{16AD1742-67D8-4026-84B3-87236E785A6B}"/>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3" name="Freeform 16">
                <a:extLst>
                  <a:ext uri="{FF2B5EF4-FFF2-40B4-BE49-F238E27FC236}">
                    <a16:creationId xmlns:a16="http://schemas.microsoft.com/office/drawing/2014/main" xmlns="" id="{CDEDCC72-5F8A-4DD8-9E4E-D7527A11A8EC}"/>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4" name="Freeform 24">
                <a:extLst>
                  <a:ext uri="{FF2B5EF4-FFF2-40B4-BE49-F238E27FC236}">
                    <a16:creationId xmlns:a16="http://schemas.microsoft.com/office/drawing/2014/main" xmlns="" id="{43DCC307-4F60-4FFF-A2A5-A29470381E5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5" name="Freeform 26">
                <a:extLst>
                  <a:ext uri="{FF2B5EF4-FFF2-40B4-BE49-F238E27FC236}">
                    <a16:creationId xmlns:a16="http://schemas.microsoft.com/office/drawing/2014/main" xmlns="" id="{B9F88D38-2706-4475-8802-6F4F5D2EF22D}"/>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6" name="Freeform 28">
                <a:extLst>
                  <a:ext uri="{FF2B5EF4-FFF2-40B4-BE49-F238E27FC236}">
                    <a16:creationId xmlns:a16="http://schemas.microsoft.com/office/drawing/2014/main" xmlns="" id="{8F836E50-664C-489E-B463-9D8B808D647E}"/>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7" name="Freeform 36">
                <a:extLst>
                  <a:ext uri="{FF2B5EF4-FFF2-40B4-BE49-F238E27FC236}">
                    <a16:creationId xmlns:a16="http://schemas.microsoft.com/office/drawing/2014/main" xmlns="" id="{81C3B568-D4E9-40A8-AA80-68ECCA6EFC73}"/>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98" name="组合 97">
              <a:extLst>
                <a:ext uri="{FF2B5EF4-FFF2-40B4-BE49-F238E27FC236}">
                  <a16:creationId xmlns:a16="http://schemas.microsoft.com/office/drawing/2014/main" xmlns="" id="{90DC71DC-0BCB-48A8-A72D-C25256144DE0}"/>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99" name="Freeform 8">
                <a:extLst>
                  <a:ext uri="{FF2B5EF4-FFF2-40B4-BE49-F238E27FC236}">
                    <a16:creationId xmlns:a16="http://schemas.microsoft.com/office/drawing/2014/main" xmlns="" id="{57D1E859-5CEB-4609-8E48-13EBEA79EA5D}"/>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0" name="Freeform 42">
                <a:extLst>
                  <a:ext uri="{FF2B5EF4-FFF2-40B4-BE49-F238E27FC236}">
                    <a16:creationId xmlns:a16="http://schemas.microsoft.com/office/drawing/2014/main" xmlns="" id="{A033A341-EE5C-4CFF-8FE9-10E577DFE665}"/>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1" name="Freeform 43">
                <a:extLst>
                  <a:ext uri="{FF2B5EF4-FFF2-40B4-BE49-F238E27FC236}">
                    <a16:creationId xmlns:a16="http://schemas.microsoft.com/office/drawing/2014/main" xmlns="" id="{672D9D2F-B971-45A7-BEA6-0BE6565B628A}"/>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2" name="Freeform 44">
                <a:extLst>
                  <a:ext uri="{FF2B5EF4-FFF2-40B4-BE49-F238E27FC236}">
                    <a16:creationId xmlns:a16="http://schemas.microsoft.com/office/drawing/2014/main" xmlns="" id="{E905262E-566E-456A-8A2C-4D36BAC742A2}"/>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3" name="Freeform 45">
                <a:extLst>
                  <a:ext uri="{FF2B5EF4-FFF2-40B4-BE49-F238E27FC236}">
                    <a16:creationId xmlns:a16="http://schemas.microsoft.com/office/drawing/2014/main" xmlns="" id="{72E93604-F1A1-4374-9DEA-9A647838A73D}"/>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4" name="Freeform 46">
                <a:extLst>
                  <a:ext uri="{FF2B5EF4-FFF2-40B4-BE49-F238E27FC236}">
                    <a16:creationId xmlns:a16="http://schemas.microsoft.com/office/drawing/2014/main" xmlns="" id="{D202D4C6-F78A-4048-8132-DEFFD80BA870}"/>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5" name="Freeform 47">
                <a:extLst>
                  <a:ext uri="{FF2B5EF4-FFF2-40B4-BE49-F238E27FC236}">
                    <a16:creationId xmlns:a16="http://schemas.microsoft.com/office/drawing/2014/main" xmlns="" id="{38D2C29B-8AE7-40CF-9AC3-F0EFB8D20286}"/>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6" name="Freeform 48">
                <a:extLst>
                  <a:ext uri="{FF2B5EF4-FFF2-40B4-BE49-F238E27FC236}">
                    <a16:creationId xmlns:a16="http://schemas.microsoft.com/office/drawing/2014/main" xmlns="" id="{ABA50FBF-BA46-4469-8806-C69C007B2D1B}"/>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7" name="Freeform 49">
                <a:extLst>
                  <a:ext uri="{FF2B5EF4-FFF2-40B4-BE49-F238E27FC236}">
                    <a16:creationId xmlns:a16="http://schemas.microsoft.com/office/drawing/2014/main" xmlns="" id="{B83B4A3F-FC0E-43BC-BFCA-F5A8EA5B8536}"/>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8" name="Freeform 50">
                <a:extLst>
                  <a:ext uri="{FF2B5EF4-FFF2-40B4-BE49-F238E27FC236}">
                    <a16:creationId xmlns:a16="http://schemas.microsoft.com/office/drawing/2014/main" xmlns="" id="{11F4E97B-BA23-4998-BFB7-B0025EC32AFC}"/>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9" name="Freeform 51">
                <a:extLst>
                  <a:ext uri="{FF2B5EF4-FFF2-40B4-BE49-F238E27FC236}">
                    <a16:creationId xmlns:a16="http://schemas.microsoft.com/office/drawing/2014/main" xmlns="" id="{9E8B953D-8774-449E-8415-F81822ACB868}"/>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0" name="Freeform 52">
                <a:extLst>
                  <a:ext uri="{FF2B5EF4-FFF2-40B4-BE49-F238E27FC236}">
                    <a16:creationId xmlns:a16="http://schemas.microsoft.com/office/drawing/2014/main" xmlns="" id="{139920B7-00AE-4E16-A01E-1994DDBD530B}"/>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1" name="Freeform 53">
                <a:extLst>
                  <a:ext uri="{FF2B5EF4-FFF2-40B4-BE49-F238E27FC236}">
                    <a16:creationId xmlns:a16="http://schemas.microsoft.com/office/drawing/2014/main" xmlns="" id="{F9763041-78AD-4C52-B55D-880766C7F94C}"/>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2" name="Freeform 54">
                <a:extLst>
                  <a:ext uri="{FF2B5EF4-FFF2-40B4-BE49-F238E27FC236}">
                    <a16:creationId xmlns:a16="http://schemas.microsoft.com/office/drawing/2014/main" xmlns="" id="{F8640249-AA21-4144-8039-62CBDB8DA917}"/>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3" name="Freeform 55">
                <a:extLst>
                  <a:ext uri="{FF2B5EF4-FFF2-40B4-BE49-F238E27FC236}">
                    <a16:creationId xmlns:a16="http://schemas.microsoft.com/office/drawing/2014/main" xmlns="" id="{94D56455-C6B2-4D73-808E-1488E2572309}"/>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4" name="Freeform 56">
                <a:extLst>
                  <a:ext uri="{FF2B5EF4-FFF2-40B4-BE49-F238E27FC236}">
                    <a16:creationId xmlns:a16="http://schemas.microsoft.com/office/drawing/2014/main" xmlns="" id="{87C9E5ED-6CE0-49AB-A63F-8E727D78378E}"/>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5" name="Freeform 57">
                <a:extLst>
                  <a:ext uri="{FF2B5EF4-FFF2-40B4-BE49-F238E27FC236}">
                    <a16:creationId xmlns:a16="http://schemas.microsoft.com/office/drawing/2014/main" xmlns="" id="{3FE00EFE-FD79-4957-9FAA-81DA1FEB8090}"/>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6" name="Freeform 58">
                <a:extLst>
                  <a:ext uri="{FF2B5EF4-FFF2-40B4-BE49-F238E27FC236}">
                    <a16:creationId xmlns:a16="http://schemas.microsoft.com/office/drawing/2014/main" xmlns="" id="{3E36B85B-5FED-4861-8B47-BD80F2C00972}"/>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7" name="Freeform 59">
                <a:extLst>
                  <a:ext uri="{FF2B5EF4-FFF2-40B4-BE49-F238E27FC236}">
                    <a16:creationId xmlns:a16="http://schemas.microsoft.com/office/drawing/2014/main" xmlns="" id="{D47BCC9E-103F-42BB-9CE3-0C5F64C02580}"/>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8" name="Freeform 60">
                <a:extLst>
                  <a:ext uri="{FF2B5EF4-FFF2-40B4-BE49-F238E27FC236}">
                    <a16:creationId xmlns:a16="http://schemas.microsoft.com/office/drawing/2014/main" xmlns="" id="{E8B7F0D0-2612-4EB4-948A-2CA494D40DB7}"/>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9" name="Freeform 61">
                <a:extLst>
                  <a:ext uri="{FF2B5EF4-FFF2-40B4-BE49-F238E27FC236}">
                    <a16:creationId xmlns:a16="http://schemas.microsoft.com/office/drawing/2014/main" xmlns="" id="{A3973DC8-DF16-4791-87B5-6680BEEF3D0E}"/>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0" name="Freeform 62">
                <a:extLst>
                  <a:ext uri="{FF2B5EF4-FFF2-40B4-BE49-F238E27FC236}">
                    <a16:creationId xmlns:a16="http://schemas.microsoft.com/office/drawing/2014/main" xmlns="" id="{40A0B001-1F50-47ED-AD9F-1BA3203E2DB1}"/>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1" name="Freeform 71">
                <a:extLst>
                  <a:ext uri="{FF2B5EF4-FFF2-40B4-BE49-F238E27FC236}">
                    <a16:creationId xmlns:a16="http://schemas.microsoft.com/office/drawing/2014/main" xmlns="" id="{30AE187D-C75A-4EC3-8322-8AD80C98F63C}"/>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cxnSp>
        <p:nvCxnSpPr>
          <p:cNvPr id="122" name="直接连接符 121">
            <a:extLst>
              <a:ext uri="{FF2B5EF4-FFF2-40B4-BE49-F238E27FC236}">
                <a16:creationId xmlns:a16="http://schemas.microsoft.com/office/drawing/2014/main" xmlns="" id="{44ED58EF-63CC-4876-87B1-66450A7862C6}"/>
              </a:ext>
            </a:extLst>
          </p:cNvPr>
          <p:cNvCxnSpPr>
            <a:cxnSpLocks/>
          </p:cNvCxnSpPr>
          <p:nvPr userDrawn="1"/>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5" name="标题 1">
            <a:extLst>
              <a:ext uri="{FF2B5EF4-FFF2-40B4-BE49-F238E27FC236}">
                <a16:creationId xmlns:a16="http://schemas.microsoft.com/office/drawing/2014/main" xmlns="" id="{97EAA164-D07E-4BD8-8F25-2F9AABA01D6D}"/>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Tree>
    <p:extLst>
      <p:ext uri="{BB962C8B-B14F-4D97-AF65-F5344CB8AC3E}">
        <p14:creationId xmlns:p14="http://schemas.microsoft.com/office/powerpoint/2010/main" xmlns="" val="3343342305"/>
      </p:ext>
    </p:extLst>
  </p:cSld>
  <p:clrMapOvr>
    <a:masterClrMapping/>
  </p:clrMapOvr>
  <p:extLst>
    <p:ext uri="{DCECCB84-F9BA-43D5-87BE-67443E8EF086}">
      <p15:sldGuideLst xmlns:p15="http://schemas.microsoft.com/office/powerpoint/2012/main" xmlns="">
        <p15:guide id="2" orient="horz" userDrawn="1">
          <p15:clr>
            <a:srgbClr val="FBAE40"/>
          </p15:clr>
        </p15:guide>
        <p15:guide id="4" pos="3840" userDrawn="1">
          <p15:clr>
            <a:srgbClr val="FBAE40"/>
          </p15:clr>
        </p15:guide>
      </p15:sldGuideLst>
    </p:ext>
  </p:extLst>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内容页-仅logo">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xmlns=""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xmlns=""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xmlns=""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xmlns=""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xmlns=""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xmlns=""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xmlns=""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xmlns=""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xmlns=""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xmlns=""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xmlns=""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xmlns=""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xmlns=""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xmlns=""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xmlns=""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xmlns=""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xmlns=""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xmlns=""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xmlns=""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xmlns=""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xmlns=""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xmlns=""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xmlns=""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xmlns=""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xmlns=""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xmlns=""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xmlns=""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xmlns=""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xmlns=""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xmlns=""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xmlns=""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xmlns=""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xmlns=""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xmlns=""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xmlns=""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xmlns=""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xmlns=""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xmlns=""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xmlns=""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xmlns=""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xmlns=""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xmlns=""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xmlns=""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xmlns=""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xmlns=""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xmlns=""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xmlns=""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xmlns=""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xmlns=""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xmlns=""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xmlns=""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xmlns=""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xmlns=""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xmlns=""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xmlns=""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Tree>
    <p:extLst>
      <p:ext uri="{BB962C8B-B14F-4D97-AF65-F5344CB8AC3E}">
        <p14:creationId xmlns:p14="http://schemas.microsoft.com/office/powerpoint/2010/main" xmlns="" val="656950449"/>
      </p:ext>
    </p:extLst>
  </p:cSld>
  <p:clrMapOvr>
    <a:masterClrMapping/>
  </p:clrMapOvr>
  <p:extLst>
    <p:ext uri="{DCECCB84-F9BA-43D5-87BE-67443E8EF086}">
      <p15:sldGuideLst xmlns:p15="http://schemas.microsoft.com/office/powerpoint/2012/main" xmlns=""/>
    </p:ext>
  </p:extLst>
</p:sldLayout>
</file>

<file path=ppt/slideLayouts/slideLayout12.xml><?xml version="1.0" encoding="utf-8"?>
<p:sldLayout xmlns:a="http://schemas.openxmlformats.org/drawingml/2006/main" xmlns:r="http://schemas.openxmlformats.org/officeDocument/2006/relationships" xmlns:p="http://schemas.openxmlformats.org/presentationml/2006/main" type="blank">
  <p:cSld name="全空白">
    <p:spTree>
      <p:nvGrpSpPr>
        <p:cNvPr id="1" name=""/>
        <p:cNvGrpSpPr/>
        <p:nvPr/>
      </p:nvGrpSpPr>
      <p:grpSpPr>
        <a:xfrm>
          <a:off x="0" y="0"/>
          <a:ext cx="0" cy="0"/>
          <a:chOff x="0" y="0"/>
          <a:chExt cx="0" cy="0"/>
        </a:xfrm>
      </p:grpSpPr>
    </p:spTree>
    <p:extLst>
      <p:ext uri="{BB962C8B-B14F-4D97-AF65-F5344CB8AC3E}">
        <p14:creationId xmlns:p14="http://schemas.microsoft.com/office/powerpoint/2010/main" xmlns="" val="3667700358"/>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图片占位1">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xmlns=""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xmlns=""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xmlns=""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xmlns=""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xmlns=""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xmlns=""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xmlns=""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xmlns=""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xmlns=""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xmlns=""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xmlns=""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xmlns=""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xmlns=""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xmlns=""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xmlns=""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xmlns=""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xmlns=""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xmlns=""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xmlns=""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xmlns=""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xmlns=""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xmlns=""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xmlns=""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xmlns=""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xmlns=""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xmlns=""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xmlns=""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xmlns=""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xmlns=""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xmlns=""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xmlns=""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xmlns=""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xmlns=""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xmlns=""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xmlns=""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xmlns=""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xmlns=""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xmlns=""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xmlns=""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xmlns=""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xmlns=""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xmlns=""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xmlns=""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xmlns=""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xmlns=""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xmlns=""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xmlns=""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xmlns=""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xmlns=""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xmlns=""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xmlns=""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xmlns=""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xmlns=""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xmlns=""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xmlns=""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grpSp>
        <p:nvGrpSpPr>
          <p:cNvPr id="177" name="组合 176">
            <a:extLst>
              <a:ext uri="{FF2B5EF4-FFF2-40B4-BE49-F238E27FC236}">
                <a16:creationId xmlns:a16="http://schemas.microsoft.com/office/drawing/2014/main" xmlns=""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xmlns=""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xmlns=""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3" name="标题 1">
            <a:extLst>
              <a:ext uri="{FF2B5EF4-FFF2-40B4-BE49-F238E27FC236}">
                <a16:creationId xmlns:a16="http://schemas.microsoft.com/office/drawing/2014/main" xmlns="" id="{8F22FD4E-E65A-45E3-8A02-74A1A8B316C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a:extLst>
              <a:ext uri="{FF2B5EF4-FFF2-40B4-BE49-F238E27FC236}">
                <a16:creationId xmlns:a16="http://schemas.microsoft.com/office/drawing/2014/main" xmlns="" id="{30E2DE02-8659-4706-8CD5-61C4D3C2AC15}"/>
              </a:ext>
            </a:extLst>
          </p:cNvPr>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tabLst/>
            </a:pPr>
            <a:r>
              <a:rPr lang="zh-CN" altLang="en-US" dirty="0"/>
              <a:t>单击此处输入本页的结论单击此处输入本页的结论单击此处输入本页的结论</a:t>
            </a:r>
          </a:p>
        </p:txBody>
      </p:sp>
      <p:sp>
        <p:nvSpPr>
          <p:cNvPr id="2" name="图片占位符 1">
            <a:extLst>
              <a:ext uri="{FF2B5EF4-FFF2-40B4-BE49-F238E27FC236}">
                <a16:creationId xmlns:a16="http://schemas.microsoft.com/office/drawing/2014/main" xmlns="" id="{77467291-1F4D-4401-BBE0-17BCD8258297}"/>
              </a:ext>
            </a:extLst>
          </p:cNvPr>
          <p:cNvSpPr>
            <a:spLocks noGrp="1"/>
          </p:cNvSpPr>
          <p:nvPr>
            <p:ph type="pic" sz="quarter" idx="11" hasCustomPrompt="1"/>
          </p:nvPr>
        </p:nvSpPr>
        <p:spPr>
          <a:xfrm>
            <a:off x="0" y="1432906"/>
            <a:ext cx="12192000" cy="2762250"/>
          </a:xfrm>
          <a:prstGeom prst="rect">
            <a:avLst/>
          </a:prstGeom>
        </p:spPr>
        <p:txBody>
          <a:bodyPr vert="horz" lIns="91440" tIns="45720" rIns="91440" bIns="45720" rtlCol="0" anchor="ctr">
            <a:normAutofit/>
          </a:bodyPr>
          <a:lstStyle>
            <a:lvl1pPr marL="0" indent="0">
              <a:buNone/>
              <a:defRPr lang="zh-CN" altLang="en-US"/>
            </a:lvl1pPr>
          </a:lstStyle>
          <a:p>
            <a:pPr lvl="0" algn="ctr"/>
            <a:r>
              <a:rPr lang="zh-CN" altLang="en-US" dirty="0"/>
              <a:t>单击此处修改图片</a:t>
            </a:r>
          </a:p>
        </p:txBody>
      </p:sp>
    </p:spTree>
    <p:extLst>
      <p:ext uri="{BB962C8B-B14F-4D97-AF65-F5344CB8AC3E}">
        <p14:creationId xmlns:p14="http://schemas.microsoft.com/office/powerpoint/2010/main" xmlns="" val="320391281"/>
      </p:ext>
    </p:extLst>
  </p:cSld>
  <p:clrMapOvr>
    <a:masterClrMapping/>
  </p:clrMapOvr>
  <p:extLst>
    <p:ext uri="{DCECCB84-F9BA-43D5-87BE-67443E8EF086}">
      <p15:sldGuideLst xmlns:p15="http://schemas.microsoft.com/office/powerpoint/2012/main" xmlns=""/>
    </p:ext>
  </p:extLs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图片占位2">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xmlns=""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xmlns=""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xmlns=""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xmlns=""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xmlns=""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xmlns=""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xmlns=""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xmlns=""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xmlns=""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xmlns=""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xmlns=""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xmlns=""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xmlns=""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xmlns=""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xmlns=""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xmlns=""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xmlns=""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xmlns=""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xmlns=""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xmlns=""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xmlns=""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xmlns=""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xmlns=""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xmlns=""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xmlns=""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xmlns=""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xmlns=""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xmlns=""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xmlns=""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xmlns=""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xmlns=""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xmlns=""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xmlns=""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xmlns=""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xmlns=""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xmlns=""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xmlns=""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xmlns=""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xmlns=""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xmlns=""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xmlns=""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xmlns=""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xmlns=""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xmlns=""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xmlns=""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xmlns=""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xmlns=""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xmlns=""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xmlns=""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xmlns=""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xmlns=""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xmlns=""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xmlns=""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xmlns=""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xmlns=""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xmlns=""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xmlns=""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xmlns=""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xmlns=""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2" name="图片占位符 1">
            <a:extLst>
              <a:ext uri="{FF2B5EF4-FFF2-40B4-BE49-F238E27FC236}">
                <a16:creationId xmlns:a16="http://schemas.microsoft.com/office/drawing/2014/main" xmlns="" id="{D6EEF3A2-ACC0-4E28-9306-12EF02038760}"/>
              </a:ext>
            </a:extLst>
          </p:cNvPr>
          <p:cNvSpPr>
            <a:spLocks noGrp="1"/>
          </p:cNvSpPr>
          <p:nvPr>
            <p:ph type="pic" idx="10" hasCustomPrompt="1"/>
          </p:nvPr>
        </p:nvSpPr>
        <p:spPr>
          <a:xfrm>
            <a:off x="0" y="1196753"/>
            <a:ext cx="12192000" cy="3121152"/>
          </a:xfrm>
        </p:spPr>
        <p:txBody>
          <a:bodyPr anchor="ctr"/>
          <a:lstStyle>
            <a:lvl1pPr algn="ctr">
              <a:defRPr/>
            </a:lvl1pPr>
          </a:lstStyle>
          <a:p>
            <a:r>
              <a:rPr lang="zh-CN" altLang="en-US" dirty="0"/>
              <a:t>单击此处修改图片</a:t>
            </a:r>
          </a:p>
        </p:txBody>
      </p:sp>
    </p:spTree>
    <p:extLst>
      <p:ext uri="{BB962C8B-B14F-4D97-AF65-F5344CB8AC3E}">
        <p14:creationId xmlns:p14="http://schemas.microsoft.com/office/powerpoint/2010/main" xmlns="" val="2297414712"/>
      </p:ext>
    </p:extLst>
  </p:cSld>
  <p:clrMapOvr>
    <a:masterClrMapping/>
  </p:clrMapOvr>
  <p:extLst>
    <p:ext uri="{DCECCB84-F9BA-43D5-87BE-67443E8EF086}">
      <p15:sldGuideLst xmlns:p15="http://schemas.microsoft.com/office/powerpoint/2012/main" xmlns=""/>
    </p:ext>
  </p:extLst>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图片占位3">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xmlns=""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xmlns=""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xmlns=""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xmlns=""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xmlns=""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xmlns=""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xmlns=""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xmlns=""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xmlns=""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xmlns=""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xmlns=""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xmlns=""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xmlns=""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xmlns=""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xmlns=""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xmlns=""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xmlns=""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xmlns=""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xmlns=""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xmlns=""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xmlns=""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xmlns=""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xmlns=""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xmlns=""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xmlns=""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xmlns=""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xmlns=""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xmlns=""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xmlns=""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xmlns=""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xmlns=""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xmlns=""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xmlns=""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xmlns=""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xmlns=""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xmlns=""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xmlns=""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xmlns=""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xmlns=""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xmlns=""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xmlns=""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xmlns=""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xmlns=""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xmlns=""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xmlns=""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xmlns=""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xmlns=""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xmlns=""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xmlns=""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xmlns=""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xmlns=""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xmlns=""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xmlns=""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xmlns=""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xmlns=""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grpSp>
        <p:nvGrpSpPr>
          <p:cNvPr id="177" name="组合 176">
            <a:extLst>
              <a:ext uri="{FF2B5EF4-FFF2-40B4-BE49-F238E27FC236}">
                <a16:creationId xmlns:a16="http://schemas.microsoft.com/office/drawing/2014/main" xmlns=""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xmlns=""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xmlns=""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3" name="标题 1">
            <a:extLst>
              <a:ext uri="{FF2B5EF4-FFF2-40B4-BE49-F238E27FC236}">
                <a16:creationId xmlns:a16="http://schemas.microsoft.com/office/drawing/2014/main" xmlns="" id="{8F22FD4E-E65A-45E3-8A02-74A1A8B316C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a:extLst>
              <a:ext uri="{FF2B5EF4-FFF2-40B4-BE49-F238E27FC236}">
                <a16:creationId xmlns:a16="http://schemas.microsoft.com/office/drawing/2014/main" xmlns="" id="{30E2DE02-8659-4706-8CD5-61C4D3C2AC15}"/>
              </a:ext>
            </a:extLst>
          </p:cNvPr>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tabLst/>
            </a:pPr>
            <a:r>
              <a:rPr lang="zh-CN" altLang="en-US" dirty="0"/>
              <a:t>单击此处输入本页的结论单击此处输入本页的结论单击此处输入本页的结论</a:t>
            </a:r>
          </a:p>
        </p:txBody>
      </p:sp>
      <p:sp>
        <p:nvSpPr>
          <p:cNvPr id="66" name="图片占位符 65">
            <a:extLst>
              <a:ext uri="{FF2B5EF4-FFF2-40B4-BE49-F238E27FC236}">
                <a16:creationId xmlns:a16="http://schemas.microsoft.com/office/drawing/2014/main" xmlns="" id="{712652DD-B310-4939-8011-D71B950A1B21}"/>
              </a:ext>
            </a:extLst>
          </p:cNvPr>
          <p:cNvSpPr>
            <a:spLocks noGrp="1"/>
          </p:cNvSpPr>
          <p:nvPr>
            <p:ph type="pic" sz="quarter" idx="11" hasCustomPrompt="1"/>
          </p:nvPr>
        </p:nvSpPr>
        <p:spPr>
          <a:xfrm>
            <a:off x="4452445" y="1999139"/>
            <a:ext cx="3287111" cy="3287111"/>
          </a:xfrm>
          <a:custGeom>
            <a:avLst/>
            <a:gdLst>
              <a:gd name="connsiteX0" fmla="*/ 1643556 w 3287111"/>
              <a:gd name="connsiteY0" fmla="*/ 0 h 3287111"/>
              <a:gd name="connsiteX1" fmla="*/ 3278627 w 3287111"/>
              <a:gd name="connsiteY1" fmla="*/ 1475512 h 3287111"/>
              <a:gd name="connsiteX2" fmla="*/ 3287111 w 3287111"/>
              <a:gd name="connsiteY2" fmla="*/ 1643536 h 3287111"/>
              <a:gd name="connsiteX3" fmla="*/ 3287111 w 3287111"/>
              <a:gd name="connsiteY3" fmla="*/ 1643576 h 3287111"/>
              <a:gd name="connsiteX4" fmla="*/ 3278627 w 3287111"/>
              <a:gd name="connsiteY4" fmla="*/ 1811600 h 3287111"/>
              <a:gd name="connsiteX5" fmla="*/ 1811600 w 3287111"/>
              <a:gd name="connsiteY5" fmla="*/ 3278627 h 3287111"/>
              <a:gd name="connsiteX6" fmla="*/ 1643576 w 3287111"/>
              <a:gd name="connsiteY6" fmla="*/ 3287111 h 3287111"/>
              <a:gd name="connsiteX7" fmla="*/ 1643537 w 3287111"/>
              <a:gd name="connsiteY7" fmla="*/ 3287111 h 3287111"/>
              <a:gd name="connsiteX8" fmla="*/ 1475512 w 3287111"/>
              <a:gd name="connsiteY8" fmla="*/ 3278627 h 3287111"/>
              <a:gd name="connsiteX9" fmla="*/ 0 w 3287111"/>
              <a:gd name="connsiteY9" fmla="*/ 1643556 h 3287111"/>
              <a:gd name="connsiteX10" fmla="*/ 1643556 w 3287111"/>
              <a:gd name="connsiteY10" fmla="*/ 0 h 3287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87111" h="3287111">
                <a:moveTo>
                  <a:pt x="1643556" y="0"/>
                </a:moveTo>
                <a:cubicBezTo>
                  <a:pt x="2494535" y="0"/>
                  <a:pt x="3194460" y="646739"/>
                  <a:pt x="3278627" y="1475512"/>
                </a:cubicBezTo>
                <a:lnTo>
                  <a:pt x="3287111" y="1643536"/>
                </a:lnTo>
                <a:lnTo>
                  <a:pt x="3287111" y="1643576"/>
                </a:lnTo>
                <a:lnTo>
                  <a:pt x="3278627" y="1811600"/>
                </a:lnTo>
                <a:cubicBezTo>
                  <a:pt x="3200071" y="2585122"/>
                  <a:pt x="2585122" y="3200071"/>
                  <a:pt x="1811600" y="3278627"/>
                </a:cubicBezTo>
                <a:lnTo>
                  <a:pt x="1643576" y="3287111"/>
                </a:lnTo>
                <a:lnTo>
                  <a:pt x="1643537" y="3287111"/>
                </a:lnTo>
                <a:lnTo>
                  <a:pt x="1475512" y="3278627"/>
                </a:lnTo>
                <a:cubicBezTo>
                  <a:pt x="646739" y="3194460"/>
                  <a:pt x="0" y="2494535"/>
                  <a:pt x="0" y="1643556"/>
                </a:cubicBezTo>
                <a:cubicBezTo>
                  <a:pt x="0" y="735845"/>
                  <a:pt x="735845" y="0"/>
                  <a:pt x="1643556" y="0"/>
                </a:cubicBezTo>
                <a:close/>
              </a:path>
            </a:pathLst>
          </a:custGeom>
        </p:spPr>
        <p:txBody>
          <a:bodyPr wrap="square" anchor="ctr">
            <a:noAutofit/>
          </a:bodyPr>
          <a:lstStyle>
            <a:lvl1pPr algn="ctr">
              <a:defRPr/>
            </a:lvl1pPr>
          </a:lstStyle>
          <a:p>
            <a:r>
              <a:rPr lang="zh-CN" altLang="en-US" dirty="0"/>
              <a:t>点击此处修改图片</a:t>
            </a:r>
          </a:p>
        </p:txBody>
      </p:sp>
    </p:spTree>
    <p:extLst>
      <p:ext uri="{BB962C8B-B14F-4D97-AF65-F5344CB8AC3E}">
        <p14:creationId xmlns:p14="http://schemas.microsoft.com/office/powerpoint/2010/main" xmlns="" val="4077410927"/>
      </p:ext>
    </p:extLst>
  </p:cSld>
  <p:clrMapOvr>
    <a:masterClrMapping/>
  </p:clrMapOvr>
  <p:extLst>
    <p:ext uri="{DCECCB84-F9BA-43D5-87BE-67443E8EF086}">
      <p15:sldGuideLst xmlns:p15="http://schemas.microsoft.com/office/powerpoint/2012/main" xmlns=""/>
    </p:ext>
  </p:extLst>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图片占位4">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xmlns=""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xmlns=""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xmlns=""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xmlns=""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xmlns=""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xmlns=""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xmlns=""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xmlns=""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xmlns=""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xmlns=""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xmlns=""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xmlns=""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xmlns=""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xmlns=""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xmlns=""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xmlns=""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xmlns=""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xmlns=""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xmlns=""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xmlns=""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xmlns=""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xmlns=""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xmlns=""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xmlns=""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xmlns=""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xmlns=""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xmlns=""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xmlns=""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xmlns=""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xmlns=""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xmlns=""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xmlns=""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xmlns=""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xmlns=""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xmlns=""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xmlns=""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xmlns=""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xmlns=""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xmlns=""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xmlns=""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xmlns=""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xmlns=""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xmlns=""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xmlns=""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xmlns=""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xmlns=""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xmlns=""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xmlns=""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xmlns=""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xmlns=""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xmlns=""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xmlns=""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xmlns=""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xmlns=""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xmlns=""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xmlns=""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xmlns=""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xmlns=""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xmlns=""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2" name="图片占位符 1">
            <a:extLst>
              <a:ext uri="{FF2B5EF4-FFF2-40B4-BE49-F238E27FC236}">
                <a16:creationId xmlns:a16="http://schemas.microsoft.com/office/drawing/2014/main" xmlns="" id="{32218AD9-0802-4E94-A545-7752B3A5C829}"/>
              </a:ext>
            </a:extLst>
          </p:cNvPr>
          <p:cNvSpPr>
            <a:spLocks noGrp="1"/>
          </p:cNvSpPr>
          <p:nvPr>
            <p:ph type="pic" idx="10" hasCustomPrompt="1"/>
          </p:nvPr>
        </p:nvSpPr>
        <p:spPr>
          <a:xfrm>
            <a:off x="1054101" y="1916642"/>
            <a:ext cx="4542217" cy="3568065"/>
          </a:xfrm>
          <a:ln>
            <a:noFill/>
          </a:ln>
          <a:effectLst>
            <a:outerShdw blurRad="190500" algn="tl" rotWithShape="0">
              <a:srgbClr val="000000">
                <a:alpha val="70000"/>
              </a:srgbClr>
            </a:outerShdw>
          </a:effectLst>
        </p:spPr>
        <p:txBody>
          <a:bodyPr anchor="ctr">
            <a:normAutofit/>
          </a:bodyPr>
          <a:lstStyle>
            <a:lvl1pPr marL="228600" indent="-228600" algn="ctr" defTabSz="914400" rtl="0" eaLnBrk="1" latinLnBrk="0" hangingPunct="1">
              <a:lnSpc>
                <a:spcPct val="90000"/>
              </a:lnSpc>
              <a:spcBef>
                <a:spcPts val="1000"/>
              </a:spcBef>
              <a:buFont typeface="Arial" panose="020B0604020202020204" pitchFamily="34" charset="0"/>
              <a:buChar char="•"/>
              <a:defRPr lang="zh-CN" altLang="en-US" sz="2800" kern="1200" dirty="0">
                <a:solidFill>
                  <a:schemeClr val="tx1"/>
                </a:solidFill>
                <a:latin typeface="+mn-ea"/>
                <a:ea typeface="+mn-ea"/>
                <a:cs typeface="+mn-cs"/>
              </a:defRPr>
            </a:lvl1pPr>
          </a:lstStyle>
          <a:p>
            <a:r>
              <a:rPr lang="zh-CN" altLang="en-US" dirty="0"/>
              <a:t>单击此处修改图片</a:t>
            </a:r>
          </a:p>
        </p:txBody>
      </p:sp>
    </p:spTree>
    <p:extLst>
      <p:ext uri="{BB962C8B-B14F-4D97-AF65-F5344CB8AC3E}">
        <p14:creationId xmlns:p14="http://schemas.microsoft.com/office/powerpoint/2010/main" xmlns="" val="1271073170"/>
      </p:ext>
    </p:extLst>
  </p:cSld>
  <p:clrMapOvr>
    <a:masterClrMapping/>
  </p:clrMapOvr>
  <p:extLst>
    <p:ext uri="{DCECCB84-F9BA-43D5-87BE-67443E8EF086}">
      <p15:sldGuideLst xmlns:p15="http://schemas.microsoft.com/office/powerpoint/2012/main" xmlns=""/>
    </p:ext>
  </p:extLst>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图片占位5">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xmlns=""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xmlns=""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xmlns=""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xmlns=""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xmlns=""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xmlns=""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xmlns=""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xmlns=""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xmlns=""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xmlns=""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xmlns=""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xmlns=""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xmlns=""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xmlns=""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xmlns=""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xmlns=""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xmlns=""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xmlns=""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xmlns=""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xmlns=""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xmlns=""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xmlns=""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xmlns=""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xmlns=""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xmlns=""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xmlns=""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xmlns=""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xmlns=""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xmlns=""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xmlns=""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xmlns=""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xmlns=""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xmlns=""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xmlns=""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xmlns=""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xmlns=""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xmlns=""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xmlns=""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xmlns=""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xmlns=""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xmlns=""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xmlns=""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xmlns=""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xmlns=""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xmlns=""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xmlns=""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xmlns=""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xmlns=""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xmlns=""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xmlns=""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xmlns=""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xmlns=""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xmlns=""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xmlns=""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xmlns=""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xmlns=""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xmlns=""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xmlns=""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xmlns=""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2" name="图片占位符 1">
            <a:extLst>
              <a:ext uri="{FF2B5EF4-FFF2-40B4-BE49-F238E27FC236}">
                <a16:creationId xmlns:a16="http://schemas.microsoft.com/office/drawing/2014/main" xmlns="" id="{7931C1FA-5FE8-40DF-AC6E-9B6B0E4CC26F}"/>
              </a:ext>
            </a:extLst>
          </p:cNvPr>
          <p:cNvSpPr>
            <a:spLocks noGrp="1"/>
          </p:cNvSpPr>
          <p:nvPr>
            <p:ph type="pic" idx="10" hasCustomPrompt="1"/>
          </p:nvPr>
        </p:nvSpPr>
        <p:spPr>
          <a:xfrm>
            <a:off x="977935" y="1396022"/>
            <a:ext cx="1960330" cy="1957820"/>
          </a:xfr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3" name="图片占位符 2">
            <a:extLst>
              <a:ext uri="{FF2B5EF4-FFF2-40B4-BE49-F238E27FC236}">
                <a16:creationId xmlns:a16="http://schemas.microsoft.com/office/drawing/2014/main" xmlns="" id="{C7AF3ED8-1DE9-44A2-B853-FD2803EEAA0D}"/>
              </a:ext>
            </a:extLst>
          </p:cNvPr>
          <p:cNvSpPr>
            <a:spLocks noGrp="1"/>
          </p:cNvSpPr>
          <p:nvPr>
            <p:ph type="pic" sz="quarter" idx="11" hasCustomPrompt="1"/>
          </p:nvPr>
        </p:nvSpPr>
        <p:spPr>
          <a:xfrm>
            <a:off x="3741006" y="1396022"/>
            <a:ext cx="1951941"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4" name="图片占位符 3">
            <a:extLst>
              <a:ext uri="{FF2B5EF4-FFF2-40B4-BE49-F238E27FC236}">
                <a16:creationId xmlns:a16="http://schemas.microsoft.com/office/drawing/2014/main" xmlns="" id="{DB0BFE19-92E2-432D-9E06-36F2A8747397}"/>
              </a:ext>
            </a:extLst>
          </p:cNvPr>
          <p:cNvSpPr>
            <a:spLocks noGrp="1"/>
          </p:cNvSpPr>
          <p:nvPr>
            <p:ph type="pic" sz="quarter" idx="12" hasCustomPrompt="1"/>
          </p:nvPr>
        </p:nvSpPr>
        <p:spPr>
          <a:xfrm>
            <a:off x="6495686" y="1396022"/>
            <a:ext cx="1957818" cy="1957818"/>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5" name="图片占位符 4">
            <a:extLst>
              <a:ext uri="{FF2B5EF4-FFF2-40B4-BE49-F238E27FC236}">
                <a16:creationId xmlns:a16="http://schemas.microsoft.com/office/drawing/2014/main" xmlns="" id="{F6FF85A4-C3A0-4D0C-92AF-6F4762E6DED8}"/>
              </a:ext>
            </a:extLst>
          </p:cNvPr>
          <p:cNvSpPr>
            <a:spLocks noGrp="1"/>
          </p:cNvSpPr>
          <p:nvPr>
            <p:ph type="pic" sz="quarter" idx="13" hasCustomPrompt="1"/>
          </p:nvPr>
        </p:nvSpPr>
        <p:spPr>
          <a:xfrm>
            <a:off x="9256243" y="1396022"/>
            <a:ext cx="1957820"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Tree>
    <p:extLst>
      <p:ext uri="{BB962C8B-B14F-4D97-AF65-F5344CB8AC3E}">
        <p14:creationId xmlns:p14="http://schemas.microsoft.com/office/powerpoint/2010/main" xmlns="" val="168377699"/>
      </p:ext>
    </p:extLst>
  </p:cSld>
  <p:clrMapOvr>
    <a:masterClrMapping/>
  </p:clrMapOvr>
  <p:extLst>
    <p:ext uri="{DCECCB84-F9BA-43D5-87BE-67443E8EF086}">
      <p15:sldGuideLst xmlns:p15="http://schemas.microsoft.com/office/powerpoint/2012/main" xmlns=""/>
    </p:ext>
  </p:extLst>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图片占位6">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xmlns=""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xmlns=""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xmlns=""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xmlns=""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xmlns=""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xmlns=""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xmlns=""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xmlns=""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xmlns=""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xmlns=""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xmlns=""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xmlns=""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xmlns=""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xmlns=""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xmlns=""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xmlns=""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xmlns=""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xmlns=""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xmlns=""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xmlns=""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xmlns=""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xmlns=""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xmlns=""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xmlns=""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xmlns=""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xmlns=""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xmlns=""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xmlns=""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xmlns=""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xmlns=""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xmlns=""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xmlns=""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xmlns=""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xmlns=""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xmlns=""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xmlns=""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xmlns=""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xmlns=""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xmlns=""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xmlns=""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xmlns=""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xmlns=""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xmlns=""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xmlns=""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xmlns=""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xmlns=""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xmlns=""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xmlns=""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xmlns=""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xmlns=""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xmlns=""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xmlns=""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xmlns=""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xmlns=""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xmlns=""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grpSp>
        <p:nvGrpSpPr>
          <p:cNvPr id="177" name="组合 176">
            <a:extLst>
              <a:ext uri="{FF2B5EF4-FFF2-40B4-BE49-F238E27FC236}">
                <a16:creationId xmlns:a16="http://schemas.microsoft.com/office/drawing/2014/main" xmlns=""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xmlns=""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xmlns=""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3" name="标题 1">
            <a:extLst>
              <a:ext uri="{FF2B5EF4-FFF2-40B4-BE49-F238E27FC236}">
                <a16:creationId xmlns:a16="http://schemas.microsoft.com/office/drawing/2014/main" xmlns="" id="{8F22FD4E-E65A-45E3-8A02-74A1A8B316C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a:extLst>
              <a:ext uri="{FF2B5EF4-FFF2-40B4-BE49-F238E27FC236}">
                <a16:creationId xmlns:a16="http://schemas.microsoft.com/office/drawing/2014/main" xmlns="" id="{30E2DE02-8659-4706-8CD5-61C4D3C2AC15}"/>
              </a:ext>
            </a:extLst>
          </p:cNvPr>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tabLst/>
            </a:pPr>
            <a:r>
              <a:rPr lang="zh-CN" altLang="en-US" dirty="0"/>
              <a:t>单击此处输入本页的结论单击此处输入本页的结论单击此处输入本页的结论</a:t>
            </a:r>
          </a:p>
        </p:txBody>
      </p:sp>
      <p:sp>
        <p:nvSpPr>
          <p:cNvPr id="2" name="图片占位符 1">
            <a:extLst>
              <a:ext uri="{FF2B5EF4-FFF2-40B4-BE49-F238E27FC236}">
                <a16:creationId xmlns:a16="http://schemas.microsoft.com/office/drawing/2014/main" xmlns="" id="{24439797-4BE0-4F81-A8CC-64A6D9187FF8}"/>
              </a:ext>
            </a:extLst>
          </p:cNvPr>
          <p:cNvSpPr>
            <a:spLocks noGrp="1"/>
          </p:cNvSpPr>
          <p:nvPr>
            <p:ph type="pic" sz="quarter" idx="11" hasCustomPrompt="1"/>
          </p:nvPr>
        </p:nvSpPr>
        <p:spPr>
          <a:xfrm>
            <a:off x="6291124" y="1821181"/>
            <a:ext cx="3733535" cy="3733535"/>
          </a:xfrm>
          <a:prstGeom prst="rect">
            <a:avLst/>
          </a:prstGeom>
        </p:spPr>
        <p:txBody>
          <a:bodyPr vert="horz" lIns="91440" tIns="45720" rIns="91440" bIns="45720" rtlCol="0" anchor="ctr">
            <a:normAutofit/>
          </a:bodyPr>
          <a:lstStyle>
            <a:lvl1pPr>
              <a:defRPr lang="zh-CN" altLang="en-US"/>
            </a:lvl1pPr>
          </a:lstStyle>
          <a:p>
            <a:pPr lvl="0" algn="ctr"/>
            <a:r>
              <a:rPr lang="zh-CN" altLang="en-US" dirty="0"/>
              <a:t>单击此处修改图片</a:t>
            </a:r>
          </a:p>
        </p:txBody>
      </p:sp>
    </p:spTree>
    <p:extLst>
      <p:ext uri="{BB962C8B-B14F-4D97-AF65-F5344CB8AC3E}">
        <p14:creationId xmlns:p14="http://schemas.microsoft.com/office/powerpoint/2010/main" xmlns="" val="2176353344"/>
      </p:ext>
    </p:extLst>
  </p:cSld>
  <p:clrMapOvr>
    <a:masterClrMapping/>
  </p:clrMapOvr>
  <p:extLst>
    <p:ext uri="{DCECCB84-F9BA-43D5-87BE-67443E8EF086}">
      <p15:sldGuideLst xmlns:p15="http://schemas.microsoft.com/office/powerpoint/2012/main" xmlns=""/>
    </p:ext>
  </p:extLst>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图片占位7">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xmlns=""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xmlns=""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xmlns=""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xmlns=""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xmlns=""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xmlns=""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xmlns=""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xmlns=""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xmlns=""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xmlns=""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xmlns=""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xmlns=""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xmlns=""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xmlns=""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xmlns=""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xmlns=""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xmlns=""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xmlns=""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xmlns=""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xmlns=""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xmlns=""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xmlns=""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xmlns=""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xmlns=""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xmlns=""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xmlns=""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xmlns=""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xmlns=""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xmlns=""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xmlns=""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xmlns=""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xmlns=""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xmlns=""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xmlns=""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xmlns=""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xmlns=""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xmlns=""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xmlns=""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xmlns=""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xmlns=""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xmlns=""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xmlns=""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xmlns=""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xmlns=""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xmlns=""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xmlns=""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xmlns=""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xmlns=""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xmlns=""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xmlns=""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xmlns=""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xmlns=""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xmlns=""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xmlns=""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xmlns=""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xmlns=""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xmlns=""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xmlns=""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xmlns=""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2" name="图片占位符 1">
            <a:extLst>
              <a:ext uri="{FF2B5EF4-FFF2-40B4-BE49-F238E27FC236}">
                <a16:creationId xmlns:a16="http://schemas.microsoft.com/office/drawing/2014/main" xmlns="" id="{E936D758-58FF-4E8C-86BD-EB1FD279A69D}"/>
              </a:ext>
            </a:extLst>
          </p:cNvPr>
          <p:cNvSpPr>
            <a:spLocks noGrp="1"/>
          </p:cNvSpPr>
          <p:nvPr>
            <p:ph type="pic" idx="10"/>
          </p:nvPr>
        </p:nvSpPr>
        <p:spPr>
          <a:xfrm>
            <a:off x="2546350" y="1186670"/>
            <a:ext cx="6170930" cy="2242330"/>
          </a:xfrm>
        </p:spPr>
        <p:txBody>
          <a:bodyPr/>
          <a:lstStyle/>
          <a:p>
            <a:endParaRPr lang="zh-CN" altLang="en-US"/>
          </a:p>
        </p:txBody>
      </p:sp>
      <p:sp>
        <p:nvSpPr>
          <p:cNvPr id="3" name="图片占位符 2">
            <a:extLst>
              <a:ext uri="{FF2B5EF4-FFF2-40B4-BE49-F238E27FC236}">
                <a16:creationId xmlns:a16="http://schemas.microsoft.com/office/drawing/2014/main" xmlns="" id="{E5320648-7829-4F87-AE28-FE15F9A53BCF}"/>
              </a:ext>
            </a:extLst>
          </p:cNvPr>
          <p:cNvSpPr>
            <a:spLocks noGrp="1"/>
          </p:cNvSpPr>
          <p:nvPr>
            <p:ph type="pic" sz="quarter" idx="11"/>
          </p:nvPr>
        </p:nvSpPr>
        <p:spPr>
          <a:xfrm>
            <a:off x="2546350" y="3551651"/>
            <a:ext cx="3022600" cy="2401016"/>
          </a:xfrm>
          <a:prstGeom prst="rect">
            <a:avLst/>
          </a:prstGeom>
        </p:spPr>
        <p:txBody>
          <a:bodyPr/>
          <a:lstStyle/>
          <a:p>
            <a:endParaRPr lang="zh-CN" altLang="en-US"/>
          </a:p>
        </p:txBody>
      </p:sp>
      <p:sp>
        <p:nvSpPr>
          <p:cNvPr id="4" name="图片占位符 3">
            <a:extLst>
              <a:ext uri="{FF2B5EF4-FFF2-40B4-BE49-F238E27FC236}">
                <a16:creationId xmlns:a16="http://schemas.microsoft.com/office/drawing/2014/main" xmlns="" id="{A979AC8D-DFBA-44CD-BCB5-C9CCA905B1FD}"/>
              </a:ext>
            </a:extLst>
          </p:cNvPr>
          <p:cNvSpPr>
            <a:spLocks noGrp="1"/>
          </p:cNvSpPr>
          <p:nvPr>
            <p:ph type="pic" sz="quarter" idx="12"/>
          </p:nvPr>
        </p:nvSpPr>
        <p:spPr>
          <a:xfrm>
            <a:off x="5693412" y="3550560"/>
            <a:ext cx="3023869" cy="2403201"/>
          </a:xfrm>
          <a:prstGeom prst="rect">
            <a:avLst/>
          </a:prstGeom>
        </p:spPr>
        <p:txBody>
          <a:bodyPr/>
          <a:lstStyle/>
          <a:p>
            <a:endParaRPr lang="zh-CN" altLang="en-US"/>
          </a:p>
        </p:txBody>
      </p:sp>
      <p:sp>
        <p:nvSpPr>
          <p:cNvPr id="5" name="图片占位符 4">
            <a:extLst>
              <a:ext uri="{FF2B5EF4-FFF2-40B4-BE49-F238E27FC236}">
                <a16:creationId xmlns:a16="http://schemas.microsoft.com/office/drawing/2014/main" xmlns="" id="{B9DFBE81-F4AD-4D53-B8CE-49E335DF6821}"/>
              </a:ext>
            </a:extLst>
          </p:cNvPr>
          <p:cNvSpPr>
            <a:spLocks noGrp="1"/>
          </p:cNvSpPr>
          <p:nvPr>
            <p:ph type="pic" sz="quarter" idx="13"/>
          </p:nvPr>
        </p:nvSpPr>
        <p:spPr>
          <a:xfrm>
            <a:off x="8839200" y="1186670"/>
            <a:ext cx="2499360" cy="4767090"/>
          </a:xfrm>
          <a:prstGeom prst="rect">
            <a:avLst/>
          </a:prstGeom>
        </p:spPr>
        <p:txBody>
          <a:bodyPr/>
          <a:lstStyle/>
          <a:p>
            <a:endParaRPr lang="zh-CN" altLang="en-US"/>
          </a:p>
        </p:txBody>
      </p:sp>
    </p:spTree>
    <p:extLst>
      <p:ext uri="{BB962C8B-B14F-4D97-AF65-F5344CB8AC3E}">
        <p14:creationId xmlns:p14="http://schemas.microsoft.com/office/powerpoint/2010/main" xmlns="" val="1056957791"/>
      </p:ext>
    </p:extLst>
  </p:cSld>
  <p:clrMapOvr>
    <a:masterClrMapping/>
  </p:clrMapOvr>
  <p:extLst>
    <p:ext uri="{DCECCB84-F9BA-43D5-87BE-67443E8EF086}">
      <p15:sldGuideLst xmlns:p15="http://schemas.microsoft.com/office/powerpoint/2012/main" xmlns=""/>
    </p:ext>
  </p:extLst>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图片占位8">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xmlns=""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xmlns=""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xmlns=""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xmlns=""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xmlns=""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xmlns=""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xmlns=""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xmlns=""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xmlns=""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xmlns=""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xmlns=""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xmlns=""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xmlns=""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xmlns=""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xmlns=""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xmlns=""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xmlns=""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xmlns=""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xmlns=""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xmlns=""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xmlns=""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xmlns=""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xmlns=""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xmlns=""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xmlns=""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xmlns=""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xmlns=""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xmlns=""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xmlns=""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xmlns=""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xmlns=""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xmlns=""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xmlns=""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xmlns=""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xmlns=""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xmlns=""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xmlns=""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xmlns=""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xmlns=""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xmlns=""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xmlns=""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xmlns=""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xmlns=""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xmlns=""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xmlns=""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xmlns=""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xmlns=""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xmlns=""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xmlns=""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xmlns=""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xmlns=""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xmlns=""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xmlns=""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xmlns=""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xmlns=""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xmlns=""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xmlns=""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xmlns=""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xmlns=""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3" name="文本框 62">
            <a:extLst>
              <a:ext uri="{FF2B5EF4-FFF2-40B4-BE49-F238E27FC236}">
                <a16:creationId xmlns:a16="http://schemas.microsoft.com/office/drawing/2014/main" xmlns=""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xmlns="" id="{D35FCF2F-C01A-4F00-99E1-57D953605B1F}"/>
              </a:ext>
            </a:extLst>
          </p:cNvPr>
          <p:cNvSpPr>
            <a:spLocks noGrp="1"/>
          </p:cNvSpPr>
          <p:nvPr>
            <p:ph type="pic" idx="10"/>
          </p:nvPr>
        </p:nvSpPr>
        <p:spPr>
          <a:xfrm>
            <a:off x="5627650" y="1131849"/>
            <a:ext cx="2386361" cy="5157440"/>
          </a:xfrm>
          <a:prstGeom prst="roundRect">
            <a:avLst>
              <a:gd name="adj" fmla="val 10149"/>
            </a:avLst>
          </a:prstGeom>
        </p:spPr>
        <p:txBody>
          <a:bodyPr anchor="ctr"/>
          <a:lstStyle/>
          <a:p>
            <a:endParaRPr lang="zh-CN" altLang="en-US"/>
          </a:p>
        </p:txBody>
      </p:sp>
    </p:spTree>
    <p:extLst>
      <p:ext uri="{BB962C8B-B14F-4D97-AF65-F5344CB8AC3E}">
        <p14:creationId xmlns:p14="http://schemas.microsoft.com/office/powerpoint/2010/main" xmlns="" val="2896438906"/>
      </p:ext>
    </p:extLst>
  </p:cSld>
  <p:clrMapOvr>
    <a:masterClrMapping/>
  </p:clrMapOvr>
  <p:extLst>
    <p:ext uri="{DCECCB84-F9BA-43D5-87BE-67443E8EF086}">
      <p15:sldGuideLst xmlns:p15="http://schemas.microsoft.com/office/powerpoint/2012/main" xmlns=""/>
    </p:ext>
  </p:extLst>
</p:sldLayout>
</file>

<file path=ppt/slideLayouts/slideLayout21.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EA84C708-101E-4C5C-BA5A-76F215C58681}"/>
              </a:ext>
            </a:extLst>
          </p:cNvPr>
          <p:cNvSpPr>
            <a:spLocks noGrp="1"/>
          </p:cNvSpPr>
          <p:nvPr>
            <p:ph type="title"/>
          </p:nvPr>
        </p:nvSpPr>
        <p:spPr/>
        <p:txBody>
          <a:bodyPr/>
          <a:lstStyle/>
          <a:p>
            <a:r>
              <a:rPr lang="zh-CN" altLang="en-US"/>
              <a:t>单击此处编辑母版标题样式</a:t>
            </a:r>
          </a:p>
        </p:txBody>
      </p:sp>
    </p:spTree>
    <p:extLst>
      <p:ext uri="{BB962C8B-B14F-4D97-AF65-F5344CB8AC3E}">
        <p14:creationId xmlns:p14="http://schemas.microsoft.com/office/powerpoint/2010/main" xmlns="" val="1571452777"/>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封面-1">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xmlns="" id="{106296C0-E8A8-4ABD-980C-DC99A7F42D7F}"/>
              </a:ext>
            </a:extLst>
          </p:cNvPr>
          <p:cNvPicPr>
            <a:picLocks noChangeAspect="1"/>
          </p:cNvPicPr>
          <p:nvPr userDrawn="1"/>
        </p:nvPicPr>
        <p:blipFill>
          <a:blip r:embed="rId2"/>
          <a:stretch>
            <a:fillRect/>
          </a:stretch>
        </p:blipFill>
        <p:spPr>
          <a:xfrm>
            <a:off x="0" y="0"/>
            <a:ext cx="12192000" cy="3357217"/>
          </a:xfrm>
          <a:prstGeom prst="rect">
            <a:avLst/>
          </a:prstGeom>
        </p:spPr>
      </p:pic>
      <p:sp>
        <p:nvSpPr>
          <p:cNvPr id="4" name="矩形 3">
            <a:extLst>
              <a:ext uri="{FF2B5EF4-FFF2-40B4-BE49-F238E27FC236}">
                <a16:creationId xmlns:a16="http://schemas.microsoft.com/office/drawing/2014/main" xmlns="" id="{4BC187F1-42E5-4383-AC3D-83B120CDE410}"/>
              </a:ext>
            </a:extLst>
          </p:cNvPr>
          <p:cNvSpPr/>
          <p:nvPr userDrawn="1"/>
        </p:nvSpPr>
        <p:spPr>
          <a:xfrm>
            <a:off x="-800" y="-7913"/>
            <a:ext cx="12192000" cy="3361208"/>
          </a:xfrm>
          <a:prstGeom prst="rect">
            <a:avLst/>
          </a:prstGeom>
          <a:solidFill>
            <a:srgbClr val="9A0001">
              <a:alpha val="2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椭圆 4">
            <a:extLst>
              <a:ext uri="{FF2B5EF4-FFF2-40B4-BE49-F238E27FC236}">
                <a16:creationId xmlns:a16="http://schemas.microsoft.com/office/drawing/2014/main" xmlns="" id="{F7087F57-B8B2-4F52-943A-08BE08AC8C9F}"/>
              </a:ext>
            </a:extLst>
          </p:cNvPr>
          <p:cNvSpPr/>
          <p:nvPr userDrawn="1"/>
        </p:nvSpPr>
        <p:spPr>
          <a:xfrm>
            <a:off x="5303520" y="2562096"/>
            <a:ext cx="1584960" cy="15849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 name="组合 5">
            <a:extLst>
              <a:ext uri="{FF2B5EF4-FFF2-40B4-BE49-F238E27FC236}">
                <a16:creationId xmlns:a16="http://schemas.microsoft.com/office/drawing/2014/main" xmlns="" id="{ACAC108B-5150-431E-B389-3B1F46A2B67E}"/>
              </a:ext>
            </a:extLst>
          </p:cNvPr>
          <p:cNvGrpSpPr/>
          <p:nvPr userDrawn="1"/>
        </p:nvGrpSpPr>
        <p:grpSpPr>
          <a:xfrm>
            <a:off x="5410200" y="2670375"/>
            <a:ext cx="1371600" cy="1368402"/>
            <a:chOff x="2105799" y="20055838"/>
            <a:chExt cx="6748090" cy="6732363"/>
          </a:xfrm>
          <a:solidFill>
            <a:srgbClr val="8B0012">
              <a:alpha val="80000"/>
            </a:srgbClr>
          </a:solidFill>
        </p:grpSpPr>
        <p:sp>
          <p:nvSpPr>
            <p:cNvPr id="7" name="Freeform 8">
              <a:extLst>
                <a:ext uri="{FF2B5EF4-FFF2-40B4-BE49-F238E27FC236}">
                  <a16:creationId xmlns:a16="http://schemas.microsoft.com/office/drawing/2014/main" xmlns="" id="{A4BB1E0C-3B71-494C-90A5-5E83B05763C4}"/>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8" name="Freeform 42">
              <a:extLst>
                <a:ext uri="{FF2B5EF4-FFF2-40B4-BE49-F238E27FC236}">
                  <a16:creationId xmlns:a16="http://schemas.microsoft.com/office/drawing/2014/main" xmlns="" id="{9C922C0C-6676-4220-A57A-6A60B760EC5E}"/>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9" name="Freeform 43">
              <a:extLst>
                <a:ext uri="{FF2B5EF4-FFF2-40B4-BE49-F238E27FC236}">
                  <a16:creationId xmlns:a16="http://schemas.microsoft.com/office/drawing/2014/main" xmlns="" id="{13B11B68-25F0-45BA-8167-7E67FD4D1E06}"/>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0" name="Freeform 44">
              <a:extLst>
                <a:ext uri="{FF2B5EF4-FFF2-40B4-BE49-F238E27FC236}">
                  <a16:creationId xmlns:a16="http://schemas.microsoft.com/office/drawing/2014/main" xmlns="" id="{3AA3C9BE-308B-42E0-B388-8B9594616391}"/>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1" name="Freeform 45">
              <a:extLst>
                <a:ext uri="{FF2B5EF4-FFF2-40B4-BE49-F238E27FC236}">
                  <a16:creationId xmlns:a16="http://schemas.microsoft.com/office/drawing/2014/main" xmlns="" id="{2270AF1B-A34B-4183-AA58-499F7FC92BEA}"/>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2" name="Freeform 46">
              <a:extLst>
                <a:ext uri="{FF2B5EF4-FFF2-40B4-BE49-F238E27FC236}">
                  <a16:creationId xmlns:a16="http://schemas.microsoft.com/office/drawing/2014/main" xmlns="" id="{1648A05A-8C9B-4DCB-ADF5-C0E9CA804EFD}"/>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3" name="Freeform 47">
              <a:extLst>
                <a:ext uri="{FF2B5EF4-FFF2-40B4-BE49-F238E27FC236}">
                  <a16:creationId xmlns:a16="http://schemas.microsoft.com/office/drawing/2014/main" xmlns="" id="{780F1822-408A-4D9E-A7BB-5649D8459E2F}"/>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4" name="Freeform 48">
              <a:extLst>
                <a:ext uri="{FF2B5EF4-FFF2-40B4-BE49-F238E27FC236}">
                  <a16:creationId xmlns:a16="http://schemas.microsoft.com/office/drawing/2014/main" xmlns="" id="{D7B27305-F882-49EB-B5D1-DAD265B8F599}"/>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5" name="Freeform 49">
              <a:extLst>
                <a:ext uri="{FF2B5EF4-FFF2-40B4-BE49-F238E27FC236}">
                  <a16:creationId xmlns:a16="http://schemas.microsoft.com/office/drawing/2014/main" xmlns="" id="{1C88A9B0-6500-44EB-B523-6AB8CF2E5B58}"/>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6" name="Freeform 50">
              <a:extLst>
                <a:ext uri="{FF2B5EF4-FFF2-40B4-BE49-F238E27FC236}">
                  <a16:creationId xmlns:a16="http://schemas.microsoft.com/office/drawing/2014/main" xmlns="" id="{02B0BE86-EC4F-4A7E-B284-3AA3AEE5F3B5}"/>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7" name="Freeform 51">
              <a:extLst>
                <a:ext uri="{FF2B5EF4-FFF2-40B4-BE49-F238E27FC236}">
                  <a16:creationId xmlns:a16="http://schemas.microsoft.com/office/drawing/2014/main" xmlns="" id="{D646E307-5A0C-4184-9829-2D12C5F1D732}"/>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8" name="Freeform 52">
              <a:extLst>
                <a:ext uri="{FF2B5EF4-FFF2-40B4-BE49-F238E27FC236}">
                  <a16:creationId xmlns:a16="http://schemas.microsoft.com/office/drawing/2014/main" xmlns="" id="{1213DF27-0675-40E1-AF04-500FEC47309C}"/>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9" name="Freeform 53">
              <a:extLst>
                <a:ext uri="{FF2B5EF4-FFF2-40B4-BE49-F238E27FC236}">
                  <a16:creationId xmlns:a16="http://schemas.microsoft.com/office/drawing/2014/main" xmlns="" id="{78B921DD-11CC-425E-A465-F4034A5A080D}"/>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0" name="Freeform 54">
              <a:extLst>
                <a:ext uri="{FF2B5EF4-FFF2-40B4-BE49-F238E27FC236}">
                  <a16:creationId xmlns:a16="http://schemas.microsoft.com/office/drawing/2014/main" xmlns="" id="{E251C559-AD0A-4238-9C00-053CFAFCF573}"/>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1" name="Freeform 55">
              <a:extLst>
                <a:ext uri="{FF2B5EF4-FFF2-40B4-BE49-F238E27FC236}">
                  <a16:creationId xmlns:a16="http://schemas.microsoft.com/office/drawing/2014/main" xmlns="" id="{22DC21C7-7AEE-4789-B295-78B5A39F5F12}"/>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2" name="Freeform 56">
              <a:extLst>
                <a:ext uri="{FF2B5EF4-FFF2-40B4-BE49-F238E27FC236}">
                  <a16:creationId xmlns:a16="http://schemas.microsoft.com/office/drawing/2014/main" xmlns="" id="{2089A1EF-769C-4B32-ACB7-0843ADFE09AA}"/>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3" name="Freeform 57">
              <a:extLst>
                <a:ext uri="{FF2B5EF4-FFF2-40B4-BE49-F238E27FC236}">
                  <a16:creationId xmlns:a16="http://schemas.microsoft.com/office/drawing/2014/main" xmlns="" id="{89065D5C-2F82-4B9C-9DCF-556527D2755D}"/>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4" name="Freeform 58">
              <a:extLst>
                <a:ext uri="{FF2B5EF4-FFF2-40B4-BE49-F238E27FC236}">
                  <a16:creationId xmlns:a16="http://schemas.microsoft.com/office/drawing/2014/main" xmlns="" id="{63D30659-2737-4732-A71C-025BE4A9E86B}"/>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5" name="Freeform 59">
              <a:extLst>
                <a:ext uri="{FF2B5EF4-FFF2-40B4-BE49-F238E27FC236}">
                  <a16:creationId xmlns:a16="http://schemas.microsoft.com/office/drawing/2014/main" xmlns="" id="{26925B20-892F-495B-ACDF-9EC468A2C7C5}"/>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6" name="Freeform 60">
              <a:extLst>
                <a:ext uri="{FF2B5EF4-FFF2-40B4-BE49-F238E27FC236}">
                  <a16:creationId xmlns:a16="http://schemas.microsoft.com/office/drawing/2014/main" xmlns="" id="{F4DFD42E-FD06-4DD4-BD5D-E8024A4948AB}"/>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7" name="Freeform 61">
              <a:extLst>
                <a:ext uri="{FF2B5EF4-FFF2-40B4-BE49-F238E27FC236}">
                  <a16:creationId xmlns:a16="http://schemas.microsoft.com/office/drawing/2014/main" xmlns="" id="{AFA1A6B6-4731-43D9-A6A3-8AFB9A5AE684}"/>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8" name="Freeform 62">
              <a:extLst>
                <a:ext uri="{FF2B5EF4-FFF2-40B4-BE49-F238E27FC236}">
                  <a16:creationId xmlns:a16="http://schemas.microsoft.com/office/drawing/2014/main" xmlns="" id="{7C89F33A-1343-45E8-91E5-F27A8457EA0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9" name="Freeform 71">
              <a:extLst>
                <a:ext uri="{FF2B5EF4-FFF2-40B4-BE49-F238E27FC236}">
                  <a16:creationId xmlns:a16="http://schemas.microsoft.com/office/drawing/2014/main" xmlns="" id="{592EB9D1-7BB9-4D0B-9C6E-355FA946B6E7}"/>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grpSp>
      <p:sp>
        <p:nvSpPr>
          <p:cNvPr id="36" name="文本占位符 35">
            <a:extLst>
              <a:ext uri="{FF2B5EF4-FFF2-40B4-BE49-F238E27FC236}">
                <a16:creationId xmlns:a16="http://schemas.microsoft.com/office/drawing/2014/main" xmlns="" id="{99EF31F4-C1DD-413E-8350-2A8F905B444F}"/>
              </a:ext>
            </a:extLst>
          </p:cNvPr>
          <p:cNvSpPr>
            <a:spLocks noGrp="1"/>
          </p:cNvSpPr>
          <p:nvPr userDrawn="1">
            <p:ph type="body" sz="quarter" idx="10" hasCustomPrompt="1"/>
          </p:nvPr>
        </p:nvSpPr>
        <p:spPr>
          <a:xfrm>
            <a:off x="1606550" y="4264178"/>
            <a:ext cx="8975725" cy="781050"/>
          </a:xfrm>
        </p:spPr>
        <p:txBody>
          <a:bodyPr>
            <a:normAutofit/>
          </a:bodyPr>
          <a:lstStyle>
            <a:lvl1pPr marL="0" indent="0" algn="ctr" defTabSz="914400" rtl="0" eaLnBrk="1" latinLnBrk="0" hangingPunct="1">
              <a:lnSpc>
                <a:spcPct val="120000"/>
              </a:lnSpc>
              <a:buNone/>
              <a:defRPr lang="zh-CN" altLang="en-US" sz="4000" b="1" kern="1200" spc="300">
                <a:solidFill>
                  <a:schemeClr val="tx1">
                    <a:lumMod val="85000"/>
                    <a:lumOff val="15000"/>
                  </a:schemeClr>
                </a:solidFill>
                <a:latin typeface="+mn-lt"/>
                <a:ea typeface="微软雅黑" panose="020B0503020204020204" pitchFamily="34" charset="-122"/>
                <a:cs typeface="微软雅黑" panose="020B0503020204020204" pitchFamily="34" charset="-122"/>
              </a:defRPr>
            </a:lvl1pPr>
          </a:lstStyle>
          <a:p>
            <a:pPr algn="ctr">
              <a:lnSpc>
                <a:spcPct val="120000"/>
              </a:lnSpc>
              <a:defRPr/>
            </a:pPr>
            <a:r>
              <a:rPr lang="zh-CN" altLang="en-US"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itchFamily="34" charset="-122"/>
              </a:rPr>
              <a:t>北京大学学术答辩通用</a:t>
            </a:r>
            <a:r>
              <a:rPr lang="en-US" altLang="zh-CN"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itchFamily="34" charset="-122"/>
              </a:rPr>
              <a:t>PPT</a:t>
            </a:r>
            <a:r>
              <a:rPr lang="zh-CN" altLang="en-US"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itchFamily="34" charset="-122"/>
              </a:rPr>
              <a:t>模板</a:t>
            </a:r>
          </a:p>
        </p:txBody>
      </p:sp>
      <p:sp>
        <p:nvSpPr>
          <p:cNvPr id="41" name="文本占位符 37">
            <a:extLst>
              <a:ext uri="{FF2B5EF4-FFF2-40B4-BE49-F238E27FC236}">
                <a16:creationId xmlns:a16="http://schemas.microsoft.com/office/drawing/2014/main" xmlns="" id="{D6220974-BA97-4239-8B37-C87F7F2D4871}"/>
              </a:ext>
            </a:extLst>
          </p:cNvPr>
          <p:cNvSpPr>
            <a:spLocks noGrp="1"/>
          </p:cNvSpPr>
          <p:nvPr>
            <p:ph type="body" sz="quarter" idx="11" hasCustomPrompt="1"/>
          </p:nvPr>
        </p:nvSpPr>
        <p:spPr>
          <a:xfrm>
            <a:off x="2244991" y="5389156"/>
            <a:ext cx="1987550" cy="341632"/>
          </a:xfrm>
          <a:noFill/>
        </p:spPr>
        <p:txBody>
          <a:bodyPr wrap="square" rtlCol="0">
            <a:spAutoFit/>
          </a:bodyPr>
          <a:lstStyle>
            <a:lvl1pPr marL="0" indent="0">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答辩人：</a:t>
            </a:r>
            <a:r>
              <a:rPr lang="en-US" altLang="zh-CN" dirty="0"/>
              <a:t>XXX</a:t>
            </a:r>
            <a:endParaRPr lang="zh-CN" altLang="en-US" dirty="0"/>
          </a:p>
        </p:txBody>
      </p:sp>
      <p:sp>
        <p:nvSpPr>
          <p:cNvPr id="42" name="文本占位符 37">
            <a:extLst>
              <a:ext uri="{FF2B5EF4-FFF2-40B4-BE49-F238E27FC236}">
                <a16:creationId xmlns:a16="http://schemas.microsoft.com/office/drawing/2014/main" xmlns="" id="{1E1C9D50-4952-418A-9BEE-D99198F6E380}"/>
              </a:ext>
            </a:extLst>
          </p:cNvPr>
          <p:cNvSpPr>
            <a:spLocks noGrp="1"/>
          </p:cNvSpPr>
          <p:nvPr>
            <p:ph type="body" sz="quarter" idx="12" hasCustomPrompt="1"/>
          </p:nvPr>
        </p:nvSpPr>
        <p:spPr>
          <a:xfrm>
            <a:off x="5102225" y="5389156"/>
            <a:ext cx="1987550" cy="341632"/>
          </a:xfrm>
          <a:noFill/>
        </p:spPr>
        <p:txBody>
          <a:bodyPr wrap="square" rtlCol="0">
            <a:spAutoFit/>
          </a:bodyPr>
          <a:lstStyle>
            <a:lvl1pPr marL="0" indent="0" algn="ctr">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指导教师：</a:t>
            </a:r>
            <a:r>
              <a:rPr lang="en-US" altLang="zh-CN" dirty="0"/>
              <a:t>XXX</a:t>
            </a:r>
            <a:endParaRPr lang="zh-CN" altLang="en-US" dirty="0"/>
          </a:p>
        </p:txBody>
      </p:sp>
      <p:sp>
        <p:nvSpPr>
          <p:cNvPr id="43" name="文本占位符 37">
            <a:extLst>
              <a:ext uri="{FF2B5EF4-FFF2-40B4-BE49-F238E27FC236}">
                <a16:creationId xmlns:a16="http://schemas.microsoft.com/office/drawing/2014/main" xmlns="" id="{62842471-F840-45CA-8087-A1D9DF3CA908}"/>
              </a:ext>
            </a:extLst>
          </p:cNvPr>
          <p:cNvSpPr>
            <a:spLocks noGrp="1"/>
          </p:cNvSpPr>
          <p:nvPr>
            <p:ph type="body" sz="quarter" idx="13" hasCustomPrompt="1"/>
          </p:nvPr>
        </p:nvSpPr>
        <p:spPr>
          <a:xfrm>
            <a:off x="7959460" y="5389156"/>
            <a:ext cx="1987550" cy="341632"/>
          </a:xfrm>
          <a:noFill/>
        </p:spPr>
        <p:txBody>
          <a:bodyPr wrap="square" rtlCol="0">
            <a:spAutoFit/>
          </a:bodyPr>
          <a:lstStyle>
            <a:lvl1pPr marL="0" indent="0" algn="r">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院系：</a:t>
            </a:r>
            <a:r>
              <a:rPr lang="en-US" altLang="zh-CN" dirty="0"/>
              <a:t>XXX</a:t>
            </a:r>
            <a:endParaRPr lang="zh-CN" altLang="en-US" dirty="0"/>
          </a:p>
        </p:txBody>
      </p:sp>
    </p:spTree>
    <p:extLst>
      <p:ext uri="{BB962C8B-B14F-4D97-AF65-F5344CB8AC3E}">
        <p14:creationId xmlns:p14="http://schemas.microsoft.com/office/powerpoint/2010/main" xmlns="" val="1078727193"/>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目录-4部分">
    <p:spTree>
      <p:nvGrpSpPr>
        <p:cNvPr id="1" name=""/>
        <p:cNvGrpSpPr/>
        <p:nvPr/>
      </p:nvGrpSpPr>
      <p:grpSpPr>
        <a:xfrm>
          <a:off x="0" y="0"/>
          <a:ext cx="0" cy="0"/>
          <a:chOff x="0" y="0"/>
          <a:chExt cx="0" cy="0"/>
        </a:xfrm>
      </p:grpSpPr>
      <p:sp>
        <p:nvSpPr>
          <p:cNvPr id="55" name="矩形 54">
            <a:extLst>
              <a:ext uri="{FF2B5EF4-FFF2-40B4-BE49-F238E27FC236}">
                <a16:creationId xmlns:a16="http://schemas.microsoft.com/office/drawing/2014/main" xmlns="" id="{4D6291A7-7416-4ABD-BDD5-1A52FB976A60}"/>
              </a:ext>
            </a:extLst>
          </p:cNvPr>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pic>
        <p:nvPicPr>
          <p:cNvPr id="35" name="图形 34">
            <a:extLst>
              <a:ext uri="{FF2B5EF4-FFF2-40B4-BE49-F238E27FC236}">
                <a16:creationId xmlns:a16="http://schemas.microsoft.com/office/drawing/2014/main" xmlns="" id="{3A501E88-F75F-4CDF-AE88-C91E47187A1B}"/>
              </a:ext>
            </a:extLst>
          </p:cNvPr>
          <p:cNvPicPr>
            <a:picLocks noChangeAspect="1"/>
          </p:cNvPicPr>
          <p:nvPr userDrawn="1"/>
        </p:nvPicPr>
        <p:blipFill>
          <a:blip r:embed="rId2">
            <a:extLst>
              <a:ext uri="{96DAC541-7B7A-43D3-8B79-37D633B846F1}">
                <asvg:svgBlip xmlns:asvg="http://schemas.microsoft.com/office/drawing/2016/SVG/main" xmlns="" r:embed="rId3"/>
              </a:ext>
            </a:extLst>
          </a:blip>
          <a:stretch>
            <a:fillRect/>
          </a:stretch>
        </p:blipFill>
        <p:spPr>
          <a:xfrm>
            <a:off x="-1601832" y="3365787"/>
            <a:ext cx="6665290" cy="4818286"/>
          </a:xfrm>
          <a:prstGeom prst="rect">
            <a:avLst/>
          </a:prstGeom>
        </p:spPr>
      </p:pic>
      <p:sp>
        <p:nvSpPr>
          <p:cNvPr id="7" name="矩形 6">
            <a:extLst>
              <a:ext uri="{FF2B5EF4-FFF2-40B4-BE49-F238E27FC236}">
                <a16:creationId xmlns:a16="http://schemas.microsoft.com/office/drawing/2014/main" xmlns="" id="{22F2AF65-774C-46B4-8BD3-F9EC13500DEC}"/>
              </a:ext>
            </a:extLst>
          </p:cNvPr>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grpSp>
        <p:nvGrpSpPr>
          <p:cNvPr id="8" name="组合 7">
            <a:extLst>
              <a:ext uri="{FF2B5EF4-FFF2-40B4-BE49-F238E27FC236}">
                <a16:creationId xmlns:a16="http://schemas.microsoft.com/office/drawing/2014/main" xmlns="" id="{ED8836D6-4104-415F-A6DA-0E694613F791}"/>
              </a:ext>
            </a:extLst>
          </p:cNvPr>
          <p:cNvGrpSpPr/>
          <p:nvPr userDrawn="1"/>
        </p:nvGrpSpPr>
        <p:grpSpPr>
          <a:xfrm>
            <a:off x="2296213" y="1033221"/>
            <a:ext cx="2354895" cy="1876405"/>
            <a:chOff x="2202591" y="1033221"/>
            <a:chExt cx="2354895" cy="1876405"/>
          </a:xfrm>
        </p:grpSpPr>
        <p:sp>
          <p:nvSpPr>
            <p:cNvPr id="9" name="标题 1">
              <a:extLst>
                <a:ext uri="{FF2B5EF4-FFF2-40B4-BE49-F238E27FC236}">
                  <a16:creationId xmlns:a16="http://schemas.microsoft.com/office/drawing/2014/main" xmlns="" id="{1E5B2D9B-48E4-45CC-A328-3F68B6E6DD69}"/>
                </a:ext>
              </a:extLst>
            </p:cNvPr>
            <p:cNvSpPr txBox="1">
              <a:spLocks/>
            </p:cNvSpPr>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zh-CN" altLang="en-US"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endParaRPr>
            </a:p>
          </p:txBody>
        </p:sp>
        <p:sp>
          <p:nvSpPr>
            <p:cNvPr id="10" name="文本框 9">
              <a:extLst>
                <a:ext uri="{FF2B5EF4-FFF2-40B4-BE49-F238E27FC236}">
                  <a16:creationId xmlns:a16="http://schemas.microsoft.com/office/drawing/2014/main" xmlns="" id="{BE44CE6C-A329-4948-8A82-1DEFBD1A051B}"/>
                </a:ext>
              </a:extLst>
            </p:cNvPr>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2400" b="0" i="0" u="none" strike="noStrike" kern="1200" cap="none" spc="-20" normalizeH="0" baseline="0" noProof="0" dirty="0">
                <a:ln>
                  <a:noFill/>
                </a:ln>
                <a:solidFill>
                  <a:schemeClr val="accent1"/>
                </a:solidFill>
                <a:effectLst/>
                <a:uLnTx/>
                <a:uFillTx/>
                <a:latin typeface="Arial" panose="020F0502020204030204"/>
                <a:ea typeface="Microsoft YaHei"/>
                <a:cs typeface="+mn-ea"/>
                <a:sym typeface="+mn-lt"/>
              </a:endParaRPr>
            </a:p>
          </p:txBody>
        </p:sp>
      </p:grpSp>
      <p:sp>
        <p:nvSpPr>
          <p:cNvPr id="45" name="文本占位符 40">
            <a:extLst>
              <a:ext uri="{FF2B5EF4-FFF2-40B4-BE49-F238E27FC236}">
                <a16:creationId xmlns:a16="http://schemas.microsoft.com/office/drawing/2014/main" xmlns="" id="{E092B345-4879-4708-91A6-4E07DC6C11C0}"/>
              </a:ext>
            </a:extLst>
          </p:cNvPr>
          <p:cNvSpPr>
            <a:spLocks noGrp="1"/>
          </p:cNvSpPr>
          <p:nvPr>
            <p:ph type="body" sz="quarter" idx="10" hasCustomPrompt="1"/>
          </p:nvPr>
        </p:nvSpPr>
        <p:spPr>
          <a:xfrm>
            <a:off x="7825514" y="1561152"/>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6" name="文本占位符 40">
            <a:extLst>
              <a:ext uri="{FF2B5EF4-FFF2-40B4-BE49-F238E27FC236}">
                <a16:creationId xmlns:a16="http://schemas.microsoft.com/office/drawing/2014/main" xmlns="" id="{03810C05-3860-4CF4-B2C4-7B90D45455E3}"/>
              </a:ext>
            </a:extLst>
          </p:cNvPr>
          <p:cNvSpPr>
            <a:spLocks noGrp="1"/>
          </p:cNvSpPr>
          <p:nvPr>
            <p:ph type="body" sz="quarter" idx="11" hasCustomPrompt="1"/>
          </p:nvPr>
        </p:nvSpPr>
        <p:spPr>
          <a:xfrm>
            <a:off x="7825514" y="2650906"/>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7" name="文本占位符 40">
            <a:extLst>
              <a:ext uri="{FF2B5EF4-FFF2-40B4-BE49-F238E27FC236}">
                <a16:creationId xmlns:a16="http://schemas.microsoft.com/office/drawing/2014/main" xmlns="" id="{0A0C6CFA-9C78-45B1-B085-C2C99900D665}"/>
              </a:ext>
            </a:extLst>
          </p:cNvPr>
          <p:cNvSpPr>
            <a:spLocks noGrp="1"/>
          </p:cNvSpPr>
          <p:nvPr>
            <p:ph type="body" sz="quarter" idx="12" hasCustomPrompt="1"/>
          </p:nvPr>
        </p:nvSpPr>
        <p:spPr>
          <a:xfrm>
            <a:off x="7825514" y="3740660"/>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9" name="文本占位符 40">
            <a:extLst>
              <a:ext uri="{FF2B5EF4-FFF2-40B4-BE49-F238E27FC236}">
                <a16:creationId xmlns:a16="http://schemas.microsoft.com/office/drawing/2014/main" xmlns="" id="{6FA729E4-5DE0-4287-AF67-5FB2109F1BB2}"/>
              </a:ext>
            </a:extLst>
          </p:cNvPr>
          <p:cNvSpPr>
            <a:spLocks noGrp="1"/>
          </p:cNvSpPr>
          <p:nvPr>
            <p:ph type="body" sz="quarter" idx="14" hasCustomPrompt="1"/>
          </p:nvPr>
        </p:nvSpPr>
        <p:spPr>
          <a:xfrm>
            <a:off x="7825514" y="4830414"/>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50" name="文本框 49">
            <a:extLst>
              <a:ext uri="{FF2B5EF4-FFF2-40B4-BE49-F238E27FC236}">
                <a16:creationId xmlns:a16="http://schemas.microsoft.com/office/drawing/2014/main" xmlns="" id="{56A38F7D-163D-40CF-868C-B65E57289CD7}"/>
              </a:ext>
            </a:extLst>
          </p:cNvPr>
          <p:cNvSpPr txBox="1"/>
          <p:nvPr userDrawn="1"/>
        </p:nvSpPr>
        <p:spPr>
          <a:xfrm>
            <a:off x="6814866" y="15126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51" name="文本框 50">
            <a:extLst>
              <a:ext uri="{FF2B5EF4-FFF2-40B4-BE49-F238E27FC236}">
                <a16:creationId xmlns:a16="http://schemas.microsoft.com/office/drawing/2014/main" xmlns="" id="{CDED66E5-4D15-407E-B9E9-A0489B585942}"/>
              </a:ext>
            </a:extLst>
          </p:cNvPr>
          <p:cNvSpPr txBox="1"/>
          <p:nvPr userDrawn="1"/>
        </p:nvSpPr>
        <p:spPr>
          <a:xfrm>
            <a:off x="6814866" y="2596050"/>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52" name="文本框 51">
            <a:extLst>
              <a:ext uri="{FF2B5EF4-FFF2-40B4-BE49-F238E27FC236}">
                <a16:creationId xmlns:a16="http://schemas.microsoft.com/office/drawing/2014/main" xmlns="" id="{507C5DA2-D768-4F0B-A91A-C33F1FD9102B}"/>
              </a:ext>
            </a:extLst>
          </p:cNvPr>
          <p:cNvSpPr txBox="1"/>
          <p:nvPr userDrawn="1"/>
        </p:nvSpPr>
        <p:spPr>
          <a:xfrm>
            <a:off x="6814866" y="3679496"/>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53" name="文本框 52">
            <a:extLst>
              <a:ext uri="{FF2B5EF4-FFF2-40B4-BE49-F238E27FC236}">
                <a16:creationId xmlns:a16="http://schemas.microsoft.com/office/drawing/2014/main" xmlns="" id="{A511A62B-B193-4739-A793-D7002B471A43}"/>
              </a:ext>
            </a:extLst>
          </p:cNvPr>
          <p:cNvSpPr txBox="1"/>
          <p:nvPr userDrawn="1"/>
        </p:nvSpPr>
        <p:spPr>
          <a:xfrm>
            <a:off x="6814866" y="4762941"/>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grpSp>
        <p:nvGrpSpPr>
          <p:cNvPr id="56" name="组合 55">
            <a:extLst>
              <a:ext uri="{FF2B5EF4-FFF2-40B4-BE49-F238E27FC236}">
                <a16:creationId xmlns:a16="http://schemas.microsoft.com/office/drawing/2014/main" xmlns="" id="{50134B45-47D8-49EC-B2C4-4ECBF0176BD7}"/>
              </a:ext>
            </a:extLst>
          </p:cNvPr>
          <p:cNvGrpSpPr/>
          <p:nvPr userDrawn="1"/>
        </p:nvGrpSpPr>
        <p:grpSpPr>
          <a:xfrm>
            <a:off x="2425132" y="3183822"/>
            <a:ext cx="1945700" cy="1941162"/>
            <a:chOff x="2105799" y="20055838"/>
            <a:chExt cx="6748090" cy="6732363"/>
          </a:xfrm>
          <a:solidFill>
            <a:schemeClr val="accent1"/>
          </a:solidFill>
        </p:grpSpPr>
        <p:sp>
          <p:nvSpPr>
            <p:cNvPr id="57" name="Freeform 8">
              <a:extLst>
                <a:ext uri="{FF2B5EF4-FFF2-40B4-BE49-F238E27FC236}">
                  <a16:creationId xmlns:a16="http://schemas.microsoft.com/office/drawing/2014/main" xmlns="" id="{3AFA21E4-54E4-474B-AB1C-59ABBA29DA26}"/>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8" name="Freeform 42">
              <a:extLst>
                <a:ext uri="{FF2B5EF4-FFF2-40B4-BE49-F238E27FC236}">
                  <a16:creationId xmlns:a16="http://schemas.microsoft.com/office/drawing/2014/main" xmlns="" id="{38B24B0A-5539-4D2D-A7DD-73E521128A7A}"/>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9" name="Freeform 43">
              <a:extLst>
                <a:ext uri="{FF2B5EF4-FFF2-40B4-BE49-F238E27FC236}">
                  <a16:creationId xmlns:a16="http://schemas.microsoft.com/office/drawing/2014/main" xmlns="" id="{E0E9CC68-E749-47CC-8EEF-B8B1D81C1F03}"/>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0" name="Freeform 44">
              <a:extLst>
                <a:ext uri="{FF2B5EF4-FFF2-40B4-BE49-F238E27FC236}">
                  <a16:creationId xmlns:a16="http://schemas.microsoft.com/office/drawing/2014/main" xmlns="" id="{DB2F8014-13A0-4EED-9E54-018B50E7499E}"/>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1" name="Freeform 45">
              <a:extLst>
                <a:ext uri="{FF2B5EF4-FFF2-40B4-BE49-F238E27FC236}">
                  <a16:creationId xmlns:a16="http://schemas.microsoft.com/office/drawing/2014/main" xmlns="" id="{74ABE961-157F-44CB-B98E-6BC13D4BE116}"/>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2" name="Freeform 46">
              <a:extLst>
                <a:ext uri="{FF2B5EF4-FFF2-40B4-BE49-F238E27FC236}">
                  <a16:creationId xmlns:a16="http://schemas.microsoft.com/office/drawing/2014/main" xmlns="" id="{A8EDD165-034A-405C-8387-D78D2A7E5008}"/>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3" name="Freeform 47">
              <a:extLst>
                <a:ext uri="{FF2B5EF4-FFF2-40B4-BE49-F238E27FC236}">
                  <a16:creationId xmlns:a16="http://schemas.microsoft.com/office/drawing/2014/main" xmlns="" id="{7B6C6F1F-1F3E-4FDB-922F-9463383773F7}"/>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4" name="Freeform 48">
              <a:extLst>
                <a:ext uri="{FF2B5EF4-FFF2-40B4-BE49-F238E27FC236}">
                  <a16:creationId xmlns:a16="http://schemas.microsoft.com/office/drawing/2014/main" xmlns="" id="{29FCF922-820E-4CDB-86F9-1B2BFFAC1EB6}"/>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5" name="Freeform 49">
              <a:extLst>
                <a:ext uri="{FF2B5EF4-FFF2-40B4-BE49-F238E27FC236}">
                  <a16:creationId xmlns:a16="http://schemas.microsoft.com/office/drawing/2014/main" xmlns="" id="{BC9F70C6-EC0D-4FF5-BC12-B628A56E4AC2}"/>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6" name="Freeform 50">
              <a:extLst>
                <a:ext uri="{FF2B5EF4-FFF2-40B4-BE49-F238E27FC236}">
                  <a16:creationId xmlns:a16="http://schemas.microsoft.com/office/drawing/2014/main" xmlns="" id="{22C93A2B-D2C4-4B41-AED7-1C8A35C4F4FC}"/>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7" name="Freeform 51">
              <a:extLst>
                <a:ext uri="{FF2B5EF4-FFF2-40B4-BE49-F238E27FC236}">
                  <a16:creationId xmlns:a16="http://schemas.microsoft.com/office/drawing/2014/main" xmlns="" id="{49AA6AE9-EE4E-4805-8DAD-3192F29A00F6}"/>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8" name="Freeform 52">
              <a:extLst>
                <a:ext uri="{FF2B5EF4-FFF2-40B4-BE49-F238E27FC236}">
                  <a16:creationId xmlns:a16="http://schemas.microsoft.com/office/drawing/2014/main" xmlns="" id="{58F96C6B-EC74-4E2B-BEFE-85CD9E272B8B}"/>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9" name="Freeform 53">
              <a:extLst>
                <a:ext uri="{FF2B5EF4-FFF2-40B4-BE49-F238E27FC236}">
                  <a16:creationId xmlns:a16="http://schemas.microsoft.com/office/drawing/2014/main" xmlns="" id="{B0809F50-496A-4255-B4DE-C9A321AB701C}"/>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0" name="Freeform 54">
              <a:extLst>
                <a:ext uri="{FF2B5EF4-FFF2-40B4-BE49-F238E27FC236}">
                  <a16:creationId xmlns:a16="http://schemas.microsoft.com/office/drawing/2014/main" xmlns="" id="{9F87CF65-112C-4ABD-B2D1-00BAFED667A8}"/>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1" name="Freeform 55">
              <a:extLst>
                <a:ext uri="{FF2B5EF4-FFF2-40B4-BE49-F238E27FC236}">
                  <a16:creationId xmlns:a16="http://schemas.microsoft.com/office/drawing/2014/main" xmlns="" id="{51971117-C1ED-4363-98CD-BF4F681FEB29}"/>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2" name="Freeform 56">
              <a:extLst>
                <a:ext uri="{FF2B5EF4-FFF2-40B4-BE49-F238E27FC236}">
                  <a16:creationId xmlns:a16="http://schemas.microsoft.com/office/drawing/2014/main" xmlns="" id="{A9659DA4-2A51-43A6-922C-5D9741A264CE}"/>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3" name="Freeform 57">
              <a:extLst>
                <a:ext uri="{FF2B5EF4-FFF2-40B4-BE49-F238E27FC236}">
                  <a16:creationId xmlns:a16="http://schemas.microsoft.com/office/drawing/2014/main" xmlns="" id="{6D2AD94D-A2FC-47E6-9333-74F53AD4AD8C}"/>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4" name="Freeform 58">
              <a:extLst>
                <a:ext uri="{FF2B5EF4-FFF2-40B4-BE49-F238E27FC236}">
                  <a16:creationId xmlns:a16="http://schemas.microsoft.com/office/drawing/2014/main" xmlns="" id="{FBF04BC2-9173-4560-A801-C3E77FAFAD0D}"/>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5" name="Freeform 59">
              <a:extLst>
                <a:ext uri="{FF2B5EF4-FFF2-40B4-BE49-F238E27FC236}">
                  <a16:creationId xmlns:a16="http://schemas.microsoft.com/office/drawing/2014/main" xmlns="" id="{10B5FD19-1004-4FBB-A735-BADE89DBC32F}"/>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6" name="Freeform 60">
              <a:extLst>
                <a:ext uri="{FF2B5EF4-FFF2-40B4-BE49-F238E27FC236}">
                  <a16:creationId xmlns:a16="http://schemas.microsoft.com/office/drawing/2014/main" xmlns="" id="{E46D3E77-3956-4899-9133-7E5AB0838600}"/>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7" name="Freeform 61">
              <a:extLst>
                <a:ext uri="{FF2B5EF4-FFF2-40B4-BE49-F238E27FC236}">
                  <a16:creationId xmlns:a16="http://schemas.microsoft.com/office/drawing/2014/main" xmlns="" id="{8EC0140A-1488-4FC2-A47E-78B02853636C}"/>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8" name="Freeform 62">
              <a:extLst>
                <a:ext uri="{FF2B5EF4-FFF2-40B4-BE49-F238E27FC236}">
                  <a16:creationId xmlns:a16="http://schemas.microsoft.com/office/drawing/2014/main" xmlns="" id="{03F5EEE1-8308-4F13-B04A-6876990D565D}"/>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9" name="Freeform 71">
              <a:extLst>
                <a:ext uri="{FF2B5EF4-FFF2-40B4-BE49-F238E27FC236}">
                  <a16:creationId xmlns:a16="http://schemas.microsoft.com/office/drawing/2014/main" xmlns="" id="{AB75AD00-AB3C-43A5-A617-D40ADF65DFEA}"/>
                </a:ext>
              </a:extLst>
            </p:cNvPr>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0000"/>
                </a:solidFill>
                <a:effectLst/>
                <a:uLnTx/>
                <a:uFillTx/>
                <a:latin typeface="Arial" panose="020F0502020204030204"/>
                <a:ea typeface="Microsoft YaHei"/>
                <a:cs typeface="+mn-ea"/>
                <a:sym typeface="+mn-lt"/>
              </a:endParaRPr>
            </a:p>
          </p:txBody>
        </p:sp>
      </p:grpSp>
    </p:spTree>
    <p:extLst>
      <p:ext uri="{BB962C8B-B14F-4D97-AF65-F5344CB8AC3E}">
        <p14:creationId xmlns:p14="http://schemas.microsoft.com/office/powerpoint/2010/main" xmlns="" val="3255657383"/>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目录-5部分">
    <p:spTree>
      <p:nvGrpSpPr>
        <p:cNvPr id="1" name=""/>
        <p:cNvGrpSpPr/>
        <p:nvPr/>
      </p:nvGrpSpPr>
      <p:grpSpPr>
        <a:xfrm>
          <a:off x="0" y="0"/>
          <a:ext cx="0" cy="0"/>
          <a:chOff x="0" y="0"/>
          <a:chExt cx="0" cy="0"/>
        </a:xfrm>
      </p:grpSpPr>
      <p:sp>
        <p:nvSpPr>
          <p:cNvPr id="6" name="矩形 5">
            <a:extLst>
              <a:ext uri="{FF2B5EF4-FFF2-40B4-BE49-F238E27FC236}">
                <a16:creationId xmlns:a16="http://schemas.microsoft.com/office/drawing/2014/main" xmlns="" id="{07DDBCB7-E991-46B4-8485-8E5161A9C4C0}"/>
              </a:ext>
            </a:extLst>
          </p:cNvPr>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sp>
        <p:nvSpPr>
          <p:cNvPr id="71" name="矩形 70">
            <a:extLst>
              <a:ext uri="{FF2B5EF4-FFF2-40B4-BE49-F238E27FC236}">
                <a16:creationId xmlns:a16="http://schemas.microsoft.com/office/drawing/2014/main" xmlns="" id="{1DEB25A3-6BFF-4215-894B-71D6E2DD833C}"/>
              </a:ext>
            </a:extLst>
          </p:cNvPr>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pic>
        <p:nvPicPr>
          <p:cNvPr id="35" name="图形 34">
            <a:extLst>
              <a:ext uri="{FF2B5EF4-FFF2-40B4-BE49-F238E27FC236}">
                <a16:creationId xmlns:a16="http://schemas.microsoft.com/office/drawing/2014/main" xmlns="" id="{3A501E88-F75F-4CDF-AE88-C91E47187A1B}"/>
              </a:ext>
            </a:extLst>
          </p:cNvPr>
          <p:cNvPicPr>
            <a:picLocks noChangeAspect="1"/>
          </p:cNvPicPr>
          <p:nvPr userDrawn="1"/>
        </p:nvPicPr>
        <p:blipFill>
          <a:blip r:embed="rId2">
            <a:extLst>
              <a:ext uri="{96DAC541-7B7A-43D3-8B79-37D633B846F1}">
                <asvg:svgBlip xmlns:asvg="http://schemas.microsoft.com/office/drawing/2016/SVG/main" xmlns="" r:embed="rId3"/>
              </a:ext>
            </a:extLst>
          </a:blip>
          <a:stretch>
            <a:fillRect/>
          </a:stretch>
        </p:blipFill>
        <p:spPr>
          <a:xfrm>
            <a:off x="-1601832" y="3365787"/>
            <a:ext cx="6665290" cy="4818286"/>
          </a:xfrm>
          <a:prstGeom prst="rect">
            <a:avLst/>
          </a:prstGeom>
        </p:spPr>
      </p:pic>
      <p:grpSp>
        <p:nvGrpSpPr>
          <p:cNvPr id="8" name="组合 7">
            <a:extLst>
              <a:ext uri="{FF2B5EF4-FFF2-40B4-BE49-F238E27FC236}">
                <a16:creationId xmlns:a16="http://schemas.microsoft.com/office/drawing/2014/main" xmlns="" id="{ED8836D6-4104-415F-A6DA-0E694613F791}"/>
              </a:ext>
            </a:extLst>
          </p:cNvPr>
          <p:cNvGrpSpPr/>
          <p:nvPr userDrawn="1"/>
        </p:nvGrpSpPr>
        <p:grpSpPr>
          <a:xfrm>
            <a:off x="2296213" y="1033221"/>
            <a:ext cx="2354895" cy="1876405"/>
            <a:chOff x="2202591" y="1033221"/>
            <a:chExt cx="2354895" cy="1876405"/>
          </a:xfrm>
        </p:grpSpPr>
        <p:sp>
          <p:nvSpPr>
            <p:cNvPr id="9" name="标题 1">
              <a:extLst>
                <a:ext uri="{FF2B5EF4-FFF2-40B4-BE49-F238E27FC236}">
                  <a16:creationId xmlns:a16="http://schemas.microsoft.com/office/drawing/2014/main" xmlns="" id="{1E5B2D9B-48E4-45CC-A328-3F68B6E6DD69}"/>
                </a:ext>
              </a:extLst>
            </p:cNvPr>
            <p:cNvSpPr txBox="1">
              <a:spLocks/>
            </p:cNvSpPr>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zh-CN" altLang="en-US"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endParaRPr>
            </a:p>
          </p:txBody>
        </p:sp>
        <p:sp>
          <p:nvSpPr>
            <p:cNvPr id="10" name="文本框 9">
              <a:extLst>
                <a:ext uri="{FF2B5EF4-FFF2-40B4-BE49-F238E27FC236}">
                  <a16:creationId xmlns:a16="http://schemas.microsoft.com/office/drawing/2014/main" xmlns="" id="{BE44CE6C-A329-4948-8A82-1DEFBD1A051B}"/>
                </a:ext>
              </a:extLst>
            </p:cNvPr>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2400" b="0" i="0" u="none" strike="noStrike" kern="1200" cap="none" spc="-20" normalizeH="0" baseline="0" noProof="0" dirty="0">
                <a:ln>
                  <a:noFill/>
                </a:ln>
                <a:solidFill>
                  <a:schemeClr val="accent1"/>
                </a:solidFill>
                <a:effectLst/>
                <a:uLnTx/>
                <a:uFillTx/>
                <a:latin typeface="Arial" panose="020F0502020204030204"/>
                <a:ea typeface="Microsoft YaHei"/>
                <a:cs typeface="+mn-ea"/>
                <a:sym typeface="+mn-lt"/>
              </a:endParaRPr>
            </a:p>
          </p:txBody>
        </p:sp>
      </p:grpSp>
      <p:sp>
        <p:nvSpPr>
          <p:cNvPr id="41" name="文本占位符 40">
            <a:extLst>
              <a:ext uri="{FF2B5EF4-FFF2-40B4-BE49-F238E27FC236}">
                <a16:creationId xmlns:a16="http://schemas.microsoft.com/office/drawing/2014/main" xmlns="" id="{1DDB07A2-0BEC-42D8-BCBF-4274AF207FC0}"/>
              </a:ext>
            </a:extLst>
          </p:cNvPr>
          <p:cNvSpPr>
            <a:spLocks noGrp="1"/>
          </p:cNvSpPr>
          <p:nvPr>
            <p:ph type="body" sz="quarter" idx="10" hasCustomPrompt="1"/>
          </p:nvPr>
        </p:nvSpPr>
        <p:spPr>
          <a:xfrm>
            <a:off x="7819905" y="14087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2" name="文本占位符 40">
            <a:extLst>
              <a:ext uri="{FF2B5EF4-FFF2-40B4-BE49-F238E27FC236}">
                <a16:creationId xmlns:a16="http://schemas.microsoft.com/office/drawing/2014/main" xmlns="" id="{3EE8ADE6-8EEE-4661-B83E-89A22DA1686F}"/>
              </a:ext>
            </a:extLst>
          </p:cNvPr>
          <p:cNvSpPr>
            <a:spLocks noGrp="1"/>
          </p:cNvSpPr>
          <p:nvPr>
            <p:ph type="body" sz="quarter" idx="11" hasCustomPrompt="1"/>
          </p:nvPr>
        </p:nvSpPr>
        <p:spPr>
          <a:xfrm>
            <a:off x="7819905" y="23022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3" name="文本占位符 40">
            <a:extLst>
              <a:ext uri="{FF2B5EF4-FFF2-40B4-BE49-F238E27FC236}">
                <a16:creationId xmlns:a16="http://schemas.microsoft.com/office/drawing/2014/main" xmlns="" id="{B8DAAE4E-CF42-40B4-8C0C-8AA671368AD5}"/>
              </a:ext>
            </a:extLst>
          </p:cNvPr>
          <p:cNvSpPr>
            <a:spLocks noGrp="1"/>
          </p:cNvSpPr>
          <p:nvPr>
            <p:ph type="body" sz="quarter" idx="12" hasCustomPrompt="1"/>
          </p:nvPr>
        </p:nvSpPr>
        <p:spPr>
          <a:xfrm>
            <a:off x="7819905" y="31956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4" name="文本占位符 40">
            <a:extLst>
              <a:ext uri="{FF2B5EF4-FFF2-40B4-BE49-F238E27FC236}">
                <a16:creationId xmlns:a16="http://schemas.microsoft.com/office/drawing/2014/main" xmlns="" id="{B3C1ED7C-5023-48FE-A05C-E9687671B32A}"/>
              </a:ext>
            </a:extLst>
          </p:cNvPr>
          <p:cNvSpPr>
            <a:spLocks noGrp="1"/>
          </p:cNvSpPr>
          <p:nvPr>
            <p:ph type="body" sz="quarter" idx="13" hasCustomPrompt="1"/>
          </p:nvPr>
        </p:nvSpPr>
        <p:spPr>
          <a:xfrm>
            <a:off x="7819905" y="4982551"/>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36" name="文本占位符 40">
            <a:extLst>
              <a:ext uri="{FF2B5EF4-FFF2-40B4-BE49-F238E27FC236}">
                <a16:creationId xmlns:a16="http://schemas.microsoft.com/office/drawing/2014/main" xmlns="" id="{043E6D5F-05DE-429A-8D64-78A20E1D046B}"/>
              </a:ext>
            </a:extLst>
          </p:cNvPr>
          <p:cNvSpPr>
            <a:spLocks noGrp="1"/>
          </p:cNvSpPr>
          <p:nvPr>
            <p:ph type="body" sz="quarter" idx="14" hasCustomPrompt="1"/>
          </p:nvPr>
        </p:nvSpPr>
        <p:spPr>
          <a:xfrm>
            <a:off x="7819905" y="40891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2" name="文本框 1">
            <a:extLst>
              <a:ext uri="{FF2B5EF4-FFF2-40B4-BE49-F238E27FC236}">
                <a16:creationId xmlns:a16="http://schemas.microsoft.com/office/drawing/2014/main" xmlns="" id="{E701414C-90A5-4AF7-93FE-51CC5323E071}"/>
              </a:ext>
            </a:extLst>
          </p:cNvPr>
          <p:cNvSpPr txBox="1"/>
          <p:nvPr userDrawn="1"/>
        </p:nvSpPr>
        <p:spPr>
          <a:xfrm>
            <a:off x="6809256" y="13602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a:extLst>
              <a:ext uri="{FF2B5EF4-FFF2-40B4-BE49-F238E27FC236}">
                <a16:creationId xmlns:a16="http://schemas.microsoft.com/office/drawing/2014/main" xmlns="" id="{08D10D4D-0807-49B3-87E5-6308A249C47B}"/>
              </a:ext>
            </a:extLst>
          </p:cNvPr>
          <p:cNvSpPr txBox="1"/>
          <p:nvPr userDrawn="1"/>
        </p:nvSpPr>
        <p:spPr>
          <a:xfrm>
            <a:off x="6809256" y="2253654"/>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a:extLst>
              <a:ext uri="{FF2B5EF4-FFF2-40B4-BE49-F238E27FC236}">
                <a16:creationId xmlns:a16="http://schemas.microsoft.com/office/drawing/2014/main" xmlns="" id="{20A25C77-BB9D-4A78-AE04-B2060C1854F0}"/>
              </a:ext>
            </a:extLst>
          </p:cNvPr>
          <p:cNvSpPr txBox="1"/>
          <p:nvPr userDrawn="1"/>
        </p:nvSpPr>
        <p:spPr>
          <a:xfrm>
            <a:off x="6809256" y="3148379"/>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a:extLst>
              <a:ext uri="{FF2B5EF4-FFF2-40B4-BE49-F238E27FC236}">
                <a16:creationId xmlns:a16="http://schemas.microsoft.com/office/drawing/2014/main" xmlns="" id="{7F7858D3-EB29-4574-9887-04007DDF5A0B}"/>
              </a:ext>
            </a:extLst>
          </p:cNvPr>
          <p:cNvSpPr txBox="1"/>
          <p:nvPr userDrawn="1"/>
        </p:nvSpPr>
        <p:spPr>
          <a:xfrm>
            <a:off x="6809256" y="4021629"/>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a:extLst>
              <a:ext uri="{FF2B5EF4-FFF2-40B4-BE49-F238E27FC236}">
                <a16:creationId xmlns:a16="http://schemas.microsoft.com/office/drawing/2014/main" xmlns="" id="{9E5C5056-284F-4DF8-8EBF-ED594C24CE32}"/>
              </a:ext>
            </a:extLst>
          </p:cNvPr>
          <p:cNvSpPr txBox="1"/>
          <p:nvPr userDrawn="1"/>
        </p:nvSpPr>
        <p:spPr>
          <a:xfrm>
            <a:off x="6809256" y="4921514"/>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grpSp>
        <p:nvGrpSpPr>
          <p:cNvPr id="47" name="组合 46">
            <a:extLst>
              <a:ext uri="{FF2B5EF4-FFF2-40B4-BE49-F238E27FC236}">
                <a16:creationId xmlns:a16="http://schemas.microsoft.com/office/drawing/2014/main" xmlns="" id="{E8917928-9484-40B9-8C50-C1CA090DFE44}"/>
              </a:ext>
            </a:extLst>
          </p:cNvPr>
          <p:cNvGrpSpPr/>
          <p:nvPr userDrawn="1"/>
        </p:nvGrpSpPr>
        <p:grpSpPr>
          <a:xfrm>
            <a:off x="2425132" y="3183822"/>
            <a:ext cx="1945700" cy="1941162"/>
            <a:chOff x="2105799" y="20055838"/>
            <a:chExt cx="6748090" cy="6732363"/>
          </a:xfrm>
          <a:solidFill>
            <a:schemeClr val="accent1"/>
          </a:solidFill>
        </p:grpSpPr>
        <p:sp>
          <p:nvSpPr>
            <p:cNvPr id="48" name="Freeform 8">
              <a:extLst>
                <a:ext uri="{FF2B5EF4-FFF2-40B4-BE49-F238E27FC236}">
                  <a16:creationId xmlns:a16="http://schemas.microsoft.com/office/drawing/2014/main" xmlns="" id="{59086FAE-7BCE-4F42-BEAF-83E039527D5D}"/>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49" name="Freeform 42">
              <a:extLst>
                <a:ext uri="{FF2B5EF4-FFF2-40B4-BE49-F238E27FC236}">
                  <a16:creationId xmlns:a16="http://schemas.microsoft.com/office/drawing/2014/main" xmlns="" id="{10B13E90-F439-48CA-AD95-7138BB9F29B5}"/>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0" name="Freeform 43">
              <a:extLst>
                <a:ext uri="{FF2B5EF4-FFF2-40B4-BE49-F238E27FC236}">
                  <a16:creationId xmlns:a16="http://schemas.microsoft.com/office/drawing/2014/main" xmlns="" id="{5F0B2961-18DD-4861-8D52-0A383ECCB085}"/>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1" name="Freeform 44">
              <a:extLst>
                <a:ext uri="{FF2B5EF4-FFF2-40B4-BE49-F238E27FC236}">
                  <a16:creationId xmlns:a16="http://schemas.microsoft.com/office/drawing/2014/main" xmlns="" id="{AB5B5CF7-72A5-4E9E-BD84-D5722080E3AD}"/>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2" name="Freeform 45">
              <a:extLst>
                <a:ext uri="{FF2B5EF4-FFF2-40B4-BE49-F238E27FC236}">
                  <a16:creationId xmlns:a16="http://schemas.microsoft.com/office/drawing/2014/main" xmlns="" id="{B40B6773-5AF3-4B78-A875-0F1C89DBCBD4}"/>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3" name="Freeform 46">
              <a:extLst>
                <a:ext uri="{FF2B5EF4-FFF2-40B4-BE49-F238E27FC236}">
                  <a16:creationId xmlns:a16="http://schemas.microsoft.com/office/drawing/2014/main" xmlns="" id="{211E77CF-A371-4394-80EE-A23B8E761CF0}"/>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4" name="Freeform 47">
              <a:extLst>
                <a:ext uri="{FF2B5EF4-FFF2-40B4-BE49-F238E27FC236}">
                  <a16:creationId xmlns:a16="http://schemas.microsoft.com/office/drawing/2014/main" xmlns="" id="{24C2E5AA-B456-402D-AACB-CF50F586373D}"/>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5" name="Freeform 48">
              <a:extLst>
                <a:ext uri="{FF2B5EF4-FFF2-40B4-BE49-F238E27FC236}">
                  <a16:creationId xmlns:a16="http://schemas.microsoft.com/office/drawing/2014/main" xmlns="" id="{5CEFFC85-E9B5-40DB-A773-6AA641A5EA96}"/>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6" name="Freeform 49">
              <a:extLst>
                <a:ext uri="{FF2B5EF4-FFF2-40B4-BE49-F238E27FC236}">
                  <a16:creationId xmlns:a16="http://schemas.microsoft.com/office/drawing/2014/main" xmlns="" id="{DF550AC9-9345-4B32-A0CD-DA983D3011C1}"/>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7" name="Freeform 50">
              <a:extLst>
                <a:ext uri="{FF2B5EF4-FFF2-40B4-BE49-F238E27FC236}">
                  <a16:creationId xmlns:a16="http://schemas.microsoft.com/office/drawing/2014/main" xmlns="" id="{29471116-16CF-4D64-B565-49C15F226E2A}"/>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8" name="Freeform 51">
              <a:extLst>
                <a:ext uri="{FF2B5EF4-FFF2-40B4-BE49-F238E27FC236}">
                  <a16:creationId xmlns:a16="http://schemas.microsoft.com/office/drawing/2014/main" xmlns="" id="{9E60588D-9746-4C96-BB9F-CD0875FA3CF5}"/>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9" name="Freeform 52">
              <a:extLst>
                <a:ext uri="{FF2B5EF4-FFF2-40B4-BE49-F238E27FC236}">
                  <a16:creationId xmlns:a16="http://schemas.microsoft.com/office/drawing/2014/main" xmlns="" id="{8D2145FF-BFA9-4FEA-9430-C2F6CFF9B9AB}"/>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0" name="Freeform 53">
              <a:extLst>
                <a:ext uri="{FF2B5EF4-FFF2-40B4-BE49-F238E27FC236}">
                  <a16:creationId xmlns:a16="http://schemas.microsoft.com/office/drawing/2014/main" xmlns="" id="{31731D7D-B614-4B40-BD98-92032FFEDC84}"/>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1" name="Freeform 54">
              <a:extLst>
                <a:ext uri="{FF2B5EF4-FFF2-40B4-BE49-F238E27FC236}">
                  <a16:creationId xmlns:a16="http://schemas.microsoft.com/office/drawing/2014/main" xmlns="" id="{85133ADC-E731-46F5-90AB-E151D742530F}"/>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2" name="Freeform 55">
              <a:extLst>
                <a:ext uri="{FF2B5EF4-FFF2-40B4-BE49-F238E27FC236}">
                  <a16:creationId xmlns:a16="http://schemas.microsoft.com/office/drawing/2014/main" xmlns="" id="{8A62A99D-E0DB-4111-9FEB-3E4F6344232D}"/>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3" name="Freeform 56">
              <a:extLst>
                <a:ext uri="{FF2B5EF4-FFF2-40B4-BE49-F238E27FC236}">
                  <a16:creationId xmlns:a16="http://schemas.microsoft.com/office/drawing/2014/main" xmlns="" id="{F80FCAD7-78A2-4243-97E5-91414F895B41}"/>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4" name="Freeform 57">
              <a:extLst>
                <a:ext uri="{FF2B5EF4-FFF2-40B4-BE49-F238E27FC236}">
                  <a16:creationId xmlns:a16="http://schemas.microsoft.com/office/drawing/2014/main" xmlns="" id="{BCEB97F9-5E6D-4143-A326-123BB40920E4}"/>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5" name="Freeform 58">
              <a:extLst>
                <a:ext uri="{FF2B5EF4-FFF2-40B4-BE49-F238E27FC236}">
                  <a16:creationId xmlns:a16="http://schemas.microsoft.com/office/drawing/2014/main" xmlns="" id="{A0EC93B7-5F9E-4596-A0B4-56E551810B41}"/>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6" name="Freeform 59">
              <a:extLst>
                <a:ext uri="{FF2B5EF4-FFF2-40B4-BE49-F238E27FC236}">
                  <a16:creationId xmlns:a16="http://schemas.microsoft.com/office/drawing/2014/main" xmlns="" id="{9CB41E21-FEE3-4D2D-9551-B88C07BC03E5}"/>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7" name="Freeform 60">
              <a:extLst>
                <a:ext uri="{FF2B5EF4-FFF2-40B4-BE49-F238E27FC236}">
                  <a16:creationId xmlns:a16="http://schemas.microsoft.com/office/drawing/2014/main" xmlns="" id="{55D43798-13B8-4DAF-98D6-284AD8D22E66}"/>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8" name="Freeform 61">
              <a:extLst>
                <a:ext uri="{FF2B5EF4-FFF2-40B4-BE49-F238E27FC236}">
                  <a16:creationId xmlns:a16="http://schemas.microsoft.com/office/drawing/2014/main" xmlns="" id="{8CA5B0FD-C8F6-426F-AC2B-522A58FE00FD}"/>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9" name="Freeform 62">
              <a:extLst>
                <a:ext uri="{FF2B5EF4-FFF2-40B4-BE49-F238E27FC236}">
                  <a16:creationId xmlns:a16="http://schemas.microsoft.com/office/drawing/2014/main" xmlns="" id="{F7A64D83-8794-4383-B608-9C794C6FA37F}"/>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0" name="Freeform 71">
              <a:extLst>
                <a:ext uri="{FF2B5EF4-FFF2-40B4-BE49-F238E27FC236}">
                  <a16:creationId xmlns:a16="http://schemas.microsoft.com/office/drawing/2014/main" xmlns="" id="{98DEF15F-7ADA-4CD6-AE2B-F2091812707E}"/>
                </a:ext>
              </a:extLst>
            </p:cNvPr>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0000"/>
                </a:solidFill>
                <a:effectLst/>
                <a:uLnTx/>
                <a:uFillTx/>
                <a:latin typeface="Arial" panose="020F0502020204030204"/>
                <a:ea typeface="Microsoft YaHei"/>
                <a:cs typeface="+mn-ea"/>
                <a:sym typeface="+mn-lt"/>
              </a:endParaRPr>
            </a:p>
          </p:txBody>
        </p:sp>
      </p:grpSp>
    </p:spTree>
    <p:extLst>
      <p:ext uri="{BB962C8B-B14F-4D97-AF65-F5344CB8AC3E}">
        <p14:creationId xmlns:p14="http://schemas.microsoft.com/office/powerpoint/2010/main" xmlns="" val="761230872"/>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目录-6部分">
    <p:spTree>
      <p:nvGrpSpPr>
        <p:cNvPr id="1" name=""/>
        <p:cNvGrpSpPr/>
        <p:nvPr/>
      </p:nvGrpSpPr>
      <p:grpSpPr>
        <a:xfrm>
          <a:off x="0" y="0"/>
          <a:ext cx="0" cy="0"/>
          <a:chOff x="0" y="0"/>
          <a:chExt cx="0" cy="0"/>
        </a:xfrm>
      </p:grpSpPr>
      <p:sp>
        <p:nvSpPr>
          <p:cNvPr id="6" name="矩形 5">
            <a:extLst>
              <a:ext uri="{FF2B5EF4-FFF2-40B4-BE49-F238E27FC236}">
                <a16:creationId xmlns:a16="http://schemas.microsoft.com/office/drawing/2014/main" xmlns="" id="{07DDBCB7-E991-46B4-8485-8E5161A9C4C0}"/>
              </a:ext>
            </a:extLst>
          </p:cNvPr>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pic>
        <p:nvPicPr>
          <p:cNvPr id="35" name="图形 34">
            <a:extLst>
              <a:ext uri="{FF2B5EF4-FFF2-40B4-BE49-F238E27FC236}">
                <a16:creationId xmlns:a16="http://schemas.microsoft.com/office/drawing/2014/main" xmlns="" id="{3A501E88-F75F-4CDF-AE88-C91E47187A1B}"/>
              </a:ext>
            </a:extLst>
          </p:cNvPr>
          <p:cNvPicPr>
            <a:picLocks noChangeAspect="1"/>
          </p:cNvPicPr>
          <p:nvPr userDrawn="1"/>
        </p:nvPicPr>
        <p:blipFill>
          <a:blip r:embed="rId2">
            <a:extLst>
              <a:ext uri="{96DAC541-7B7A-43D3-8B79-37D633B846F1}">
                <asvg:svgBlip xmlns:asvg="http://schemas.microsoft.com/office/drawing/2016/SVG/main" xmlns="" r:embed="rId3"/>
              </a:ext>
            </a:extLst>
          </a:blip>
          <a:stretch>
            <a:fillRect/>
          </a:stretch>
        </p:blipFill>
        <p:spPr>
          <a:xfrm>
            <a:off x="-1601832" y="3365787"/>
            <a:ext cx="6665290" cy="4818286"/>
          </a:xfrm>
          <a:prstGeom prst="rect">
            <a:avLst/>
          </a:prstGeom>
        </p:spPr>
      </p:pic>
      <p:sp>
        <p:nvSpPr>
          <p:cNvPr id="49" name="矩形 48">
            <a:extLst>
              <a:ext uri="{FF2B5EF4-FFF2-40B4-BE49-F238E27FC236}">
                <a16:creationId xmlns:a16="http://schemas.microsoft.com/office/drawing/2014/main" xmlns="" id="{9641EC2A-644C-47E6-9137-85F1FC0E3567}"/>
              </a:ext>
            </a:extLst>
          </p:cNvPr>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grpSp>
        <p:nvGrpSpPr>
          <p:cNvPr id="8" name="组合 7">
            <a:extLst>
              <a:ext uri="{FF2B5EF4-FFF2-40B4-BE49-F238E27FC236}">
                <a16:creationId xmlns:a16="http://schemas.microsoft.com/office/drawing/2014/main" xmlns="" id="{ED8836D6-4104-415F-A6DA-0E694613F791}"/>
              </a:ext>
            </a:extLst>
          </p:cNvPr>
          <p:cNvGrpSpPr/>
          <p:nvPr userDrawn="1"/>
        </p:nvGrpSpPr>
        <p:grpSpPr>
          <a:xfrm>
            <a:off x="2296213" y="1033221"/>
            <a:ext cx="2354895" cy="1876405"/>
            <a:chOff x="2202591" y="1033221"/>
            <a:chExt cx="2354895" cy="1876405"/>
          </a:xfrm>
        </p:grpSpPr>
        <p:sp>
          <p:nvSpPr>
            <p:cNvPr id="9" name="标题 1">
              <a:extLst>
                <a:ext uri="{FF2B5EF4-FFF2-40B4-BE49-F238E27FC236}">
                  <a16:creationId xmlns:a16="http://schemas.microsoft.com/office/drawing/2014/main" xmlns="" id="{1E5B2D9B-48E4-45CC-A328-3F68B6E6DD69}"/>
                </a:ext>
              </a:extLst>
            </p:cNvPr>
            <p:cNvSpPr txBox="1">
              <a:spLocks/>
            </p:cNvSpPr>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zh-CN" altLang="en-US"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endParaRPr>
            </a:p>
          </p:txBody>
        </p:sp>
        <p:sp>
          <p:nvSpPr>
            <p:cNvPr id="10" name="文本框 9">
              <a:extLst>
                <a:ext uri="{FF2B5EF4-FFF2-40B4-BE49-F238E27FC236}">
                  <a16:creationId xmlns:a16="http://schemas.microsoft.com/office/drawing/2014/main" xmlns="" id="{BE44CE6C-A329-4948-8A82-1DEFBD1A051B}"/>
                </a:ext>
              </a:extLst>
            </p:cNvPr>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2400" b="0" i="0" u="none" strike="noStrike" kern="1200" cap="none" spc="-20" normalizeH="0" baseline="0" noProof="0" dirty="0">
                <a:ln>
                  <a:noFill/>
                </a:ln>
                <a:solidFill>
                  <a:schemeClr val="accent1"/>
                </a:solidFill>
                <a:effectLst/>
                <a:uLnTx/>
                <a:uFillTx/>
                <a:latin typeface="Arial" panose="020F0502020204030204"/>
                <a:ea typeface="Microsoft YaHei"/>
                <a:cs typeface="+mn-ea"/>
                <a:sym typeface="+mn-lt"/>
              </a:endParaRPr>
            </a:p>
          </p:txBody>
        </p:sp>
      </p:grpSp>
      <p:grpSp>
        <p:nvGrpSpPr>
          <p:cNvPr id="11" name="组合 10">
            <a:extLst>
              <a:ext uri="{FF2B5EF4-FFF2-40B4-BE49-F238E27FC236}">
                <a16:creationId xmlns:a16="http://schemas.microsoft.com/office/drawing/2014/main" xmlns="" id="{58D2D447-3244-41E4-A676-38C4ED0BA81A}"/>
              </a:ext>
            </a:extLst>
          </p:cNvPr>
          <p:cNvGrpSpPr/>
          <p:nvPr userDrawn="1"/>
        </p:nvGrpSpPr>
        <p:grpSpPr>
          <a:xfrm>
            <a:off x="2425132" y="3183822"/>
            <a:ext cx="1945700" cy="1941162"/>
            <a:chOff x="2105799" y="20055838"/>
            <a:chExt cx="6748090" cy="6732363"/>
          </a:xfrm>
          <a:solidFill>
            <a:schemeClr val="accent1"/>
          </a:solidFill>
        </p:grpSpPr>
        <p:sp>
          <p:nvSpPr>
            <p:cNvPr id="12" name="Freeform 8">
              <a:extLst>
                <a:ext uri="{FF2B5EF4-FFF2-40B4-BE49-F238E27FC236}">
                  <a16:creationId xmlns:a16="http://schemas.microsoft.com/office/drawing/2014/main" xmlns="" id="{9AA64509-AACF-40D4-B9A9-B88859BA8568}"/>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 name="Freeform 42">
              <a:extLst>
                <a:ext uri="{FF2B5EF4-FFF2-40B4-BE49-F238E27FC236}">
                  <a16:creationId xmlns:a16="http://schemas.microsoft.com/office/drawing/2014/main" xmlns="" id="{F96E3831-BAD6-495D-9EB0-9AF4F9E4AA14}"/>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 name="Freeform 43">
              <a:extLst>
                <a:ext uri="{FF2B5EF4-FFF2-40B4-BE49-F238E27FC236}">
                  <a16:creationId xmlns:a16="http://schemas.microsoft.com/office/drawing/2014/main" xmlns="" id="{3F1B9F65-74B2-4321-AF02-F2775CA32BF6}"/>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5" name="Freeform 44">
              <a:extLst>
                <a:ext uri="{FF2B5EF4-FFF2-40B4-BE49-F238E27FC236}">
                  <a16:creationId xmlns:a16="http://schemas.microsoft.com/office/drawing/2014/main" xmlns="" id="{FE06968D-A503-4A41-8AFB-7D81E20035BD}"/>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6" name="Freeform 45">
              <a:extLst>
                <a:ext uri="{FF2B5EF4-FFF2-40B4-BE49-F238E27FC236}">
                  <a16:creationId xmlns:a16="http://schemas.microsoft.com/office/drawing/2014/main" xmlns="" id="{3C3EA8C8-7562-473E-AA9E-E46E885B1C64}"/>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7" name="Freeform 46">
              <a:extLst>
                <a:ext uri="{FF2B5EF4-FFF2-40B4-BE49-F238E27FC236}">
                  <a16:creationId xmlns:a16="http://schemas.microsoft.com/office/drawing/2014/main" xmlns="" id="{C0C84DE1-C4B4-4D09-BD06-05AEFB9791EF}"/>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8" name="Freeform 47">
              <a:extLst>
                <a:ext uri="{FF2B5EF4-FFF2-40B4-BE49-F238E27FC236}">
                  <a16:creationId xmlns:a16="http://schemas.microsoft.com/office/drawing/2014/main" xmlns="" id="{65F4A63D-2ED8-4FC9-B6B2-5F5EFDFB9E47}"/>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9" name="Freeform 48">
              <a:extLst>
                <a:ext uri="{FF2B5EF4-FFF2-40B4-BE49-F238E27FC236}">
                  <a16:creationId xmlns:a16="http://schemas.microsoft.com/office/drawing/2014/main" xmlns="" id="{30943538-8677-44DF-9F6E-134AE82AAF86}"/>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0" name="Freeform 49">
              <a:extLst>
                <a:ext uri="{FF2B5EF4-FFF2-40B4-BE49-F238E27FC236}">
                  <a16:creationId xmlns:a16="http://schemas.microsoft.com/office/drawing/2014/main" xmlns="" id="{13907DDE-205F-4FB4-AFBD-67ED1FEBA24B}"/>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1" name="Freeform 50">
              <a:extLst>
                <a:ext uri="{FF2B5EF4-FFF2-40B4-BE49-F238E27FC236}">
                  <a16:creationId xmlns:a16="http://schemas.microsoft.com/office/drawing/2014/main" xmlns="" id="{08C2EE5C-263D-44B6-9CDF-3DA614AED668}"/>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2" name="Freeform 51">
              <a:extLst>
                <a:ext uri="{FF2B5EF4-FFF2-40B4-BE49-F238E27FC236}">
                  <a16:creationId xmlns:a16="http://schemas.microsoft.com/office/drawing/2014/main" xmlns="" id="{1BC3085B-1BA9-42A1-8148-C79B13CD3100}"/>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3" name="Freeform 52">
              <a:extLst>
                <a:ext uri="{FF2B5EF4-FFF2-40B4-BE49-F238E27FC236}">
                  <a16:creationId xmlns:a16="http://schemas.microsoft.com/office/drawing/2014/main" xmlns="" id="{21A74121-72BF-4931-9059-F6BE796C5DE0}"/>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4" name="Freeform 53">
              <a:extLst>
                <a:ext uri="{FF2B5EF4-FFF2-40B4-BE49-F238E27FC236}">
                  <a16:creationId xmlns:a16="http://schemas.microsoft.com/office/drawing/2014/main" xmlns="" id="{7BF25357-75D2-4264-87FF-6936CFBB281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5" name="Freeform 54">
              <a:extLst>
                <a:ext uri="{FF2B5EF4-FFF2-40B4-BE49-F238E27FC236}">
                  <a16:creationId xmlns:a16="http://schemas.microsoft.com/office/drawing/2014/main" xmlns="" id="{6706F8B4-5F38-4B1E-8AC8-060D5CAF4285}"/>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6" name="Freeform 55">
              <a:extLst>
                <a:ext uri="{FF2B5EF4-FFF2-40B4-BE49-F238E27FC236}">
                  <a16:creationId xmlns:a16="http://schemas.microsoft.com/office/drawing/2014/main" xmlns="" id="{DC3F3881-E2C2-4250-9657-EFA4447E80A7}"/>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7" name="Freeform 56">
              <a:extLst>
                <a:ext uri="{FF2B5EF4-FFF2-40B4-BE49-F238E27FC236}">
                  <a16:creationId xmlns:a16="http://schemas.microsoft.com/office/drawing/2014/main" xmlns="" id="{88FE206D-A977-476A-B4CA-99B073947EB7}"/>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8" name="Freeform 57">
              <a:extLst>
                <a:ext uri="{FF2B5EF4-FFF2-40B4-BE49-F238E27FC236}">
                  <a16:creationId xmlns:a16="http://schemas.microsoft.com/office/drawing/2014/main" xmlns="" id="{B06997A0-DFD7-47F0-8C39-4B885713EF3D}"/>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9" name="Freeform 58">
              <a:extLst>
                <a:ext uri="{FF2B5EF4-FFF2-40B4-BE49-F238E27FC236}">
                  <a16:creationId xmlns:a16="http://schemas.microsoft.com/office/drawing/2014/main" xmlns="" id="{90D9C13C-38D7-4151-B068-07D32EBBA1E0}"/>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0" name="Freeform 59">
              <a:extLst>
                <a:ext uri="{FF2B5EF4-FFF2-40B4-BE49-F238E27FC236}">
                  <a16:creationId xmlns:a16="http://schemas.microsoft.com/office/drawing/2014/main" xmlns="" id="{6C00BB8F-C378-44EC-B555-754A4EE766D8}"/>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1" name="Freeform 60">
              <a:extLst>
                <a:ext uri="{FF2B5EF4-FFF2-40B4-BE49-F238E27FC236}">
                  <a16:creationId xmlns:a16="http://schemas.microsoft.com/office/drawing/2014/main" xmlns="" id="{8731A85C-7C9F-4BF0-856E-375403FD4484}"/>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2" name="Freeform 61">
              <a:extLst>
                <a:ext uri="{FF2B5EF4-FFF2-40B4-BE49-F238E27FC236}">
                  <a16:creationId xmlns:a16="http://schemas.microsoft.com/office/drawing/2014/main" xmlns="" id="{FA502E58-9B89-4DF1-AE1D-3CFDAC1F1613}"/>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3" name="Freeform 62">
              <a:extLst>
                <a:ext uri="{FF2B5EF4-FFF2-40B4-BE49-F238E27FC236}">
                  <a16:creationId xmlns:a16="http://schemas.microsoft.com/office/drawing/2014/main" xmlns="" id="{CCA61D46-09FC-4512-9A7A-A84ED3A0BFF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4" name="Freeform 71">
              <a:extLst>
                <a:ext uri="{FF2B5EF4-FFF2-40B4-BE49-F238E27FC236}">
                  <a16:creationId xmlns:a16="http://schemas.microsoft.com/office/drawing/2014/main" xmlns="" id="{8146A89A-2BA7-4B57-8E40-2BE9834C80DA}"/>
                </a:ext>
              </a:extLst>
            </p:cNvPr>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0000"/>
                </a:solidFill>
                <a:effectLst/>
                <a:uLnTx/>
                <a:uFillTx/>
                <a:latin typeface="Arial" panose="020F0502020204030204"/>
                <a:ea typeface="Microsoft YaHei"/>
                <a:cs typeface="+mn-ea"/>
                <a:sym typeface="+mn-lt"/>
              </a:endParaRPr>
            </a:p>
          </p:txBody>
        </p:sp>
      </p:grpSp>
      <p:sp>
        <p:nvSpPr>
          <p:cNvPr id="41" name="文本占位符 40">
            <a:extLst>
              <a:ext uri="{FF2B5EF4-FFF2-40B4-BE49-F238E27FC236}">
                <a16:creationId xmlns:a16="http://schemas.microsoft.com/office/drawing/2014/main" xmlns="" id="{1DDB07A2-0BEC-42D8-BCBF-4274AF207FC0}"/>
              </a:ext>
            </a:extLst>
          </p:cNvPr>
          <p:cNvSpPr>
            <a:spLocks noGrp="1"/>
          </p:cNvSpPr>
          <p:nvPr>
            <p:ph type="body" sz="quarter" idx="10" hasCustomPrompt="1"/>
          </p:nvPr>
        </p:nvSpPr>
        <p:spPr>
          <a:xfrm>
            <a:off x="7819905" y="131731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2" name="文本占位符 40">
            <a:extLst>
              <a:ext uri="{FF2B5EF4-FFF2-40B4-BE49-F238E27FC236}">
                <a16:creationId xmlns:a16="http://schemas.microsoft.com/office/drawing/2014/main" xmlns="" id="{3EE8ADE6-8EEE-4661-B83E-89A22DA1686F}"/>
              </a:ext>
            </a:extLst>
          </p:cNvPr>
          <p:cNvSpPr>
            <a:spLocks noGrp="1"/>
          </p:cNvSpPr>
          <p:nvPr>
            <p:ph type="body" sz="quarter" idx="11" hasCustomPrompt="1"/>
          </p:nvPr>
        </p:nvSpPr>
        <p:spPr>
          <a:xfrm>
            <a:off x="7819905" y="206788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3" name="文本占位符 40">
            <a:extLst>
              <a:ext uri="{FF2B5EF4-FFF2-40B4-BE49-F238E27FC236}">
                <a16:creationId xmlns:a16="http://schemas.microsoft.com/office/drawing/2014/main" xmlns="" id="{B8DAAE4E-CF42-40B4-8C0C-8AA671368AD5}"/>
              </a:ext>
            </a:extLst>
          </p:cNvPr>
          <p:cNvSpPr>
            <a:spLocks noGrp="1"/>
          </p:cNvSpPr>
          <p:nvPr>
            <p:ph type="body" sz="quarter" idx="12" hasCustomPrompt="1"/>
          </p:nvPr>
        </p:nvSpPr>
        <p:spPr>
          <a:xfrm>
            <a:off x="7819905" y="281845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4" name="文本占位符 40">
            <a:extLst>
              <a:ext uri="{FF2B5EF4-FFF2-40B4-BE49-F238E27FC236}">
                <a16:creationId xmlns:a16="http://schemas.microsoft.com/office/drawing/2014/main" xmlns="" id="{B3C1ED7C-5023-48FE-A05C-E9687671B32A}"/>
              </a:ext>
            </a:extLst>
          </p:cNvPr>
          <p:cNvSpPr>
            <a:spLocks noGrp="1"/>
          </p:cNvSpPr>
          <p:nvPr>
            <p:ph type="body" sz="quarter" idx="13" hasCustomPrompt="1"/>
          </p:nvPr>
        </p:nvSpPr>
        <p:spPr>
          <a:xfrm>
            <a:off x="7819905" y="431959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36" name="文本占位符 40">
            <a:extLst>
              <a:ext uri="{FF2B5EF4-FFF2-40B4-BE49-F238E27FC236}">
                <a16:creationId xmlns:a16="http://schemas.microsoft.com/office/drawing/2014/main" xmlns="" id="{043E6D5F-05DE-429A-8D64-78A20E1D046B}"/>
              </a:ext>
            </a:extLst>
          </p:cNvPr>
          <p:cNvSpPr>
            <a:spLocks noGrp="1"/>
          </p:cNvSpPr>
          <p:nvPr>
            <p:ph type="body" sz="quarter" idx="14" hasCustomPrompt="1"/>
          </p:nvPr>
        </p:nvSpPr>
        <p:spPr>
          <a:xfrm>
            <a:off x="7819905" y="356902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2" name="文本框 1">
            <a:extLst>
              <a:ext uri="{FF2B5EF4-FFF2-40B4-BE49-F238E27FC236}">
                <a16:creationId xmlns:a16="http://schemas.microsoft.com/office/drawing/2014/main" xmlns="" id="{E701414C-90A5-4AF7-93FE-51CC5323E071}"/>
              </a:ext>
            </a:extLst>
          </p:cNvPr>
          <p:cNvSpPr txBox="1"/>
          <p:nvPr userDrawn="1"/>
        </p:nvSpPr>
        <p:spPr>
          <a:xfrm>
            <a:off x="6809256" y="126876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a:extLst>
              <a:ext uri="{FF2B5EF4-FFF2-40B4-BE49-F238E27FC236}">
                <a16:creationId xmlns:a16="http://schemas.microsoft.com/office/drawing/2014/main" xmlns="" id="{08D10D4D-0807-49B3-87E5-6308A249C47B}"/>
              </a:ext>
            </a:extLst>
          </p:cNvPr>
          <p:cNvSpPr txBox="1"/>
          <p:nvPr userDrawn="1"/>
        </p:nvSpPr>
        <p:spPr>
          <a:xfrm>
            <a:off x="6809256" y="2016836"/>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a:extLst>
              <a:ext uri="{FF2B5EF4-FFF2-40B4-BE49-F238E27FC236}">
                <a16:creationId xmlns:a16="http://schemas.microsoft.com/office/drawing/2014/main" xmlns="" id="{20A25C77-BB9D-4A78-AE04-B2060C1854F0}"/>
              </a:ext>
            </a:extLst>
          </p:cNvPr>
          <p:cNvSpPr txBox="1"/>
          <p:nvPr userDrawn="1"/>
        </p:nvSpPr>
        <p:spPr>
          <a:xfrm>
            <a:off x="6809256" y="2764908"/>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a:extLst>
              <a:ext uri="{FF2B5EF4-FFF2-40B4-BE49-F238E27FC236}">
                <a16:creationId xmlns:a16="http://schemas.microsoft.com/office/drawing/2014/main" xmlns="" id="{7F7858D3-EB29-4574-9887-04007DDF5A0B}"/>
              </a:ext>
            </a:extLst>
          </p:cNvPr>
          <p:cNvSpPr txBox="1"/>
          <p:nvPr userDrawn="1"/>
        </p:nvSpPr>
        <p:spPr>
          <a:xfrm>
            <a:off x="6809256" y="3512980"/>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a:extLst>
              <a:ext uri="{FF2B5EF4-FFF2-40B4-BE49-F238E27FC236}">
                <a16:creationId xmlns:a16="http://schemas.microsoft.com/office/drawing/2014/main" xmlns="" id="{9E5C5056-284F-4DF8-8EBF-ED594C24CE32}"/>
              </a:ext>
            </a:extLst>
          </p:cNvPr>
          <p:cNvSpPr txBox="1"/>
          <p:nvPr userDrawn="1"/>
        </p:nvSpPr>
        <p:spPr>
          <a:xfrm>
            <a:off x="6809256" y="4261052"/>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sp>
        <p:nvSpPr>
          <p:cNvPr id="47" name="文本占位符 40">
            <a:extLst>
              <a:ext uri="{FF2B5EF4-FFF2-40B4-BE49-F238E27FC236}">
                <a16:creationId xmlns:a16="http://schemas.microsoft.com/office/drawing/2014/main" xmlns="" id="{DE6C1D1C-BBCF-4A55-BE60-5C9BEA569916}"/>
              </a:ext>
            </a:extLst>
          </p:cNvPr>
          <p:cNvSpPr>
            <a:spLocks noGrp="1"/>
          </p:cNvSpPr>
          <p:nvPr>
            <p:ph type="body" sz="quarter" idx="15" hasCustomPrompt="1"/>
          </p:nvPr>
        </p:nvSpPr>
        <p:spPr>
          <a:xfrm>
            <a:off x="7819905" y="5070163"/>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8" name="文本框 47">
            <a:extLst>
              <a:ext uri="{FF2B5EF4-FFF2-40B4-BE49-F238E27FC236}">
                <a16:creationId xmlns:a16="http://schemas.microsoft.com/office/drawing/2014/main" xmlns="" id="{9D06A1A9-0BD9-48A8-B6A6-2404F9BF51E0}"/>
              </a:ext>
            </a:extLst>
          </p:cNvPr>
          <p:cNvSpPr txBox="1"/>
          <p:nvPr userDrawn="1"/>
        </p:nvSpPr>
        <p:spPr>
          <a:xfrm>
            <a:off x="6809256" y="5009126"/>
            <a:ext cx="675822" cy="584775"/>
          </a:xfrm>
          <a:prstGeom prst="rect">
            <a:avLst/>
          </a:prstGeom>
          <a:noFill/>
        </p:spPr>
        <p:txBody>
          <a:bodyPr wrap="square" rtlCol="0">
            <a:spAutoFit/>
          </a:bodyPr>
          <a:lstStyle/>
          <a:p>
            <a:r>
              <a:rPr lang="en-US" altLang="zh-CN" sz="3200" b="1" dirty="0">
                <a:solidFill>
                  <a:srgbClr val="9A0001"/>
                </a:solidFill>
              </a:rPr>
              <a:t>06.</a:t>
            </a:r>
            <a:endParaRPr lang="zh-CN" altLang="en-US" sz="3200" b="1" dirty="0">
              <a:solidFill>
                <a:srgbClr val="9A0001"/>
              </a:solidFill>
            </a:endParaRPr>
          </a:p>
        </p:txBody>
      </p:sp>
    </p:spTree>
    <p:extLst>
      <p:ext uri="{BB962C8B-B14F-4D97-AF65-F5344CB8AC3E}">
        <p14:creationId xmlns:p14="http://schemas.microsoft.com/office/powerpoint/2010/main" xmlns="" val="2883891089"/>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章节页">
    <p:spTree>
      <p:nvGrpSpPr>
        <p:cNvPr id="1" name=""/>
        <p:cNvGrpSpPr/>
        <p:nvPr/>
      </p:nvGrpSpPr>
      <p:grpSpPr>
        <a:xfrm>
          <a:off x="0" y="0"/>
          <a:ext cx="0" cy="0"/>
          <a:chOff x="0" y="0"/>
          <a:chExt cx="0" cy="0"/>
        </a:xfrm>
      </p:grpSpPr>
      <p:sp>
        <p:nvSpPr>
          <p:cNvPr id="66" name="矩形 65">
            <a:extLst>
              <a:ext uri="{FF2B5EF4-FFF2-40B4-BE49-F238E27FC236}">
                <a16:creationId xmlns:a16="http://schemas.microsoft.com/office/drawing/2014/main" xmlns="" id="{9782960B-0298-40C0-9193-B28F17C2A53C}"/>
              </a:ext>
            </a:extLst>
          </p:cNvPr>
          <p:cNvSpPr/>
          <p:nvPr userDrawn="1"/>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cxnSp>
        <p:nvCxnSpPr>
          <p:cNvPr id="70" name="直接连接符 69">
            <a:extLst>
              <a:ext uri="{FF2B5EF4-FFF2-40B4-BE49-F238E27FC236}">
                <a16:creationId xmlns:a16="http://schemas.microsoft.com/office/drawing/2014/main" xmlns="" id="{52622493-1C1B-4EB2-862A-4E4822408AA0}"/>
              </a:ext>
            </a:extLst>
          </p:cNvPr>
          <p:cNvCxnSpPr/>
          <p:nvPr/>
        </p:nvCxnSpPr>
        <p:spPr>
          <a:xfrm>
            <a:off x="996403" y="3428999"/>
            <a:ext cx="377398"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4" name="文本占位符 3">
            <a:extLst>
              <a:ext uri="{FF2B5EF4-FFF2-40B4-BE49-F238E27FC236}">
                <a16:creationId xmlns:a16="http://schemas.microsoft.com/office/drawing/2014/main" xmlns="" id="{8AA9FB39-26D8-421B-89F7-86CD2AE08CD8}"/>
              </a:ext>
            </a:extLst>
          </p:cNvPr>
          <p:cNvSpPr>
            <a:spLocks noGrp="1"/>
          </p:cNvSpPr>
          <p:nvPr userDrawn="1">
            <p:ph type="body" sz="quarter" idx="10" hasCustomPrompt="1"/>
          </p:nvPr>
        </p:nvSpPr>
        <p:spPr>
          <a:xfrm>
            <a:off x="2465501" y="2552244"/>
            <a:ext cx="5716686" cy="707886"/>
          </a:xfrm>
        </p:spPr>
        <p:txBody>
          <a:bodyPr anchor="ctr" anchorCtr="0">
            <a:normAutofit/>
          </a:bodyPr>
          <a:lstStyle>
            <a:lvl1pPr marL="0" indent="0">
              <a:buFontTx/>
              <a:buNone/>
              <a:defRPr kumimoji="0" lang="zh-CN" altLang="en-US" sz="4000" b="1" i="0" u="none" strike="noStrike" kern="1200" cap="none" spc="0" normalizeH="0" baseline="0" dirty="0" smtClean="0">
                <a:ln>
                  <a:noFill/>
                </a:ln>
                <a:solidFill>
                  <a:prstClr val="white"/>
                </a:solidFill>
                <a:effectLst/>
                <a:uLnTx/>
                <a:uFillTx/>
                <a:latin typeface="Arial" panose="020F0502020204030204"/>
                <a:ea typeface="Microsoft YaHei"/>
                <a:cs typeface="+mn-ea"/>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dirty="0"/>
              <a:t>XX</a:t>
            </a:r>
            <a:endParaRPr lang="zh-CN" altLang="en-US" dirty="0"/>
          </a:p>
        </p:txBody>
      </p:sp>
      <p:sp>
        <p:nvSpPr>
          <p:cNvPr id="127" name="文本占位符 3">
            <a:extLst>
              <a:ext uri="{FF2B5EF4-FFF2-40B4-BE49-F238E27FC236}">
                <a16:creationId xmlns:a16="http://schemas.microsoft.com/office/drawing/2014/main" xmlns="" id="{2233AA7D-0112-4B75-9284-9FC6FC0D1D63}"/>
              </a:ext>
            </a:extLst>
          </p:cNvPr>
          <p:cNvSpPr>
            <a:spLocks noGrp="1"/>
          </p:cNvSpPr>
          <p:nvPr>
            <p:ph type="body" sz="quarter" idx="11" hasCustomPrompt="1"/>
          </p:nvPr>
        </p:nvSpPr>
        <p:spPr>
          <a:xfrm>
            <a:off x="882188" y="3684327"/>
            <a:ext cx="7299999" cy="887667"/>
          </a:xfrm>
        </p:spPr>
        <p:txBody>
          <a:bodyPr>
            <a:noAutofit/>
          </a:bodyPr>
          <a:lstStyle>
            <a:lvl1pPr marL="0" indent="0">
              <a:buFontTx/>
              <a:buNone/>
              <a:defRPr lang="zh-CN" altLang="en-US" sz="4800" b="1" kern="1200" spc="400" dirty="0" smtClean="0">
                <a:solidFill>
                  <a:prstClr val="white"/>
                </a:solidFill>
                <a:latin typeface="Arial" panose="020F0502020204030204"/>
                <a:ea typeface="Microsoft YaHei"/>
                <a:cs typeface="+mn-ea"/>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altLang="en-US" dirty="0"/>
              <a:t>输入标题文本</a:t>
            </a:r>
          </a:p>
        </p:txBody>
      </p:sp>
      <p:pic>
        <p:nvPicPr>
          <p:cNvPr id="128" name="图形 127">
            <a:extLst>
              <a:ext uri="{FF2B5EF4-FFF2-40B4-BE49-F238E27FC236}">
                <a16:creationId xmlns:a16="http://schemas.microsoft.com/office/drawing/2014/main" xmlns="" id="{B6E5D4A0-9D5F-45D9-899A-F03F9DFF710F}"/>
              </a:ext>
            </a:extLst>
          </p:cNvPr>
          <p:cNvPicPr>
            <a:picLocks noChangeAspect="1"/>
          </p:cNvPicPr>
          <p:nvPr userDrawn="1"/>
        </p:nvPicPr>
        <p:blipFill>
          <a:blip r:embed="rId2">
            <a:extLst>
              <a:ext uri="{96DAC541-7B7A-43D3-8B79-37D633B846F1}">
                <asvg:svgBlip xmlns:asvg="http://schemas.microsoft.com/office/drawing/2016/SVG/main" xmlns="" r:embed="rId3"/>
              </a:ext>
            </a:extLst>
          </a:blip>
          <a:stretch>
            <a:fillRect/>
          </a:stretch>
        </p:blipFill>
        <p:spPr>
          <a:xfrm>
            <a:off x="8863687" y="1559486"/>
            <a:ext cx="5172316" cy="3739027"/>
          </a:xfrm>
          <a:prstGeom prst="rect">
            <a:avLst/>
          </a:prstGeom>
        </p:spPr>
      </p:pic>
      <p:grpSp>
        <p:nvGrpSpPr>
          <p:cNvPr id="62" name="组合 61">
            <a:extLst>
              <a:ext uri="{FF2B5EF4-FFF2-40B4-BE49-F238E27FC236}">
                <a16:creationId xmlns:a16="http://schemas.microsoft.com/office/drawing/2014/main" xmlns="" id="{2AC37DB6-BAC9-459C-B3EE-FDA00215A951}"/>
              </a:ext>
            </a:extLst>
          </p:cNvPr>
          <p:cNvGrpSpPr/>
          <p:nvPr userDrawn="1"/>
        </p:nvGrpSpPr>
        <p:grpSpPr>
          <a:xfrm>
            <a:off x="1654090" y="1145460"/>
            <a:ext cx="1477533" cy="108755"/>
            <a:chOff x="4616246" y="3878362"/>
            <a:chExt cx="5571416" cy="410087"/>
          </a:xfrm>
          <a:solidFill>
            <a:schemeClr val="tx1">
              <a:alpha val="80000"/>
            </a:schemeClr>
          </a:solidFill>
        </p:grpSpPr>
        <p:sp>
          <p:nvSpPr>
            <p:cNvPr id="63" name="Freeform 17">
              <a:extLst>
                <a:ext uri="{FF2B5EF4-FFF2-40B4-BE49-F238E27FC236}">
                  <a16:creationId xmlns:a16="http://schemas.microsoft.com/office/drawing/2014/main" xmlns="" id="{504FCFA3-39FB-4B2B-9BFB-25978CCCA565}"/>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4" name="Freeform 18">
              <a:extLst>
                <a:ext uri="{FF2B5EF4-FFF2-40B4-BE49-F238E27FC236}">
                  <a16:creationId xmlns:a16="http://schemas.microsoft.com/office/drawing/2014/main" xmlns="" id="{A3FBFB70-9C9F-4DFE-BA7E-B2EF8E855B3E}"/>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5" name="Freeform 19">
              <a:extLst>
                <a:ext uri="{FF2B5EF4-FFF2-40B4-BE49-F238E27FC236}">
                  <a16:creationId xmlns:a16="http://schemas.microsoft.com/office/drawing/2014/main" xmlns="" id="{598D91F9-4849-4702-91A4-5EC21EE1F3E2}"/>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7" name="Freeform 20">
              <a:extLst>
                <a:ext uri="{FF2B5EF4-FFF2-40B4-BE49-F238E27FC236}">
                  <a16:creationId xmlns:a16="http://schemas.microsoft.com/office/drawing/2014/main" xmlns="" id="{A3DEDF37-FABD-4768-B994-5CFB44ACF183}"/>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8" name="Freeform 21">
              <a:extLst>
                <a:ext uri="{FF2B5EF4-FFF2-40B4-BE49-F238E27FC236}">
                  <a16:creationId xmlns:a16="http://schemas.microsoft.com/office/drawing/2014/main" xmlns="" id="{9366BE37-2A45-4B1D-BCB3-68A2BC16F427}"/>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9" name="Freeform 22">
              <a:extLst>
                <a:ext uri="{FF2B5EF4-FFF2-40B4-BE49-F238E27FC236}">
                  <a16:creationId xmlns:a16="http://schemas.microsoft.com/office/drawing/2014/main" xmlns="" id="{336BE8A3-3CE2-4FF2-84AE-C2A47F66283F}"/>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1" name="Freeform 23">
              <a:extLst>
                <a:ext uri="{FF2B5EF4-FFF2-40B4-BE49-F238E27FC236}">
                  <a16:creationId xmlns:a16="http://schemas.microsoft.com/office/drawing/2014/main" xmlns="" id="{88041DDA-AE33-4EF1-842D-F936013FB61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29" name="Freeform 25">
              <a:extLst>
                <a:ext uri="{FF2B5EF4-FFF2-40B4-BE49-F238E27FC236}">
                  <a16:creationId xmlns:a16="http://schemas.microsoft.com/office/drawing/2014/main" xmlns="" id="{706182FD-3EAA-45B9-93DD-BCE1670E07FA}"/>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0" name="Freeform 27">
              <a:extLst>
                <a:ext uri="{FF2B5EF4-FFF2-40B4-BE49-F238E27FC236}">
                  <a16:creationId xmlns:a16="http://schemas.microsoft.com/office/drawing/2014/main" xmlns="" id="{E83B3483-EA8E-4C84-9BD1-4E5F98AA9387}"/>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1" name="Freeform 29">
              <a:extLst>
                <a:ext uri="{FF2B5EF4-FFF2-40B4-BE49-F238E27FC236}">
                  <a16:creationId xmlns:a16="http://schemas.microsoft.com/office/drawing/2014/main" xmlns="" id="{ABD5AC87-B621-4108-92CB-D265896F5894}"/>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2" name="Freeform 30">
              <a:extLst>
                <a:ext uri="{FF2B5EF4-FFF2-40B4-BE49-F238E27FC236}">
                  <a16:creationId xmlns:a16="http://schemas.microsoft.com/office/drawing/2014/main" xmlns="" id="{0BB2B514-BAFC-4B2E-9426-ACF7AAF083D8}"/>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3" name="Freeform 31">
              <a:extLst>
                <a:ext uri="{FF2B5EF4-FFF2-40B4-BE49-F238E27FC236}">
                  <a16:creationId xmlns:a16="http://schemas.microsoft.com/office/drawing/2014/main" xmlns="" id="{95F1D8E8-509F-457F-A39C-06F7223B846F}"/>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4" name="Freeform 32">
              <a:extLst>
                <a:ext uri="{FF2B5EF4-FFF2-40B4-BE49-F238E27FC236}">
                  <a16:creationId xmlns:a16="http://schemas.microsoft.com/office/drawing/2014/main" xmlns="" id="{2BDC60B4-2A03-4259-99D7-D6952CF7DC70}"/>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5" name="Freeform 33">
              <a:extLst>
                <a:ext uri="{FF2B5EF4-FFF2-40B4-BE49-F238E27FC236}">
                  <a16:creationId xmlns:a16="http://schemas.microsoft.com/office/drawing/2014/main" xmlns="" id="{D04146B2-3540-4B26-86A2-964C8A3808E0}"/>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6" name="Freeform 34">
              <a:extLst>
                <a:ext uri="{FF2B5EF4-FFF2-40B4-BE49-F238E27FC236}">
                  <a16:creationId xmlns:a16="http://schemas.microsoft.com/office/drawing/2014/main" xmlns="" id="{941B3BC6-A11E-4E3B-B07D-B7635E70A572}"/>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7" name="Freeform 35">
              <a:extLst>
                <a:ext uri="{FF2B5EF4-FFF2-40B4-BE49-F238E27FC236}">
                  <a16:creationId xmlns:a16="http://schemas.microsoft.com/office/drawing/2014/main" xmlns="" id="{BD558C4E-8B51-4077-9535-D4EA2266CCB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38" name="组合 137">
            <a:extLst>
              <a:ext uri="{FF2B5EF4-FFF2-40B4-BE49-F238E27FC236}">
                <a16:creationId xmlns:a16="http://schemas.microsoft.com/office/drawing/2014/main" xmlns="" id="{38946306-BB01-47D1-85B2-D73ED91B5724}"/>
              </a:ext>
            </a:extLst>
          </p:cNvPr>
          <p:cNvGrpSpPr/>
          <p:nvPr userDrawn="1"/>
        </p:nvGrpSpPr>
        <p:grpSpPr>
          <a:xfrm>
            <a:off x="1651541" y="660313"/>
            <a:ext cx="1483481" cy="423973"/>
            <a:chOff x="4606634" y="2048989"/>
            <a:chExt cx="5593843" cy="1598699"/>
          </a:xfrm>
          <a:solidFill>
            <a:schemeClr val="accent1">
              <a:alpha val="80000"/>
            </a:schemeClr>
          </a:solidFill>
        </p:grpSpPr>
        <p:sp>
          <p:nvSpPr>
            <p:cNvPr id="139" name="Freeform 9">
              <a:extLst>
                <a:ext uri="{FF2B5EF4-FFF2-40B4-BE49-F238E27FC236}">
                  <a16:creationId xmlns:a16="http://schemas.microsoft.com/office/drawing/2014/main" xmlns="" id="{E18931A2-267C-4A71-BE71-C188DA79BE3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0" name="Freeform 10">
              <a:extLst>
                <a:ext uri="{FF2B5EF4-FFF2-40B4-BE49-F238E27FC236}">
                  <a16:creationId xmlns:a16="http://schemas.microsoft.com/office/drawing/2014/main" xmlns="" id="{703B4DA1-DADE-4E2C-A526-6A13B8A77CE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1" name="Freeform 11">
              <a:extLst>
                <a:ext uri="{FF2B5EF4-FFF2-40B4-BE49-F238E27FC236}">
                  <a16:creationId xmlns:a16="http://schemas.microsoft.com/office/drawing/2014/main" xmlns="" id="{1B331AD2-6B35-4E0A-A20B-4A72FE3A5968}"/>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2" name="Freeform 12">
              <a:extLst>
                <a:ext uri="{FF2B5EF4-FFF2-40B4-BE49-F238E27FC236}">
                  <a16:creationId xmlns:a16="http://schemas.microsoft.com/office/drawing/2014/main" xmlns="" id="{FD62C409-3631-46E2-9587-CB2E648032C0}"/>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3" name="Freeform 13">
              <a:extLst>
                <a:ext uri="{FF2B5EF4-FFF2-40B4-BE49-F238E27FC236}">
                  <a16:creationId xmlns:a16="http://schemas.microsoft.com/office/drawing/2014/main" xmlns="" id="{55833334-4E68-4E9E-BB6D-2E9AF330F93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4" name="Freeform 14">
              <a:extLst>
                <a:ext uri="{FF2B5EF4-FFF2-40B4-BE49-F238E27FC236}">
                  <a16:creationId xmlns:a16="http://schemas.microsoft.com/office/drawing/2014/main" xmlns="" id="{0541028C-AF39-4761-8CCB-ED2A4989788C}"/>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5" name="Freeform 15">
              <a:extLst>
                <a:ext uri="{FF2B5EF4-FFF2-40B4-BE49-F238E27FC236}">
                  <a16:creationId xmlns:a16="http://schemas.microsoft.com/office/drawing/2014/main" xmlns="" id="{029E28D3-B454-45B2-9289-2968F3EBFEE6}"/>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6" name="Freeform 16">
              <a:extLst>
                <a:ext uri="{FF2B5EF4-FFF2-40B4-BE49-F238E27FC236}">
                  <a16:creationId xmlns:a16="http://schemas.microsoft.com/office/drawing/2014/main" xmlns="" id="{D0BB8E3B-59F6-4A01-960E-0F7B97844633}"/>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7" name="Freeform 24">
              <a:extLst>
                <a:ext uri="{FF2B5EF4-FFF2-40B4-BE49-F238E27FC236}">
                  <a16:creationId xmlns:a16="http://schemas.microsoft.com/office/drawing/2014/main" xmlns="" id="{05627743-9A54-4094-B73D-287771342A31}"/>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8" name="Freeform 26">
              <a:extLst>
                <a:ext uri="{FF2B5EF4-FFF2-40B4-BE49-F238E27FC236}">
                  <a16:creationId xmlns:a16="http://schemas.microsoft.com/office/drawing/2014/main" xmlns="" id="{699C7083-01DE-4A4B-84DD-E90155913A2D}"/>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28">
              <a:extLst>
                <a:ext uri="{FF2B5EF4-FFF2-40B4-BE49-F238E27FC236}">
                  <a16:creationId xmlns:a16="http://schemas.microsoft.com/office/drawing/2014/main" xmlns="" id="{8B40CCE1-C62C-4D51-9D8F-C4639686629E}"/>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36">
              <a:extLst>
                <a:ext uri="{FF2B5EF4-FFF2-40B4-BE49-F238E27FC236}">
                  <a16:creationId xmlns:a16="http://schemas.microsoft.com/office/drawing/2014/main" xmlns="" id="{61179EB0-0CBF-4D6F-AAA1-7720EA90C8E5}"/>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51" name="组合 150">
            <a:extLst>
              <a:ext uri="{FF2B5EF4-FFF2-40B4-BE49-F238E27FC236}">
                <a16:creationId xmlns:a16="http://schemas.microsoft.com/office/drawing/2014/main" xmlns="" id="{6B04C171-0905-4BEB-B13A-7AFFEA8524C5}"/>
              </a:ext>
            </a:extLst>
          </p:cNvPr>
          <p:cNvGrpSpPr/>
          <p:nvPr userDrawn="1"/>
        </p:nvGrpSpPr>
        <p:grpSpPr>
          <a:xfrm>
            <a:off x="882188" y="613507"/>
            <a:ext cx="664422" cy="662874"/>
            <a:chOff x="2105799" y="20055838"/>
            <a:chExt cx="6748090" cy="6732363"/>
          </a:xfrm>
          <a:solidFill>
            <a:schemeClr val="accent1">
              <a:alpha val="80000"/>
            </a:schemeClr>
          </a:solidFill>
        </p:grpSpPr>
        <p:sp>
          <p:nvSpPr>
            <p:cNvPr id="152" name="Freeform 8">
              <a:extLst>
                <a:ext uri="{FF2B5EF4-FFF2-40B4-BE49-F238E27FC236}">
                  <a16:creationId xmlns:a16="http://schemas.microsoft.com/office/drawing/2014/main" xmlns="" id="{CE509FB2-EF54-4D15-964E-BAE3FD9A6BFA}"/>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3" name="Freeform 42">
              <a:extLst>
                <a:ext uri="{FF2B5EF4-FFF2-40B4-BE49-F238E27FC236}">
                  <a16:creationId xmlns:a16="http://schemas.microsoft.com/office/drawing/2014/main" xmlns="" id="{B6C8DC3B-EE8C-45F4-A99E-60D92CFF9B3C}"/>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4" name="Freeform 43">
              <a:extLst>
                <a:ext uri="{FF2B5EF4-FFF2-40B4-BE49-F238E27FC236}">
                  <a16:creationId xmlns:a16="http://schemas.microsoft.com/office/drawing/2014/main" xmlns="" id="{650C3229-0411-4A34-96B6-2C91F8F76571}"/>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5" name="Freeform 44">
              <a:extLst>
                <a:ext uri="{FF2B5EF4-FFF2-40B4-BE49-F238E27FC236}">
                  <a16:creationId xmlns:a16="http://schemas.microsoft.com/office/drawing/2014/main" xmlns="" id="{223A77F5-8164-45E2-A8A5-337C1C7D6D45}"/>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6" name="Freeform 45">
              <a:extLst>
                <a:ext uri="{FF2B5EF4-FFF2-40B4-BE49-F238E27FC236}">
                  <a16:creationId xmlns:a16="http://schemas.microsoft.com/office/drawing/2014/main" xmlns="" id="{60FC465B-2605-409D-B52E-3D0CB8A1D6FD}"/>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7" name="Freeform 46">
              <a:extLst>
                <a:ext uri="{FF2B5EF4-FFF2-40B4-BE49-F238E27FC236}">
                  <a16:creationId xmlns:a16="http://schemas.microsoft.com/office/drawing/2014/main" xmlns="" id="{70666028-30B0-4A46-86FB-A42432CCF205}"/>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8" name="Freeform 47">
              <a:extLst>
                <a:ext uri="{FF2B5EF4-FFF2-40B4-BE49-F238E27FC236}">
                  <a16:creationId xmlns:a16="http://schemas.microsoft.com/office/drawing/2014/main" xmlns="" id="{66285623-1ECC-4019-998B-0FFEC53E1FEB}"/>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9" name="Freeform 48">
              <a:extLst>
                <a:ext uri="{FF2B5EF4-FFF2-40B4-BE49-F238E27FC236}">
                  <a16:creationId xmlns:a16="http://schemas.microsoft.com/office/drawing/2014/main" xmlns="" id="{DE28096A-EBC6-48DC-B28E-FDF15022B522}"/>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0" name="Freeform 49">
              <a:extLst>
                <a:ext uri="{FF2B5EF4-FFF2-40B4-BE49-F238E27FC236}">
                  <a16:creationId xmlns:a16="http://schemas.microsoft.com/office/drawing/2014/main" xmlns="" id="{C82365C2-71DD-4925-A67B-CAA854D300EE}"/>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1" name="Freeform 50">
              <a:extLst>
                <a:ext uri="{FF2B5EF4-FFF2-40B4-BE49-F238E27FC236}">
                  <a16:creationId xmlns:a16="http://schemas.microsoft.com/office/drawing/2014/main" xmlns="" id="{F69923CB-AB0E-4DAA-8CB4-05A540FC571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2" name="Freeform 51">
              <a:extLst>
                <a:ext uri="{FF2B5EF4-FFF2-40B4-BE49-F238E27FC236}">
                  <a16:creationId xmlns:a16="http://schemas.microsoft.com/office/drawing/2014/main" xmlns="" id="{0C9872BA-3C4D-4098-8153-AF0C234620B5}"/>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3" name="Freeform 52">
              <a:extLst>
                <a:ext uri="{FF2B5EF4-FFF2-40B4-BE49-F238E27FC236}">
                  <a16:creationId xmlns:a16="http://schemas.microsoft.com/office/drawing/2014/main" xmlns="" id="{4137D422-E6EB-490E-9416-24F82972F9B0}"/>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4" name="Freeform 53">
              <a:extLst>
                <a:ext uri="{FF2B5EF4-FFF2-40B4-BE49-F238E27FC236}">
                  <a16:creationId xmlns:a16="http://schemas.microsoft.com/office/drawing/2014/main" xmlns="" id="{BB0D0761-D478-4C17-815A-0A6AD74194EA}"/>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5" name="Freeform 54">
              <a:extLst>
                <a:ext uri="{FF2B5EF4-FFF2-40B4-BE49-F238E27FC236}">
                  <a16:creationId xmlns:a16="http://schemas.microsoft.com/office/drawing/2014/main" xmlns="" id="{4E5F6A7C-2998-4CCF-BF1E-D9077A867373}"/>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6" name="Freeform 55">
              <a:extLst>
                <a:ext uri="{FF2B5EF4-FFF2-40B4-BE49-F238E27FC236}">
                  <a16:creationId xmlns:a16="http://schemas.microsoft.com/office/drawing/2014/main" xmlns="" id="{B8C17893-2B8C-4402-9B0A-CFAC1EEC5BFE}"/>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7" name="Freeform 56">
              <a:extLst>
                <a:ext uri="{FF2B5EF4-FFF2-40B4-BE49-F238E27FC236}">
                  <a16:creationId xmlns:a16="http://schemas.microsoft.com/office/drawing/2014/main" xmlns="" id="{80A4A95E-1D12-4BFB-84A3-6E69192B6F66}"/>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8" name="Freeform 57">
              <a:extLst>
                <a:ext uri="{FF2B5EF4-FFF2-40B4-BE49-F238E27FC236}">
                  <a16:creationId xmlns:a16="http://schemas.microsoft.com/office/drawing/2014/main" xmlns="" id="{DE09AAE9-B869-4D14-9A6E-6B1E8F9D918C}"/>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9" name="Freeform 58">
              <a:extLst>
                <a:ext uri="{FF2B5EF4-FFF2-40B4-BE49-F238E27FC236}">
                  <a16:creationId xmlns:a16="http://schemas.microsoft.com/office/drawing/2014/main" xmlns="" id="{DACFD2A8-35E2-4D17-A432-C4445B1DE430}"/>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0" name="Freeform 59">
              <a:extLst>
                <a:ext uri="{FF2B5EF4-FFF2-40B4-BE49-F238E27FC236}">
                  <a16:creationId xmlns:a16="http://schemas.microsoft.com/office/drawing/2014/main" xmlns="" id="{20394763-C255-444B-940F-5BE2CAE09593}"/>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1" name="Freeform 60">
              <a:extLst>
                <a:ext uri="{FF2B5EF4-FFF2-40B4-BE49-F238E27FC236}">
                  <a16:creationId xmlns:a16="http://schemas.microsoft.com/office/drawing/2014/main" xmlns="" id="{D5DB92F4-CCF4-48BD-8A77-44191933714C}"/>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2" name="Freeform 61">
              <a:extLst>
                <a:ext uri="{FF2B5EF4-FFF2-40B4-BE49-F238E27FC236}">
                  <a16:creationId xmlns:a16="http://schemas.microsoft.com/office/drawing/2014/main" xmlns="" id="{39B52CE4-6F33-4717-912A-6C0F2BA53183}"/>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3" name="Freeform 62">
              <a:extLst>
                <a:ext uri="{FF2B5EF4-FFF2-40B4-BE49-F238E27FC236}">
                  <a16:creationId xmlns:a16="http://schemas.microsoft.com/office/drawing/2014/main" xmlns="" id="{25F6B581-6C3D-4732-943C-D740A1C3671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4" name="Freeform 71">
              <a:extLst>
                <a:ext uri="{FF2B5EF4-FFF2-40B4-BE49-F238E27FC236}">
                  <a16:creationId xmlns:a16="http://schemas.microsoft.com/office/drawing/2014/main" xmlns="" id="{043007A9-32DC-46FF-96D2-A7D27193ED5E}"/>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sp>
        <p:nvSpPr>
          <p:cNvPr id="5" name="矩形 4">
            <a:extLst>
              <a:ext uri="{FF2B5EF4-FFF2-40B4-BE49-F238E27FC236}">
                <a16:creationId xmlns:a16="http://schemas.microsoft.com/office/drawing/2014/main" xmlns="" id="{3701D6A2-E0B4-4D59-BD49-A67266448E1E}"/>
              </a:ext>
            </a:extLst>
          </p:cNvPr>
          <p:cNvSpPr/>
          <p:nvPr userDrawn="1"/>
        </p:nvSpPr>
        <p:spPr>
          <a:xfrm>
            <a:off x="875308" y="2536911"/>
            <a:ext cx="1503040" cy="707886"/>
          </a:xfrm>
          <a:prstGeom prst="rect">
            <a:avLst/>
          </a:prstGeom>
        </p:spPr>
        <p:txBody>
          <a:bodyPr wrap="none">
            <a:spAutoFit/>
          </a:bodyPr>
          <a:lstStyle/>
          <a:p>
            <a:r>
              <a:rPr kumimoji="0" lang="en-US" altLang="zh-CN" sz="4000" b="0" i="0" u="none" strike="noStrike" kern="1200" cap="none" spc="0" normalizeH="0" baseline="0" dirty="0">
                <a:ln>
                  <a:noFill/>
                </a:ln>
                <a:solidFill>
                  <a:prstClr val="white"/>
                </a:solidFill>
                <a:effectLst/>
                <a:uLnTx/>
                <a:uFillTx/>
                <a:latin typeface="Arial" panose="020F0502020204030204"/>
                <a:ea typeface="Microsoft YaHei"/>
                <a:cs typeface="+mn-ea"/>
              </a:rPr>
              <a:t>PART</a:t>
            </a:r>
            <a:endParaRPr kumimoji="0" lang="zh-CN" altLang="en-US" sz="4000" b="0" i="0" u="none" strike="noStrike" kern="1200" cap="none" spc="0" normalizeH="0" baseline="0" dirty="0">
              <a:ln>
                <a:noFill/>
              </a:ln>
              <a:solidFill>
                <a:prstClr val="white"/>
              </a:solidFill>
              <a:effectLst/>
              <a:uLnTx/>
              <a:uFillTx/>
              <a:latin typeface="Arial" panose="020F0502020204030204"/>
              <a:ea typeface="Microsoft YaHei"/>
              <a:cs typeface="+mn-ea"/>
            </a:endParaRPr>
          </a:p>
        </p:txBody>
      </p:sp>
    </p:spTree>
    <p:extLst>
      <p:ext uri="{BB962C8B-B14F-4D97-AF65-F5344CB8AC3E}">
        <p14:creationId xmlns:p14="http://schemas.microsoft.com/office/powerpoint/2010/main" xmlns="" val="609898975"/>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结尾">
    <p:spTree>
      <p:nvGrpSpPr>
        <p:cNvPr id="1" name=""/>
        <p:cNvGrpSpPr/>
        <p:nvPr/>
      </p:nvGrpSpPr>
      <p:grpSpPr>
        <a:xfrm>
          <a:off x="0" y="0"/>
          <a:ext cx="0" cy="0"/>
          <a:chOff x="0" y="0"/>
          <a:chExt cx="0" cy="0"/>
        </a:xfrm>
      </p:grpSpPr>
      <p:sp>
        <p:nvSpPr>
          <p:cNvPr id="66" name="矩形 65">
            <a:extLst>
              <a:ext uri="{FF2B5EF4-FFF2-40B4-BE49-F238E27FC236}">
                <a16:creationId xmlns:a16="http://schemas.microsoft.com/office/drawing/2014/main" xmlns="" id="{9782960B-0298-40C0-9193-B28F17C2A53C}"/>
              </a:ext>
            </a:extLst>
          </p:cNvPr>
          <p:cNvSpPr/>
          <p:nvPr userDrawn="1"/>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sp>
        <p:nvSpPr>
          <p:cNvPr id="63" name="椭圆 62">
            <a:extLst>
              <a:ext uri="{FF2B5EF4-FFF2-40B4-BE49-F238E27FC236}">
                <a16:creationId xmlns:a16="http://schemas.microsoft.com/office/drawing/2014/main" xmlns="" id="{F26480F6-566C-42F1-91D5-B755F6AB5120}"/>
              </a:ext>
            </a:extLst>
          </p:cNvPr>
          <p:cNvSpPr/>
          <p:nvPr/>
        </p:nvSpPr>
        <p:spPr>
          <a:xfrm>
            <a:off x="5197121" y="624817"/>
            <a:ext cx="1826782" cy="182678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grpSp>
        <p:nvGrpSpPr>
          <p:cNvPr id="64" name="组合 63">
            <a:extLst>
              <a:ext uri="{FF2B5EF4-FFF2-40B4-BE49-F238E27FC236}">
                <a16:creationId xmlns:a16="http://schemas.microsoft.com/office/drawing/2014/main" xmlns="" id="{17D64BBA-58A8-428F-887C-708E5659D46B}"/>
              </a:ext>
            </a:extLst>
          </p:cNvPr>
          <p:cNvGrpSpPr/>
          <p:nvPr/>
        </p:nvGrpSpPr>
        <p:grpSpPr>
          <a:xfrm>
            <a:off x="5317814" y="741574"/>
            <a:ext cx="1614432" cy="1610666"/>
            <a:chOff x="2105799" y="20055838"/>
            <a:chExt cx="6748090" cy="6732363"/>
          </a:xfrm>
          <a:solidFill>
            <a:schemeClr val="accent1"/>
          </a:solidFill>
        </p:grpSpPr>
        <p:sp>
          <p:nvSpPr>
            <p:cNvPr id="65" name="Freeform 8">
              <a:extLst>
                <a:ext uri="{FF2B5EF4-FFF2-40B4-BE49-F238E27FC236}">
                  <a16:creationId xmlns:a16="http://schemas.microsoft.com/office/drawing/2014/main" xmlns="" id="{BDD6A6EB-5C5E-45A6-BF3E-295FF9FE1D01}"/>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7" name="Freeform 42">
              <a:extLst>
                <a:ext uri="{FF2B5EF4-FFF2-40B4-BE49-F238E27FC236}">
                  <a16:creationId xmlns:a16="http://schemas.microsoft.com/office/drawing/2014/main" xmlns="" id="{00087E73-C04B-4FF7-88CC-39D146CEE80C}"/>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8" name="Freeform 43">
              <a:extLst>
                <a:ext uri="{FF2B5EF4-FFF2-40B4-BE49-F238E27FC236}">
                  <a16:creationId xmlns:a16="http://schemas.microsoft.com/office/drawing/2014/main" xmlns="" id="{F6684CF1-760F-4F38-9B51-B2BE6F7F0E65}"/>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9" name="Freeform 44">
              <a:extLst>
                <a:ext uri="{FF2B5EF4-FFF2-40B4-BE49-F238E27FC236}">
                  <a16:creationId xmlns:a16="http://schemas.microsoft.com/office/drawing/2014/main" xmlns="" id="{6C357B19-2185-4923-86AB-573939DB1CCB}"/>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1" name="Freeform 45">
              <a:extLst>
                <a:ext uri="{FF2B5EF4-FFF2-40B4-BE49-F238E27FC236}">
                  <a16:creationId xmlns:a16="http://schemas.microsoft.com/office/drawing/2014/main" xmlns="" id="{745C8593-CAD2-4EAD-B82D-AA253F717155}"/>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29" name="Freeform 46">
              <a:extLst>
                <a:ext uri="{FF2B5EF4-FFF2-40B4-BE49-F238E27FC236}">
                  <a16:creationId xmlns:a16="http://schemas.microsoft.com/office/drawing/2014/main" xmlns="" id="{B384B41B-780D-42AB-A063-7052CC29D75D}"/>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0" name="Freeform 47">
              <a:extLst>
                <a:ext uri="{FF2B5EF4-FFF2-40B4-BE49-F238E27FC236}">
                  <a16:creationId xmlns:a16="http://schemas.microsoft.com/office/drawing/2014/main" xmlns="" id="{62FE602F-E75B-4D93-9D94-F688FA6403DC}"/>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1" name="Freeform 48">
              <a:extLst>
                <a:ext uri="{FF2B5EF4-FFF2-40B4-BE49-F238E27FC236}">
                  <a16:creationId xmlns:a16="http://schemas.microsoft.com/office/drawing/2014/main" xmlns="" id="{B0340309-59C7-41A5-A975-6ED4FC695589}"/>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2" name="Freeform 49">
              <a:extLst>
                <a:ext uri="{FF2B5EF4-FFF2-40B4-BE49-F238E27FC236}">
                  <a16:creationId xmlns:a16="http://schemas.microsoft.com/office/drawing/2014/main" xmlns="" id="{2CF388E8-3611-4410-879E-C23BF15610B0}"/>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3" name="Freeform 50">
              <a:extLst>
                <a:ext uri="{FF2B5EF4-FFF2-40B4-BE49-F238E27FC236}">
                  <a16:creationId xmlns:a16="http://schemas.microsoft.com/office/drawing/2014/main" xmlns="" id="{A7E39C54-EAB6-4670-9911-865D0ABBAC33}"/>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4" name="Freeform 51">
              <a:extLst>
                <a:ext uri="{FF2B5EF4-FFF2-40B4-BE49-F238E27FC236}">
                  <a16:creationId xmlns:a16="http://schemas.microsoft.com/office/drawing/2014/main" xmlns="" id="{C328AEB8-604B-4FE9-95BF-7EA4E8ED5D3C}"/>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5" name="Freeform 52">
              <a:extLst>
                <a:ext uri="{FF2B5EF4-FFF2-40B4-BE49-F238E27FC236}">
                  <a16:creationId xmlns:a16="http://schemas.microsoft.com/office/drawing/2014/main" xmlns="" id="{81BC006C-BCD9-45CD-9774-051F478861B4}"/>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6" name="Freeform 53">
              <a:extLst>
                <a:ext uri="{FF2B5EF4-FFF2-40B4-BE49-F238E27FC236}">
                  <a16:creationId xmlns:a16="http://schemas.microsoft.com/office/drawing/2014/main" xmlns="" id="{086DBB45-39C4-44DE-AB86-92873FECAA8E}"/>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7" name="Freeform 54">
              <a:extLst>
                <a:ext uri="{FF2B5EF4-FFF2-40B4-BE49-F238E27FC236}">
                  <a16:creationId xmlns:a16="http://schemas.microsoft.com/office/drawing/2014/main" xmlns="" id="{09A277B2-A3BA-43A2-BA82-813C993033E8}"/>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8" name="Freeform 55">
              <a:extLst>
                <a:ext uri="{FF2B5EF4-FFF2-40B4-BE49-F238E27FC236}">
                  <a16:creationId xmlns:a16="http://schemas.microsoft.com/office/drawing/2014/main" xmlns="" id="{3BBD2727-FD37-443A-B218-1F396F8598AF}"/>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9" name="Freeform 56">
              <a:extLst>
                <a:ext uri="{FF2B5EF4-FFF2-40B4-BE49-F238E27FC236}">
                  <a16:creationId xmlns:a16="http://schemas.microsoft.com/office/drawing/2014/main" xmlns="" id="{246B2677-07FC-46C4-AA93-81A6A49524E9}"/>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0" name="Freeform 57">
              <a:extLst>
                <a:ext uri="{FF2B5EF4-FFF2-40B4-BE49-F238E27FC236}">
                  <a16:creationId xmlns:a16="http://schemas.microsoft.com/office/drawing/2014/main" xmlns="" id="{3C345CC2-F3A1-4D57-A0B2-DBACACAF6DA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1" name="Freeform 58">
              <a:extLst>
                <a:ext uri="{FF2B5EF4-FFF2-40B4-BE49-F238E27FC236}">
                  <a16:creationId xmlns:a16="http://schemas.microsoft.com/office/drawing/2014/main" xmlns="" id="{8F6163AE-D7D4-48CF-8F56-27751A27AAE4}"/>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2" name="Freeform 59">
              <a:extLst>
                <a:ext uri="{FF2B5EF4-FFF2-40B4-BE49-F238E27FC236}">
                  <a16:creationId xmlns:a16="http://schemas.microsoft.com/office/drawing/2014/main" xmlns="" id="{DA1F4E85-B289-49FE-BD0A-6540821598DD}"/>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3" name="Freeform 60">
              <a:extLst>
                <a:ext uri="{FF2B5EF4-FFF2-40B4-BE49-F238E27FC236}">
                  <a16:creationId xmlns:a16="http://schemas.microsoft.com/office/drawing/2014/main" xmlns="" id="{DE778FDA-1390-418E-A32B-D860CAB1DDFA}"/>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4" name="Freeform 61">
              <a:extLst>
                <a:ext uri="{FF2B5EF4-FFF2-40B4-BE49-F238E27FC236}">
                  <a16:creationId xmlns:a16="http://schemas.microsoft.com/office/drawing/2014/main" xmlns="" id="{FCCA6383-EF4D-4BBE-B1B8-1964323BC8A8}"/>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5" name="Freeform 62">
              <a:extLst>
                <a:ext uri="{FF2B5EF4-FFF2-40B4-BE49-F238E27FC236}">
                  <a16:creationId xmlns:a16="http://schemas.microsoft.com/office/drawing/2014/main" xmlns="" id="{23CCBDCB-F7EF-4C6E-AFA9-224128705B98}"/>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6" name="Freeform 71">
              <a:extLst>
                <a:ext uri="{FF2B5EF4-FFF2-40B4-BE49-F238E27FC236}">
                  <a16:creationId xmlns:a16="http://schemas.microsoft.com/office/drawing/2014/main" xmlns="" id="{895D5DE4-D3E3-44FD-A936-3D4830CD2F66}"/>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grpSp>
      <p:sp>
        <p:nvSpPr>
          <p:cNvPr id="147" name="标题 1">
            <a:extLst>
              <a:ext uri="{FF2B5EF4-FFF2-40B4-BE49-F238E27FC236}">
                <a16:creationId xmlns:a16="http://schemas.microsoft.com/office/drawing/2014/main" xmlns="" id="{BD9599D0-9EF4-485D-9BF2-FE64B75665AD}"/>
              </a:ext>
            </a:extLst>
          </p:cNvPr>
          <p:cNvSpPr>
            <a:spLocks noGrp="1"/>
          </p:cNvSpPr>
          <p:nvPr userDrawn="1">
            <p:ph type="ctrTitle" hasCustomPrompt="1"/>
          </p:nvPr>
        </p:nvSpPr>
        <p:spPr>
          <a:xfrm>
            <a:off x="1615440" y="2929530"/>
            <a:ext cx="8961120" cy="1213643"/>
          </a:xfrm>
        </p:spPr>
        <p:txBody>
          <a:bodyPr anchor="ctr">
            <a:noAutofit/>
          </a:bodyPr>
          <a:lstStyle>
            <a:lvl1pPr algn="ctr">
              <a:defRPr kumimoji="0" lang="zh-CN" altLang="en-US" sz="6000" b="1" i="0" u="none" strike="noStrike" kern="1200" cap="none" spc="400" normalizeH="0" baseline="0" dirty="0">
                <a:ln>
                  <a:noFill/>
                </a:ln>
                <a:solidFill>
                  <a:prstClr val="white"/>
                </a:solidFill>
                <a:effectLst/>
                <a:uLnTx/>
                <a:uFillTx/>
                <a:latin typeface="Arial" panose="020F0502020204030204"/>
                <a:ea typeface="Microsoft YaHei"/>
                <a:cs typeface="+mn-ea"/>
              </a:defRPr>
            </a:lvl1pPr>
          </a:lstStyle>
          <a:p>
            <a:pPr marL="0" marR="0" lvl="0" indent="0" algn="ctr" defTabSz="914400" rtl="0" eaLnBrk="1" fontAlgn="auto" latinLnBrk="0" hangingPunct="1">
              <a:lnSpc>
                <a:spcPct val="110000"/>
              </a:lnSpc>
              <a:spcBef>
                <a:spcPts val="0"/>
              </a:spcBef>
              <a:spcAft>
                <a:spcPts val="0"/>
              </a:spcAft>
              <a:buClrTx/>
              <a:buSzTx/>
              <a:buFontTx/>
              <a:buNone/>
              <a:tabLst/>
              <a:defRPr/>
            </a:pPr>
            <a:r>
              <a:rPr lang="zh-CN" altLang="en-US" dirty="0"/>
              <a:t>单击此处编辑结束语</a:t>
            </a:r>
          </a:p>
        </p:txBody>
      </p:sp>
      <p:sp>
        <p:nvSpPr>
          <p:cNvPr id="148" name="副标题 2">
            <a:extLst>
              <a:ext uri="{FF2B5EF4-FFF2-40B4-BE49-F238E27FC236}">
                <a16:creationId xmlns:a16="http://schemas.microsoft.com/office/drawing/2014/main" xmlns="" id="{780F498B-8C32-41D4-A1DA-41A6A68C0055}"/>
              </a:ext>
            </a:extLst>
          </p:cNvPr>
          <p:cNvSpPr>
            <a:spLocks noGrp="1"/>
          </p:cNvSpPr>
          <p:nvPr userDrawn="1">
            <p:ph type="subTitle" idx="1" hasCustomPrompt="1"/>
          </p:nvPr>
        </p:nvSpPr>
        <p:spPr>
          <a:xfrm>
            <a:off x="3105150" y="5630308"/>
            <a:ext cx="5981700" cy="360071"/>
          </a:xfrm>
        </p:spPr>
        <p:txBody>
          <a:bodyPr>
            <a:normAutofit/>
          </a:bodyPr>
          <a:lstStyle>
            <a:lvl1pPr marL="0" indent="0" algn="ctr">
              <a:buNone/>
              <a:defRPr lang="zh-CN" altLang="en-US" sz="1800" kern="1200" dirty="0">
                <a:solidFill>
                  <a:prstClr val="black">
                    <a:lumMod val="75000"/>
                    <a:lumOff val="25000"/>
                  </a:prstClr>
                </a:solidFill>
                <a:latin typeface="Arial" panose="020F0502020204030204"/>
                <a:ea typeface="Microsoft YaHei"/>
                <a:cs typeface="+mn-ea"/>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dirty="0"/>
              <a:t>单击此处编辑作者信息</a:t>
            </a:r>
          </a:p>
        </p:txBody>
      </p:sp>
    </p:spTree>
    <p:extLst>
      <p:ext uri="{BB962C8B-B14F-4D97-AF65-F5344CB8AC3E}">
        <p14:creationId xmlns:p14="http://schemas.microsoft.com/office/powerpoint/2010/main" xmlns="" val="1726112585"/>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内容页-标题">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xmlns=""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xmlns=""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xmlns=""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xmlns=""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xmlns=""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xmlns=""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xmlns=""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xmlns=""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xmlns=""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xmlns=""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xmlns=""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xmlns=""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xmlns=""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xmlns=""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xmlns=""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xmlns=""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xmlns=""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xmlns=""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xmlns=""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xmlns=""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xmlns=""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xmlns=""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xmlns=""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xmlns=""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xmlns=""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xmlns=""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xmlns=""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xmlns=""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xmlns=""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xmlns=""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xmlns=""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xmlns=""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xmlns=""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xmlns=""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xmlns=""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xmlns=""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xmlns=""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xmlns=""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xmlns=""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xmlns=""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xmlns=""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xmlns=""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xmlns=""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xmlns=""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xmlns=""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xmlns=""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xmlns=""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xmlns=""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xmlns=""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xmlns=""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xmlns=""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xmlns=""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xmlns=""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xmlns=""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xmlns=""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xmlns=""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xmlns=""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xmlns=""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xmlns=""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3" name="文本框 62">
            <a:extLst>
              <a:ext uri="{FF2B5EF4-FFF2-40B4-BE49-F238E27FC236}">
                <a16:creationId xmlns:a16="http://schemas.microsoft.com/office/drawing/2014/main" xmlns=""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extLst>
      <p:ext uri="{BB962C8B-B14F-4D97-AF65-F5344CB8AC3E}">
        <p14:creationId xmlns:p14="http://schemas.microsoft.com/office/powerpoint/2010/main" xmlns="" val="1030030053"/>
      </p:ext>
    </p:extLst>
  </p:cSld>
  <p:clrMapOvr>
    <a:masterClrMapping/>
  </p:clrMapOvr>
  <p:extLst>
    <p:ext uri="{DCECCB84-F9BA-43D5-87BE-67443E8EF086}">
      <p15:sldGuideLst xmlns:p15="http://schemas.microsoft.com/office/powerpoint/2012/main" xmlns=""/>
    </p:ext>
  </p:extLst>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内容页-标题&amp;副标题">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xmlns=""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xmlns=""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xmlns=""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xmlns=""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xmlns=""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xmlns=""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xmlns=""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xmlns=""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xmlns=""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xmlns=""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xmlns=""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xmlns=""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xmlns=""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xmlns=""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xmlns=""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xmlns=""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xmlns=""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xmlns=""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xmlns=""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xmlns=""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xmlns=""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xmlns=""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xmlns=""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xmlns=""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xmlns=""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xmlns=""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xmlns=""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xmlns=""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xmlns=""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xmlns=""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xmlns=""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xmlns=""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xmlns=""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xmlns=""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xmlns=""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xmlns=""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xmlns=""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xmlns=""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xmlns=""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xmlns=""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xmlns=""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xmlns=""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xmlns=""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xmlns=""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xmlns=""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xmlns=""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xmlns=""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xmlns=""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xmlns=""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xmlns=""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xmlns=""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xmlns=""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xmlns=""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xmlns=""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xmlns=""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grpSp>
        <p:nvGrpSpPr>
          <p:cNvPr id="177" name="组合 176">
            <a:extLst>
              <a:ext uri="{FF2B5EF4-FFF2-40B4-BE49-F238E27FC236}">
                <a16:creationId xmlns:a16="http://schemas.microsoft.com/office/drawing/2014/main" xmlns=""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xmlns=""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xmlns=""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3" name="标题 1">
            <a:extLst>
              <a:ext uri="{FF2B5EF4-FFF2-40B4-BE49-F238E27FC236}">
                <a16:creationId xmlns:a16="http://schemas.microsoft.com/office/drawing/2014/main" xmlns="" id="{8F22FD4E-E65A-45E3-8A02-74A1A8B316C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a:extLst>
              <a:ext uri="{FF2B5EF4-FFF2-40B4-BE49-F238E27FC236}">
                <a16:creationId xmlns:a16="http://schemas.microsoft.com/office/drawing/2014/main" xmlns="" id="{30E2DE02-8659-4706-8CD5-61C4D3C2AC15}"/>
              </a:ext>
            </a:extLst>
          </p:cNvPr>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tabLst/>
            </a:pPr>
            <a:r>
              <a:rPr lang="zh-CN" altLang="en-US" dirty="0"/>
              <a:t>单击此处输入本页的结论单击此处输入本页的结论单击此处输入本页的结论</a:t>
            </a:r>
          </a:p>
        </p:txBody>
      </p:sp>
      <p:sp>
        <p:nvSpPr>
          <p:cNvPr id="64" name="文本框 63">
            <a:extLst>
              <a:ext uri="{FF2B5EF4-FFF2-40B4-BE49-F238E27FC236}">
                <a16:creationId xmlns:a16="http://schemas.microsoft.com/office/drawing/2014/main" xmlns="" id="{5714EDAB-B933-4491-9DBA-4C7C4FD8E93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extLst>
      <p:ext uri="{BB962C8B-B14F-4D97-AF65-F5344CB8AC3E}">
        <p14:creationId xmlns:p14="http://schemas.microsoft.com/office/powerpoint/2010/main" xmlns="" val="3925915339"/>
      </p:ext>
    </p:extLst>
  </p:cSld>
  <p:clrMapOvr>
    <a:masterClrMapping/>
  </p:clrMapOvr>
  <p:extLst>
    <p:ext uri="{DCECCB84-F9BA-43D5-87BE-67443E8EF086}">
      <p15:sldGuideLst xmlns:p15="http://schemas.microsoft.com/office/powerpoint/2012/main" xmlns=""/>
    </p:ext>
  </p:extLst>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内容页-上下横线">
    <p:spTree>
      <p:nvGrpSpPr>
        <p:cNvPr id="1" name=""/>
        <p:cNvGrpSpPr/>
        <p:nvPr/>
      </p:nvGrpSpPr>
      <p:grpSpPr>
        <a:xfrm>
          <a:off x="0" y="0"/>
          <a:ext cx="0" cy="0"/>
          <a:chOff x="0" y="0"/>
          <a:chExt cx="0" cy="0"/>
        </a:xfrm>
      </p:grpSpPr>
      <p:grpSp>
        <p:nvGrpSpPr>
          <p:cNvPr id="3" name="组合 2">
            <a:extLst>
              <a:ext uri="{FF2B5EF4-FFF2-40B4-BE49-F238E27FC236}">
                <a16:creationId xmlns:a16="http://schemas.microsoft.com/office/drawing/2014/main" xmlns="" id="{B4AE79B1-1619-41E3-8A2F-8EC4722BC253}"/>
              </a:ext>
            </a:extLst>
          </p:cNvPr>
          <p:cNvGrpSpPr/>
          <p:nvPr userDrawn="1"/>
        </p:nvGrpSpPr>
        <p:grpSpPr>
          <a:xfrm>
            <a:off x="10177780" y="329882"/>
            <a:ext cx="1512002" cy="444892"/>
            <a:chOff x="9556201" y="498129"/>
            <a:chExt cx="1993881" cy="586680"/>
          </a:xfrm>
        </p:grpSpPr>
        <p:grpSp>
          <p:nvGrpSpPr>
            <p:cNvPr id="66" name="组合 65">
              <a:extLst>
                <a:ext uri="{FF2B5EF4-FFF2-40B4-BE49-F238E27FC236}">
                  <a16:creationId xmlns:a16="http://schemas.microsoft.com/office/drawing/2014/main" xmlns="" id="{5C15F262-2B8A-43C1-93DC-339774166331}"/>
                </a:ext>
              </a:extLst>
            </p:cNvPr>
            <p:cNvGrpSpPr/>
            <p:nvPr userDrawn="1"/>
          </p:nvGrpSpPr>
          <p:grpSpPr>
            <a:xfrm>
              <a:off x="10239376" y="968937"/>
              <a:ext cx="1307697" cy="96254"/>
              <a:chOff x="4616246" y="3878362"/>
              <a:chExt cx="5571416" cy="410087"/>
            </a:xfrm>
            <a:solidFill>
              <a:schemeClr val="tx1">
                <a:alpha val="80000"/>
              </a:schemeClr>
            </a:solidFill>
          </p:grpSpPr>
          <p:sp>
            <p:nvSpPr>
              <p:cNvPr id="68" name="Freeform 17">
                <a:extLst>
                  <a:ext uri="{FF2B5EF4-FFF2-40B4-BE49-F238E27FC236}">
                    <a16:creationId xmlns:a16="http://schemas.microsoft.com/office/drawing/2014/main" xmlns="" id="{0BB7E6A2-C551-4CAC-8A7C-CB084AC0393D}"/>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9" name="Freeform 18">
                <a:extLst>
                  <a:ext uri="{FF2B5EF4-FFF2-40B4-BE49-F238E27FC236}">
                    <a16:creationId xmlns:a16="http://schemas.microsoft.com/office/drawing/2014/main" xmlns="" id="{AF11A2EA-0B28-440D-ABC0-47F76546FA4B}"/>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0" name="Freeform 19">
                <a:extLst>
                  <a:ext uri="{FF2B5EF4-FFF2-40B4-BE49-F238E27FC236}">
                    <a16:creationId xmlns:a16="http://schemas.microsoft.com/office/drawing/2014/main" xmlns="" id="{687C0C1A-D1C7-41A9-8A9A-4EB1400A640C}"/>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2" name="Freeform 20">
                <a:extLst>
                  <a:ext uri="{FF2B5EF4-FFF2-40B4-BE49-F238E27FC236}">
                    <a16:creationId xmlns:a16="http://schemas.microsoft.com/office/drawing/2014/main" xmlns="" id="{B1AD26CB-2631-47D6-8B94-0C2DE8DAE1DF}"/>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3" name="Freeform 21">
                <a:extLst>
                  <a:ext uri="{FF2B5EF4-FFF2-40B4-BE49-F238E27FC236}">
                    <a16:creationId xmlns:a16="http://schemas.microsoft.com/office/drawing/2014/main" xmlns="" id="{7188BA7E-50BA-44F8-9949-24203A649509}"/>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4" name="Freeform 22">
                <a:extLst>
                  <a:ext uri="{FF2B5EF4-FFF2-40B4-BE49-F238E27FC236}">
                    <a16:creationId xmlns:a16="http://schemas.microsoft.com/office/drawing/2014/main" xmlns="" id="{59E8A17F-9E83-487C-BAAE-EF2645C4653C}"/>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5" name="Freeform 23">
                <a:extLst>
                  <a:ext uri="{FF2B5EF4-FFF2-40B4-BE49-F238E27FC236}">
                    <a16:creationId xmlns:a16="http://schemas.microsoft.com/office/drawing/2014/main" xmlns="" id="{6874771E-6EC2-40B7-8593-A8A420AEEAD7}"/>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6" name="Freeform 25">
                <a:extLst>
                  <a:ext uri="{FF2B5EF4-FFF2-40B4-BE49-F238E27FC236}">
                    <a16:creationId xmlns:a16="http://schemas.microsoft.com/office/drawing/2014/main" xmlns="" id="{CDD46DA1-964F-4E43-A6AD-31009905952B}"/>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7" name="Freeform 27">
                <a:extLst>
                  <a:ext uri="{FF2B5EF4-FFF2-40B4-BE49-F238E27FC236}">
                    <a16:creationId xmlns:a16="http://schemas.microsoft.com/office/drawing/2014/main" xmlns="" id="{79E10957-7621-455A-A65D-63395B54CD8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8" name="Freeform 29">
                <a:extLst>
                  <a:ext uri="{FF2B5EF4-FFF2-40B4-BE49-F238E27FC236}">
                    <a16:creationId xmlns:a16="http://schemas.microsoft.com/office/drawing/2014/main" xmlns="" id="{5C881E13-4696-4D4F-B82A-A15CE965951E}"/>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9" name="Freeform 30">
                <a:extLst>
                  <a:ext uri="{FF2B5EF4-FFF2-40B4-BE49-F238E27FC236}">
                    <a16:creationId xmlns:a16="http://schemas.microsoft.com/office/drawing/2014/main" xmlns="" id="{57334090-4538-4D00-B942-CBD745D65BC1}"/>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0" name="Freeform 31">
                <a:extLst>
                  <a:ext uri="{FF2B5EF4-FFF2-40B4-BE49-F238E27FC236}">
                    <a16:creationId xmlns:a16="http://schemas.microsoft.com/office/drawing/2014/main" xmlns="" id="{BA16E188-C562-41A4-9B4A-9DBEBF95A377}"/>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1" name="Freeform 32">
                <a:extLst>
                  <a:ext uri="{FF2B5EF4-FFF2-40B4-BE49-F238E27FC236}">
                    <a16:creationId xmlns:a16="http://schemas.microsoft.com/office/drawing/2014/main" xmlns="" id="{04D8D32A-D397-417E-8C9F-BDEF41F83EB9}"/>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2" name="Freeform 33">
                <a:extLst>
                  <a:ext uri="{FF2B5EF4-FFF2-40B4-BE49-F238E27FC236}">
                    <a16:creationId xmlns:a16="http://schemas.microsoft.com/office/drawing/2014/main" xmlns="" id="{80ECFE5A-CC82-4F7B-9CB9-E42947E66DC6}"/>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3" name="Freeform 34">
                <a:extLst>
                  <a:ext uri="{FF2B5EF4-FFF2-40B4-BE49-F238E27FC236}">
                    <a16:creationId xmlns:a16="http://schemas.microsoft.com/office/drawing/2014/main" xmlns="" id="{A2B2A5CC-F142-4967-9397-104C57D6D51E}"/>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4" name="Freeform 35">
                <a:extLst>
                  <a:ext uri="{FF2B5EF4-FFF2-40B4-BE49-F238E27FC236}">
                    <a16:creationId xmlns:a16="http://schemas.microsoft.com/office/drawing/2014/main" xmlns="" id="{C6DC5263-4BE0-4098-8265-18B3D919C540}"/>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85" name="组合 84">
              <a:extLst>
                <a:ext uri="{FF2B5EF4-FFF2-40B4-BE49-F238E27FC236}">
                  <a16:creationId xmlns:a16="http://schemas.microsoft.com/office/drawing/2014/main" xmlns="" id="{0FEBB34A-9216-4734-ABDB-24C619203A22}"/>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a:extLst>
                  <a:ext uri="{FF2B5EF4-FFF2-40B4-BE49-F238E27FC236}">
                    <a16:creationId xmlns:a16="http://schemas.microsoft.com/office/drawing/2014/main" xmlns="" id="{BAAACB60-72C2-4416-9299-161860BAE9EE}"/>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7" name="Freeform 10">
                <a:extLst>
                  <a:ext uri="{FF2B5EF4-FFF2-40B4-BE49-F238E27FC236}">
                    <a16:creationId xmlns:a16="http://schemas.microsoft.com/office/drawing/2014/main" xmlns="" id="{8CAA1636-149B-4EDA-B31F-4978A1DAA4F3}"/>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8" name="Freeform 11">
                <a:extLst>
                  <a:ext uri="{FF2B5EF4-FFF2-40B4-BE49-F238E27FC236}">
                    <a16:creationId xmlns:a16="http://schemas.microsoft.com/office/drawing/2014/main" xmlns="" id="{FDF2BF3F-AB31-4F63-9678-BFF5CCE4454A}"/>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9" name="Freeform 12">
                <a:extLst>
                  <a:ext uri="{FF2B5EF4-FFF2-40B4-BE49-F238E27FC236}">
                    <a16:creationId xmlns:a16="http://schemas.microsoft.com/office/drawing/2014/main" xmlns="" id="{5B526479-0DBF-4737-8331-32D1E952C9D8}"/>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0" name="Freeform 13">
                <a:extLst>
                  <a:ext uri="{FF2B5EF4-FFF2-40B4-BE49-F238E27FC236}">
                    <a16:creationId xmlns:a16="http://schemas.microsoft.com/office/drawing/2014/main" xmlns="" id="{E3947BE1-C3AE-4CFB-BFFE-ABA981B89672}"/>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1" name="Freeform 14">
                <a:extLst>
                  <a:ext uri="{FF2B5EF4-FFF2-40B4-BE49-F238E27FC236}">
                    <a16:creationId xmlns:a16="http://schemas.microsoft.com/office/drawing/2014/main" xmlns="" id="{F2A49C76-5480-41CE-9ADE-B8DA9152D704}"/>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2" name="Freeform 15">
                <a:extLst>
                  <a:ext uri="{FF2B5EF4-FFF2-40B4-BE49-F238E27FC236}">
                    <a16:creationId xmlns:a16="http://schemas.microsoft.com/office/drawing/2014/main" xmlns="" id="{16AD1742-67D8-4026-84B3-87236E785A6B}"/>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3" name="Freeform 16">
                <a:extLst>
                  <a:ext uri="{FF2B5EF4-FFF2-40B4-BE49-F238E27FC236}">
                    <a16:creationId xmlns:a16="http://schemas.microsoft.com/office/drawing/2014/main" xmlns="" id="{CDEDCC72-5F8A-4DD8-9E4E-D7527A11A8EC}"/>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4" name="Freeform 24">
                <a:extLst>
                  <a:ext uri="{FF2B5EF4-FFF2-40B4-BE49-F238E27FC236}">
                    <a16:creationId xmlns:a16="http://schemas.microsoft.com/office/drawing/2014/main" xmlns="" id="{43DCC307-4F60-4FFF-A2A5-A29470381E5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5" name="Freeform 26">
                <a:extLst>
                  <a:ext uri="{FF2B5EF4-FFF2-40B4-BE49-F238E27FC236}">
                    <a16:creationId xmlns:a16="http://schemas.microsoft.com/office/drawing/2014/main" xmlns="" id="{B9F88D38-2706-4475-8802-6F4F5D2EF22D}"/>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6" name="Freeform 28">
                <a:extLst>
                  <a:ext uri="{FF2B5EF4-FFF2-40B4-BE49-F238E27FC236}">
                    <a16:creationId xmlns:a16="http://schemas.microsoft.com/office/drawing/2014/main" xmlns="" id="{8F836E50-664C-489E-B463-9D8B808D647E}"/>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7" name="Freeform 36">
                <a:extLst>
                  <a:ext uri="{FF2B5EF4-FFF2-40B4-BE49-F238E27FC236}">
                    <a16:creationId xmlns:a16="http://schemas.microsoft.com/office/drawing/2014/main" xmlns="" id="{81C3B568-D4E9-40A8-AA80-68ECCA6EFC73}"/>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98" name="组合 97">
              <a:extLst>
                <a:ext uri="{FF2B5EF4-FFF2-40B4-BE49-F238E27FC236}">
                  <a16:creationId xmlns:a16="http://schemas.microsoft.com/office/drawing/2014/main" xmlns="" id="{90DC71DC-0BCB-48A8-A72D-C25256144DE0}"/>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99" name="Freeform 8">
                <a:extLst>
                  <a:ext uri="{FF2B5EF4-FFF2-40B4-BE49-F238E27FC236}">
                    <a16:creationId xmlns:a16="http://schemas.microsoft.com/office/drawing/2014/main" xmlns="" id="{57D1E859-5CEB-4609-8E48-13EBEA79EA5D}"/>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0" name="Freeform 42">
                <a:extLst>
                  <a:ext uri="{FF2B5EF4-FFF2-40B4-BE49-F238E27FC236}">
                    <a16:creationId xmlns:a16="http://schemas.microsoft.com/office/drawing/2014/main" xmlns="" id="{A033A341-EE5C-4CFF-8FE9-10E577DFE665}"/>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1" name="Freeform 43">
                <a:extLst>
                  <a:ext uri="{FF2B5EF4-FFF2-40B4-BE49-F238E27FC236}">
                    <a16:creationId xmlns:a16="http://schemas.microsoft.com/office/drawing/2014/main" xmlns="" id="{672D9D2F-B971-45A7-BEA6-0BE6565B628A}"/>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2" name="Freeform 44">
                <a:extLst>
                  <a:ext uri="{FF2B5EF4-FFF2-40B4-BE49-F238E27FC236}">
                    <a16:creationId xmlns:a16="http://schemas.microsoft.com/office/drawing/2014/main" xmlns="" id="{E905262E-566E-456A-8A2C-4D36BAC742A2}"/>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3" name="Freeform 45">
                <a:extLst>
                  <a:ext uri="{FF2B5EF4-FFF2-40B4-BE49-F238E27FC236}">
                    <a16:creationId xmlns:a16="http://schemas.microsoft.com/office/drawing/2014/main" xmlns="" id="{72E93604-F1A1-4374-9DEA-9A647838A73D}"/>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4" name="Freeform 46">
                <a:extLst>
                  <a:ext uri="{FF2B5EF4-FFF2-40B4-BE49-F238E27FC236}">
                    <a16:creationId xmlns:a16="http://schemas.microsoft.com/office/drawing/2014/main" xmlns="" id="{D202D4C6-F78A-4048-8132-DEFFD80BA870}"/>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5" name="Freeform 47">
                <a:extLst>
                  <a:ext uri="{FF2B5EF4-FFF2-40B4-BE49-F238E27FC236}">
                    <a16:creationId xmlns:a16="http://schemas.microsoft.com/office/drawing/2014/main" xmlns="" id="{38D2C29B-8AE7-40CF-9AC3-F0EFB8D20286}"/>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6" name="Freeform 48">
                <a:extLst>
                  <a:ext uri="{FF2B5EF4-FFF2-40B4-BE49-F238E27FC236}">
                    <a16:creationId xmlns:a16="http://schemas.microsoft.com/office/drawing/2014/main" xmlns="" id="{ABA50FBF-BA46-4469-8806-C69C007B2D1B}"/>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7" name="Freeform 49">
                <a:extLst>
                  <a:ext uri="{FF2B5EF4-FFF2-40B4-BE49-F238E27FC236}">
                    <a16:creationId xmlns:a16="http://schemas.microsoft.com/office/drawing/2014/main" xmlns="" id="{B83B4A3F-FC0E-43BC-BFCA-F5A8EA5B8536}"/>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8" name="Freeform 50">
                <a:extLst>
                  <a:ext uri="{FF2B5EF4-FFF2-40B4-BE49-F238E27FC236}">
                    <a16:creationId xmlns:a16="http://schemas.microsoft.com/office/drawing/2014/main" xmlns="" id="{11F4E97B-BA23-4998-BFB7-B0025EC32AFC}"/>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9" name="Freeform 51">
                <a:extLst>
                  <a:ext uri="{FF2B5EF4-FFF2-40B4-BE49-F238E27FC236}">
                    <a16:creationId xmlns:a16="http://schemas.microsoft.com/office/drawing/2014/main" xmlns="" id="{9E8B953D-8774-449E-8415-F81822ACB868}"/>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0" name="Freeform 52">
                <a:extLst>
                  <a:ext uri="{FF2B5EF4-FFF2-40B4-BE49-F238E27FC236}">
                    <a16:creationId xmlns:a16="http://schemas.microsoft.com/office/drawing/2014/main" xmlns="" id="{139920B7-00AE-4E16-A01E-1994DDBD530B}"/>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1" name="Freeform 53">
                <a:extLst>
                  <a:ext uri="{FF2B5EF4-FFF2-40B4-BE49-F238E27FC236}">
                    <a16:creationId xmlns:a16="http://schemas.microsoft.com/office/drawing/2014/main" xmlns="" id="{F9763041-78AD-4C52-B55D-880766C7F94C}"/>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2" name="Freeform 54">
                <a:extLst>
                  <a:ext uri="{FF2B5EF4-FFF2-40B4-BE49-F238E27FC236}">
                    <a16:creationId xmlns:a16="http://schemas.microsoft.com/office/drawing/2014/main" xmlns="" id="{F8640249-AA21-4144-8039-62CBDB8DA917}"/>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3" name="Freeform 55">
                <a:extLst>
                  <a:ext uri="{FF2B5EF4-FFF2-40B4-BE49-F238E27FC236}">
                    <a16:creationId xmlns:a16="http://schemas.microsoft.com/office/drawing/2014/main" xmlns="" id="{94D56455-C6B2-4D73-808E-1488E2572309}"/>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4" name="Freeform 56">
                <a:extLst>
                  <a:ext uri="{FF2B5EF4-FFF2-40B4-BE49-F238E27FC236}">
                    <a16:creationId xmlns:a16="http://schemas.microsoft.com/office/drawing/2014/main" xmlns="" id="{87C9E5ED-6CE0-49AB-A63F-8E727D78378E}"/>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5" name="Freeform 57">
                <a:extLst>
                  <a:ext uri="{FF2B5EF4-FFF2-40B4-BE49-F238E27FC236}">
                    <a16:creationId xmlns:a16="http://schemas.microsoft.com/office/drawing/2014/main" xmlns="" id="{3FE00EFE-FD79-4957-9FAA-81DA1FEB8090}"/>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6" name="Freeform 58">
                <a:extLst>
                  <a:ext uri="{FF2B5EF4-FFF2-40B4-BE49-F238E27FC236}">
                    <a16:creationId xmlns:a16="http://schemas.microsoft.com/office/drawing/2014/main" xmlns="" id="{3E36B85B-5FED-4861-8B47-BD80F2C00972}"/>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7" name="Freeform 59">
                <a:extLst>
                  <a:ext uri="{FF2B5EF4-FFF2-40B4-BE49-F238E27FC236}">
                    <a16:creationId xmlns:a16="http://schemas.microsoft.com/office/drawing/2014/main" xmlns="" id="{D47BCC9E-103F-42BB-9CE3-0C5F64C02580}"/>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8" name="Freeform 60">
                <a:extLst>
                  <a:ext uri="{FF2B5EF4-FFF2-40B4-BE49-F238E27FC236}">
                    <a16:creationId xmlns:a16="http://schemas.microsoft.com/office/drawing/2014/main" xmlns="" id="{E8B7F0D0-2612-4EB4-948A-2CA494D40DB7}"/>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9" name="Freeform 61">
                <a:extLst>
                  <a:ext uri="{FF2B5EF4-FFF2-40B4-BE49-F238E27FC236}">
                    <a16:creationId xmlns:a16="http://schemas.microsoft.com/office/drawing/2014/main" xmlns="" id="{A3973DC8-DF16-4791-87B5-6680BEEF3D0E}"/>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0" name="Freeform 62">
                <a:extLst>
                  <a:ext uri="{FF2B5EF4-FFF2-40B4-BE49-F238E27FC236}">
                    <a16:creationId xmlns:a16="http://schemas.microsoft.com/office/drawing/2014/main" xmlns="" id="{40A0B001-1F50-47ED-AD9F-1BA3203E2DB1}"/>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1" name="Freeform 71">
                <a:extLst>
                  <a:ext uri="{FF2B5EF4-FFF2-40B4-BE49-F238E27FC236}">
                    <a16:creationId xmlns:a16="http://schemas.microsoft.com/office/drawing/2014/main" xmlns="" id="{30AE187D-C75A-4EC3-8322-8AD80C98F63C}"/>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cxnSp>
        <p:nvCxnSpPr>
          <p:cNvPr id="122" name="直接连接符 121">
            <a:extLst>
              <a:ext uri="{FF2B5EF4-FFF2-40B4-BE49-F238E27FC236}">
                <a16:creationId xmlns:a16="http://schemas.microsoft.com/office/drawing/2014/main" xmlns="" id="{44ED58EF-63CC-4876-87B1-66450A7862C6}"/>
              </a:ext>
            </a:extLst>
          </p:cNvPr>
          <p:cNvCxnSpPr>
            <a:cxnSpLocks/>
          </p:cNvCxnSpPr>
          <p:nvPr userDrawn="1"/>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71" name="直接连接符 70">
            <a:extLst>
              <a:ext uri="{FF2B5EF4-FFF2-40B4-BE49-F238E27FC236}">
                <a16:creationId xmlns:a16="http://schemas.microsoft.com/office/drawing/2014/main" xmlns="" id="{E65A605E-CDFB-48F0-9262-92E6FAB0F34F}"/>
              </a:ext>
            </a:extLst>
          </p:cNvPr>
          <p:cNvCxnSpPr>
            <a:cxnSpLocks/>
          </p:cNvCxnSpPr>
          <p:nvPr userDrawn="1"/>
        </p:nvCxnSpPr>
        <p:spPr>
          <a:xfrm>
            <a:off x="745067" y="868363"/>
            <a:ext cx="11008783"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a:extLst>
              <a:ext uri="{FF2B5EF4-FFF2-40B4-BE49-F238E27FC236}">
                <a16:creationId xmlns:a16="http://schemas.microsoft.com/office/drawing/2014/main" xmlns="" id="{1DC1FD71-DEEB-4393-91A7-3EA78EA471F7}"/>
              </a:ext>
            </a:extLst>
          </p:cNvPr>
          <p:cNvCxnSpPr>
            <a:cxnSpLocks/>
          </p:cNvCxnSpPr>
          <p:nvPr/>
        </p:nvCxnSpPr>
        <p:spPr>
          <a:xfrm>
            <a:off x="528706" y="867990"/>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4" name="标题 1">
            <a:extLst>
              <a:ext uri="{FF2B5EF4-FFF2-40B4-BE49-F238E27FC236}">
                <a16:creationId xmlns:a16="http://schemas.microsoft.com/office/drawing/2014/main" xmlns="" id="{D1EB5750-0A9D-4CDA-8A3E-C75D4C68F34A}"/>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63" name="文本框 62">
            <a:extLst>
              <a:ext uri="{FF2B5EF4-FFF2-40B4-BE49-F238E27FC236}">
                <a16:creationId xmlns:a16="http://schemas.microsoft.com/office/drawing/2014/main" xmlns="" id="{6D968944-E188-47DB-80CF-1FD6A7CF4922}"/>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extLst>
      <p:ext uri="{BB962C8B-B14F-4D97-AF65-F5344CB8AC3E}">
        <p14:creationId xmlns:p14="http://schemas.microsoft.com/office/powerpoint/2010/main" xmlns="" val="1421409504"/>
      </p:ext>
    </p:extLst>
  </p:cSld>
  <p:clrMapOvr>
    <a:masterClrMapping/>
  </p:clrMapOvr>
  <p:extLst>
    <p:ext uri="{DCECCB84-F9BA-43D5-87BE-67443E8EF086}">
      <p15:sldGuideLst xmlns:p15="http://schemas.microsoft.com/office/powerpoint/2012/main" xmlns="">
        <p15:guide id="4" pos="3840">
          <p15:clr>
            <a:srgbClr val="FBAE40"/>
          </p15:clr>
        </p15:guide>
      </p15:sldGuideLst>
    </p:ext>
  </p:extLst>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内容页-上短下长">
    <p:spTree>
      <p:nvGrpSpPr>
        <p:cNvPr id="1" name=""/>
        <p:cNvGrpSpPr/>
        <p:nvPr/>
      </p:nvGrpSpPr>
      <p:grpSpPr>
        <a:xfrm>
          <a:off x="0" y="0"/>
          <a:ext cx="0" cy="0"/>
          <a:chOff x="0" y="0"/>
          <a:chExt cx="0" cy="0"/>
        </a:xfrm>
      </p:grpSpPr>
      <p:grpSp>
        <p:nvGrpSpPr>
          <p:cNvPr id="63" name="组合 62">
            <a:extLst>
              <a:ext uri="{FF2B5EF4-FFF2-40B4-BE49-F238E27FC236}">
                <a16:creationId xmlns:a16="http://schemas.microsoft.com/office/drawing/2014/main" xmlns="" id="{73F46A27-B045-491C-8492-DC2AE1277C86}"/>
              </a:ext>
            </a:extLst>
          </p:cNvPr>
          <p:cNvGrpSpPr/>
          <p:nvPr userDrawn="1"/>
        </p:nvGrpSpPr>
        <p:grpSpPr>
          <a:xfrm>
            <a:off x="528706" y="867990"/>
            <a:ext cx="2433027" cy="0"/>
            <a:chOff x="7460343" y="1311756"/>
            <a:chExt cx="2433027" cy="0"/>
          </a:xfrm>
        </p:grpSpPr>
        <p:cxnSp>
          <p:nvCxnSpPr>
            <p:cNvPr id="64" name="直接连接符 63">
              <a:extLst>
                <a:ext uri="{FF2B5EF4-FFF2-40B4-BE49-F238E27FC236}">
                  <a16:creationId xmlns:a16="http://schemas.microsoft.com/office/drawing/2014/main" xmlns="" id="{B77B3D24-6FB9-41AF-8DFD-6DE7FAB86A89}"/>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a:extLst>
                <a:ext uri="{FF2B5EF4-FFF2-40B4-BE49-F238E27FC236}">
                  <a16:creationId xmlns:a16="http://schemas.microsoft.com/office/drawing/2014/main" xmlns="" id="{1DC1FD71-DEEB-4393-91A7-3EA78EA471F7}"/>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 name="组合 2">
            <a:extLst>
              <a:ext uri="{FF2B5EF4-FFF2-40B4-BE49-F238E27FC236}">
                <a16:creationId xmlns:a16="http://schemas.microsoft.com/office/drawing/2014/main" xmlns="" id="{B4AE79B1-1619-41E3-8A2F-8EC4722BC253}"/>
              </a:ext>
            </a:extLst>
          </p:cNvPr>
          <p:cNvGrpSpPr/>
          <p:nvPr userDrawn="1"/>
        </p:nvGrpSpPr>
        <p:grpSpPr>
          <a:xfrm>
            <a:off x="10177780" y="329882"/>
            <a:ext cx="1512002" cy="444892"/>
            <a:chOff x="9556201" y="498129"/>
            <a:chExt cx="1993881" cy="586680"/>
          </a:xfrm>
        </p:grpSpPr>
        <p:grpSp>
          <p:nvGrpSpPr>
            <p:cNvPr id="66" name="组合 65">
              <a:extLst>
                <a:ext uri="{FF2B5EF4-FFF2-40B4-BE49-F238E27FC236}">
                  <a16:creationId xmlns:a16="http://schemas.microsoft.com/office/drawing/2014/main" xmlns="" id="{5C15F262-2B8A-43C1-93DC-339774166331}"/>
                </a:ext>
              </a:extLst>
            </p:cNvPr>
            <p:cNvGrpSpPr/>
            <p:nvPr userDrawn="1"/>
          </p:nvGrpSpPr>
          <p:grpSpPr>
            <a:xfrm>
              <a:off x="10239376" y="968937"/>
              <a:ext cx="1307697" cy="96254"/>
              <a:chOff x="4616246" y="3878362"/>
              <a:chExt cx="5571416" cy="410087"/>
            </a:xfrm>
            <a:solidFill>
              <a:schemeClr val="tx1">
                <a:alpha val="80000"/>
              </a:schemeClr>
            </a:solidFill>
          </p:grpSpPr>
          <p:sp>
            <p:nvSpPr>
              <p:cNvPr id="68" name="Freeform 17">
                <a:extLst>
                  <a:ext uri="{FF2B5EF4-FFF2-40B4-BE49-F238E27FC236}">
                    <a16:creationId xmlns:a16="http://schemas.microsoft.com/office/drawing/2014/main" xmlns="" id="{0BB7E6A2-C551-4CAC-8A7C-CB084AC0393D}"/>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9" name="Freeform 18">
                <a:extLst>
                  <a:ext uri="{FF2B5EF4-FFF2-40B4-BE49-F238E27FC236}">
                    <a16:creationId xmlns:a16="http://schemas.microsoft.com/office/drawing/2014/main" xmlns="" id="{AF11A2EA-0B28-440D-ABC0-47F76546FA4B}"/>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0" name="Freeform 19">
                <a:extLst>
                  <a:ext uri="{FF2B5EF4-FFF2-40B4-BE49-F238E27FC236}">
                    <a16:creationId xmlns:a16="http://schemas.microsoft.com/office/drawing/2014/main" xmlns="" id="{687C0C1A-D1C7-41A9-8A9A-4EB1400A640C}"/>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2" name="Freeform 20">
                <a:extLst>
                  <a:ext uri="{FF2B5EF4-FFF2-40B4-BE49-F238E27FC236}">
                    <a16:creationId xmlns:a16="http://schemas.microsoft.com/office/drawing/2014/main" xmlns="" id="{B1AD26CB-2631-47D6-8B94-0C2DE8DAE1DF}"/>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3" name="Freeform 21">
                <a:extLst>
                  <a:ext uri="{FF2B5EF4-FFF2-40B4-BE49-F238E27FC236}">
                    <a16:creationId xmlns:a16="http://schemas.microsoft.com/office/drawing/2014/main" xmlns="" id="{7188BA7E-50BA-44F8-9949-24203A649509}"/>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4" name="Freeform 22">
                <a:extLst>
                  <a:ext uri="{FF2B5EF4-FFF2-40B4-BE49-F238E27FC236}">
                    <a16:creationId xmlns:a16="http://schemas.microsoft.com/office/drawing/2014/main" xmlns="" id="{59E8A17F-9E83-487C-BAAE-EF2645C4653C}"/>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5" name="Freeform 23">
                <a:extLst>
                  <a:ext uri="{FF2B5EF4-FFF2-40B4-BE49-F238E27FC236}">
                    <a16:creationId xmlns:a16="http://schemas.microsoft.com/office/drawing/2014/main" xmlns="" id="{6874771E-6EC2-40B7-8593-A8A420AEEAD7}"/>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6" name="Freeform 25">
                <a:extLst>
                  <a:ext uri="{FF2B5EF4-FFF2-40B4-BE49-F238E27FC236}">
                    <a16:creationId xmlns:a16="http://schemas.microsoft.com/office/drawing/2014/main" xmlns="" id="{CDD46DA1-964F-4E43-A6AD-31009905952B}"/>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7" name="Freeform 27">
                <a:extLst>
                  <a:ext uri="{FF2B5EF4-FFF2-40B4-BE49-F238E27FC236}">
                    <a16:creationId xmlns:a16="http://schemas.microsoft.com/office/drawing/2014/main" xmlns="" id="{79E10957-7621-455A-A65D-63395B54CD8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8" name="Freeform 29">
                <a:extLst>
                  <a:ext uri="{FF2B5EF4-FFF2-40B4-BE49-F238E27FC236}">
                    <a16:creationId xmlns:a16="http://schemas.microsoft.com/office/drawing/2014/main" xmlns="" id="{5C881E13-4696-4D4F-B82A-A15CE965951E}"/>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9" name="Freeform 30">
                <a:extLst>
                  <a:ext uri="{FF2B5EF4-FFF2-40B4-BE49-F238E27FC236}">
                    <a16:creationId xmlns:a16="http://schemas.microsoft.com/office/drawing/2014/main" xmlns="" id="{57334090-4538-4D00-B942-CBD745D65BC1}"/>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0" name="Freeform 31">
                <a:extLst>
                  <a:ext uri="{FF2B5EF4-FFF2-40B4-BE49-F238E27FC236}">
                    <a16:creationId xmlns:a16="http://schemas.microsoft.com/office/drawing/2014/main" xmlns="" id="{BA16E188-C562-41A4-9B4A-9DBEBF95A377}"/>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1" name="Freeform 32">
                <a:extLst>
                  <a:ext uri="{FF2B5EF4-FFF2-40B4-BE49-F238E27FC236}">
                    <a16:creationId xmlns:a16="http://schemas.microsoft.com/office/drawing/2014/main" xmlns="" id="{04D8D32A-D397-417E-8C9F-BDEF41F83EB9}"/>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2" name="Freeform 33">
                <a:extLst>
                  <a:ext uri="{FF2B5EF4-FFF2-40B4-BE49-F238E27FC236}">
                    <a16:creationId xmlns:a16="http://schemas.microsoft.com/office/drawing/2014/main" xmlns="" id="{80ECFE5A-CC82-4F7B-9CB9-E42947E66DC6}"/>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3" name="Freeform 34">
                <a:extLst>
                  <a:ext uri="{FF2B5EF4-FFF2-40B4-BE49-F238E27FC236}">
                    <a16:creationId xmlns:a16="http://schemas.microsoft.com/office/drawing/2014/main" xmlns="" id="{A2B2A5CC-F142-4967-9397-104C57D6D51E}"/>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4" name="Freeform 35">
                <a:extLst>
                  <a:ext uri="{FF2B5EF4-FFF2-40B4-BE49-F238E27FC236}">
                    <a16:creationId xmlns:a16="http://schemas.microsoft.com/office/drawing/2014/main" xmlns="" id="{C6DC5263-4BE0-4098-8265-18B3D919C540}"/>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85" name="组合 84">
              <a:extLst>
                <a:ext uri="{FF2B5EF4-FFF2-40B4-BE49-F238E27FC236}">
                  <a16:creationId xmlns:a16="http://schemas.microsoft.com/office/drawing/2014/main" xmlns="" id="{0FEBB34A-9216-4734-ABDB-24C619203A22}"/>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a:extLst>
                  <a:ext uri="{FF2B5EF4-FFF2-40B4-BE49-F238E27FC236}">
                    <a16:creationId xmlns:a16="http://schemas.microsoft.com/office/drawing/2014/main" xmlns="" id="{BAAACB60-72C2-4416-9299-161860BAE9EE}"/>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7" name="Freeform 10">
                <a:extLst>
                  <a:ext uri="{FF2B5EF4-FFF2-40B4-BE49-F238E27FC236}">
                    <a16:creationId xmlns:a16="http://schemas.microsoft.com/office/drawing/2014/main" xmlns="" id="{8CAA1636-149B-4EDA-B31F-4978A1DAA4F3}"/>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8" name="Freeform 11">
                <a:extLst>
                  <a:ext uri="{FF2B5EF4-FFF2-40B4-BE49-F238E27FC236}">
                    <a16:creationId xmlns:a16="http://schemas.microsoft.com/office/drawing/2014/main" xmlns="" id="{FDF2BF3F-AB31-4F63-9678-BFF5CCE4454A}"/>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9" name="Freeform 12">
                <a:extLst>
                  <a:ext uri="{FF2B5EF4-FFF2-40B4-BE49-F238E27FC236}">
                    <a16:creationId xmlns:a16="http://schemas.microsoft.com/office/drawing/2014/main" xmlns="" id="{5B526479-0DBF-4737-8331-32D1E952C9D8}"/>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0" name="Freeform 13">
                <a:extLst>
                  <a:ext uri="{FF2B5EF4-FFF2-40B4-BE49-F238E27FC236}">
                    <a16:creationId xmlns:a16="http://schemas.microsoft.com/office/drawing/2014/main" xmlns="" id="{E3947BE1-C3AE-4CFB-BFFE-ABA981B89672}"/>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1" name="Freeform 14">
                <a:extLst>
                  <a:ext uri="{FF2B5EF4-FFF2-40B4-BE49-F238E27FC236}">
                    <a16:creationId xmlns:a16="http://schemas.microsoft.com/office/drawing/2014/main" xmlns="" id="{F2A49C76-5480-41CE-9ADE-B8DA9152D704}"/>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2" name="Freeform 15">
                <a:extLst>
                  <a:ext uri="{FF2B5EF4-FFF2-40B4-BE49-F238E27FC236}">
                    <a16:creationId xmlns:a16="http://schemas.microsoft.com/office/drawing/2014/main" xmlns="" id="{16AD1742-67D8-4026-84B3-87236E785A6B}"/>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3" name="Freeform 16">
                <a:extLst>
                  <a:ext uri="{FF2B5EF4-FFF2-40B4-BE49-F238E27FC236}">
                    <a16:creationId xmlns:a16="http://schemas.microsoft.com/office/drawing/2014/main" xmlns="" id="{CDEDCC72-5F8A-4DD8-9E4E-D7527A11A8EC}"/>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4" name="Freeform 24">
                <a:extLst>
                  <a:ext uri="{FF2B5EF4-FFF2-40B4-BE49-F238E27FC236}">
                    <a16:creationId xmlns:a16="http://schemas.microsoft.com/office/drawing/2014/main" xmlns="" id="{43DCC307-4F60-4FFF-A2A5-A29470381E5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5" name="Freeform 26">
                <a:extLst>
                  <a:ext uri="{FF2B5EF4-FFF2-40B4-BE49-F238E27FC236}">
                    <a16:creationId xmlns:a16="http://schemas.microsoft.com/office/drawing/2014/main" xmlns="" id="{B9F88D38-2706-4475-8802-6F4F5D2EF22D}"/>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6" name="Freeform 28">
                <a:extLst>
                  <a:ext uri="{FF2B5EF4-FFF2-40B4-BE49-F238E27FC236}">
                    <a16:creationId xmlns:a16="http://schemas.microsoft.com/office/drawing/2014/main" xmlns="" id="{8F836E50-664C-489E-B463-9D8B808D647E}"/>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7" name="Freeform 36">
                <a:extLst>
                  <a:ext uri="{FF2B5EF4-FFF2-40B4-BE49-F238E27FC236}">
                    <a16:creationId xmlns:a16="http://schemas.microsoft.com/office/drawing/2014/main" xmlns="" id="{81C3B568-D4E9-40A8-AA80-68ECCA6EFC73}"/>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98" name="组合 97">
              <a:extLst>
                <a:ext uri="{FF2B5EF4-FFF2-40B4-BE49-F238E27FC236}">
                  <a16:creationId xmlns:a16="http://schemas.microsoft.com/office/drawing/2014/main" xmlns="" id="{90DC71DC-0BCB-48A8-A72D-C25256144DE0}"/>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99" name="Freeform 8">
                <a:extLst>
                  <a:ext uri="{FF2B5EF4-FFF2-40B4-BE49-F238E27FC236}">
                    <a16:creationId xmlns:a16="http://schemas.microsoft.com/office/drawing/2014/main" xmlns="" id="{57D1E859-5CEB-4609-8E48-13EBEA79EA5D}"/>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0" name="Freeform 42">
                <a:extLst>
                  <a:ext uri="{FF2B5EF4-FFF2-40B4-BE49-F238E27FC236}">
                    <a16:creationId xmlns:a16="http://schemas.microsoft.com/office/drawing/2014/main" xmlns="" id="{A033A341-EE5C-4CFF-8FE9-10E577DFE665}"/>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1" name="Freeform 43">
                <a:extLst>
                  <a:ext uri="{FF2B5EF4-FFF2-40B4-BE49-F238E27FC236}">
                    <a16:creationId xmlns:a16="http://schemas.microsoft.com/office/drawing/2014/main" xmlns="" id="{672D9D2F-B971-45A7-BEA6-0BE6565B628A}"/>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2" name="Freeform 44">
                <a:extLst>
                  <a:ext uri="{FF2B5EF4-FFF2-40B4-BE49-F238E27FC236}">
                    <a16:creationId xmlns:a16="http://schemas.microsoft.com/office/drawing/2014/main" xmlns="" id="{E905262E-566E-456A-8A2C-4D36BAC742A2}"/>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3" name="Freeform 45">
                <a:extLst>
                  <a:ext uri="{FF2B5EF4-FFF2-40B4-BE49-F238E27FC236}">
                    <a16:creationId xmlns:a16="http://schemas.microsoft.com/office/drawing/2014/main" xmlns="" id="{72E93604-F1A1-4374-9DEA-9A647838A73D}"/>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4" name="Freeform 46">
                <a:extLst>
                  <a:ext uri="{FF2B5EF4-FFF2-40B4-BE49-F238E27FC236}">
                    <a16:creationId xmlns:a16="http://schemas.microsoft.com/office/drawing/2014/main" xmlns="" id="{D202D4C6-F78A-4048-8132-DEFFD80BA870}"/>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5" name="Freeform 47">
                <a:extLst>
                  <a:ext uri="{FF2B5EF4-FFF2-40B4-BE49-F238E27FC236}">
                    <a16:creationId xmlns:a16="http://schemas.microsoft.com/office/drawing/2014/main" xmlns="" id="{38D2C29B-8AE7-40CF-9AC3-F0EFB8D20286}"/>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6" name="Freeform 48">
                <a:extLst>
                  <a:ext uri="{FF2B5EF4-FFF2-40B4-BE49-F238E27FC236}">
                    <a16:creationId xmlns:a16="http://schemas.microsoft.com/office/drawing/2014/main" xmlns="" id="{ABA50FBF-BA46-4469-8806-C69C007B2D1B}"/>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7" name="Freeform 49">
                <a:extLst>
                  <a:ext uri="{FF2B5EF4-FFF2-40B4-BE49-F238E27FC236}">
                    <a16:creationId xmlns:a16="http://schemas.microsoft.com/office/drawing/2014/main" xmlns="" id="{B83B4A3F-FC0E-43BC-BFCA-F5A8EA5B8536}"/>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8" name="Freeform 50">
                <a:extLst>
                  <a:ext uri="{FF2B5EF4-FFF2-40B4-BE49-F238E27FC236}">
                    <a16:creationId xmlns:a16="http://schemas.microsoft.com/office/drawing/2014/main" xmlns="" id="{11F4E97B-BA23-4998-BFB7-B0025EC32AFC}"/>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9" name="Freeform 51">
                <a:extLst>
                  <a:ext uri="{FF2B5EF4-FFF2-40B4-BE49-F238E27FC236}">
                    <a16:creationId xmlns:a16="http://schemas.microsoft.com/office/drawing/2014/main" xmlns="" id="{9E8B953D-8774-449E-8415-F81822ACB868}"/>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0" name="Freeform 52">
                <a:extLst>
                  <a:ext uri="{FF2B5EF4-FFF2-40B4-BE49-F238E27FC236}">
                    <a16:creationId xmlns:a16="http://schemas.microsoft.com/office/drawing/2014/main" xmlns="" id="{139920B7-00AE-4E16-A01E-1994DDBD530B}"/>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1" name="Freeform 53">
                <a:extLst>
                  <a:ext uri="{FF2B5EF4-FFF2-40B4-BE49-F238E27FC236}">
                    <a16:creationId xmlns:a16="http://schemas.microsoft.com/office/drawing/2014/main" xmlns="" id="{F9763041-78AD-4C52-B55D-880766C7F94C}"/>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2" name="Freeform 54">
                <a:extLst>
                  <a:ext uri="{FF2B5EF4-FFF2-40B4-BE49-F238E27FC236}">
                    <a16:creationId xmlns:a16="http://schemas.microsoft.com/office/drawing/2014/main" xmlns="" id="{F8640249-AA21-4144-8039-62CBDB8DA917}"/>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3" name="Freeform 55">
                <a:extLst>
                  <a:ext uri="{FF2B5EF4-FFF2-40B4-BE49-F238E27FC236}">
                    <a16:creationId xmlns:a16="http://schemas.microsoft.com/office/drawing/2014/main" xmlns="" id="{94D56455-C6B2-4D73-808E-1488E2572309}"/>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4" name="Freeform 56">
                <a:extLst>
                  <a:ext uri="{FF2B5EF4-FFF2-40B4-BE49-F238E27FC236}">
                    <a16:creationId xmlns:a16="http://schemas.microsoft.com/office/drawing/2014/main" xmlns="" id="{87C9E5ED-6CE0-49AB-A63F-8E727D78378E}"/>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5" name="Freeform 57">
                <a:extLst>
                  <a:ext uri="{FF2B5EF4-FFF2-40B4-BE49-F238E27FC236}">
                    <a16:creationId xmlns:a16="http://schemas.microsoft.com/office/drawing/2014/main" xmlns="" id="{3FE00EFE-FD79-4957-9FAA-81DA1FEB8090}"/>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6" name="Freeform 58">
                <a:extLst>
                  <a:ext uri="{FF2B5EF4-FFF2-40B4-BE49-F238E27FC236}">
                    <a16:creationId xmlns:a16="http://schemas.microsoft.com/office/drawing/2014/main" xmlns="" id="{3E36B85B-5FED-4861-8B47-BD80F2C00972}"/>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7" name="Freeform 59">
                <a:extLst>
                  <a:ext uri="{FF2B5EF4-FFF2-40B4-BE49-F238E27FC236}">
                    <a16:creationId xmlns:a16="http://schemas.microsoft.com/office/drawing/2014/main" xmlns="" id="{D47BCC9E-103F-42BB-9CE3-0C5F64C02580}"/>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8" name="Freeform 60">
                <a:extLst>
                  <a:ext uri="{FF2B5EF4-FFF2-40B4-BE49-F238E27FC236}">
                    <a16:creationId xmlns:a16="http://schemas.microsoft.com/office/drawing/2014/main" xmlns="" id="{E8B7F0D0-2612-4EB4-948A-2CA494D40DB7}"/>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9" name="Freeform 61">
                <a:extLst>
                  <a:ext uri="{FF2B5EF4-FFF2-40B4-BE49-F238E27FC236}">
                    <a16:creationId xmlns:a16="http://schemas.microsoft.com/office/drawing/2014/main" xmlns="" id="{A3973DC8-DF16-4791-87B5-6680BEEF3D0E}"/>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0" name="Freeform 62">
                <a:extLst>
                  <a:ext uri="{FF2B5EF4-FFF2-40B4-BE49-F238E27FC236}">
                    <a16:creationId xmlns:a16="http://schemas.microsoft.com/office/drawing/2014/main" xmlns="" id="{40A0B001-1F50-47ED-AD9F-1BA3203E2DB1}"/>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1" name="Freeform 71">
                <a:extLst>
                  <a:ext uri="{FF2B5EF4-FFF2-40B4-BE49-F238E27FC236}">
                    <a16:creationId xmlns:a16="http://schemas.microsoft.com/office/drawing/2014/main" xmlns="" id="{30AE187D-C75A-4EC3-8322-8AD80C98F63C}"/>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cxnSp>
        <p:nvCxnSpPr>
          <p:cNvPr id="122" name="直接连接符 121">
            <a:extLst>
              <a:ext uri="{FF2B5EF4-FFF2-40B4-BE49-F238E27FC236}">
                <a16:creationId xmlns:a16="http://schemas.microsoft.com/office/drawing/2014/main" xmlns="" id="{44ED58EF-63CC-4876-87B1-66450A7862C6}"/>
              </a:ext>
            </a:extLst>
          </p:cNvPr>
          <p:cNvCxnSpPr>
            <a:cxnSpLocks/>
          </p:cNvCxnSpPr>
          <p:nvPr userDrawn="1"/>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5" name="标题 1">
            <a:extLst>
              <a:ext uri="{FF2B5EF4-FFF2-40B4-BE49-F238E27FC236}">
                <a16:creationId xmlns:a16="http://schemas.microsoft.com/office/drawing/2014/main" xmlns="" id="{97EAA164-D07E-4BD8-8F25-2F9AABA01D6D}"/>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71" name="文本框 70">
            <a:extLst>
              <a:ext uri="{FF2B5EF4-FFF2-40B4-BE49-F238E27FC236}">
                <a16:creationId xmlns:a16="http://schemas.microsoft.com/office/drawing/2014/main" xmlns="" id="{A21D5F5E-4FB0-402A-AEA9-76C1EEB139D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extLst>
      <p:ext uri="{BB962C8B-B14F-4D97-AF65-F5344CB8AC3E}">
        <p14:creationId xmlns:p14="http://schemas.microsoft.com/office/powerpoint/2010/main" xmlns="" val="530403812"/>
      </p:ext>
    </p:extLst>
  </p:cSld>
  <p:clrMapOvr>
    <a:masterClrMapping/>
  </p:clrMapOvr>
  <p:extLst>
    <p:ext uri="{DCECCB84-F9BA-43D5-87BE-67443E8EF086}">
      <p15:sldGuideLst xmlns:p15="http://schemas.microsoft.com/office/powerpoint/2012/main" xmlns="">
        <p15:guide id="2" orient="horz">
          <p15:clr>
            <a:srgbClr val="FBAE40"/>
          </p15:clr>
        </p15:guide>
        <p15:guide id="4" pos="3840">
          <p15:clr>
            <a:srgbClr val="FBAE40"/>
          </p15:clr>
        </p15:guide>
      </p15:sldGuideLst>
    </p:ext>
  </p:extLst>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内容页-仅logo">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xmlns=""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xmlns=""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xmlns=""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xmlns=""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xmlns=""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xmlns=""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xmlns=""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xmlns=""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xmlns=""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xmlns=""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xmlns=""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xmlns=""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xmlns=""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xmlns=""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xmlns=""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xmlns=""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xmlns=""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xmlns=""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xmlns=""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xmlns=""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xmlns=""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xmlns=""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xmlns=""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xmlns=""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xmlns=""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xmlns=""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xmlns=""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xmlns=""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xmlns=""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xmlns=""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xmlns=""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xmlns=""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xmlns=""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xmlns=""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xmlns=""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xmlns=""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xmlns=""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xmlns=""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xmlns=""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xmlns=""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xmlns=""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xmlns=""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xmlns=""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xmlns=""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xmlns=""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xmlns=""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xmlns=""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xmlns=""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xmlns=""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xmlns=""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xmlns=""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xmlns=""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xmlns=""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xmlns=""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xmlns=""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Tree>
    <p:extLst>
      <p:ext uri="{BB962C8B-B14F-4D97-AF65-F5344CB8AC3E}">
        <p14:creationId xmlns:p14="http://schemas.microsoft.com/office/powerpoint/2010/main" xmlns="" val="1131119114"/>
      </p:ext>
    </p:extLst>
  </p:cSld>
  <p:clrMapOvr>
    <a:masterClrMapping/>
  </p:clrMapOvr>
  <p:extLst>
    <p:ext uri="{DCECCB84-F9BA-43D5-87BE-67443E8EF086}">
      <p15:sldGuideLst xmlns:p15="http://schemas.microsoft.com/office/powerpoint/2012/main" xmlns=""/>
    </p:ext>
  </p:extLst>
</p:sldLayout>
</file>

<file path=ppt/slideLayouts/slideLayout33.xml><?xml version="1.0" encoding="utf-8"?>
<p:sldLayout xmlns:a="http://schemas.openxmlformats.org/drawingml/2006/main" xmlns:r="http://schemas.openxmlformats.org/officeDocument/2006/relationships" xmlns:p="http://schemas.openxmlformats.org/presentationml/2006/main" type="blank">
  <p:cSld name="全空白">
    <p:spTree>
      <p:nvGrpSpPr>
        <p:cNvPr id="1" name=""/>
        <p:cNvGrpSpPr/>
        <p:nvPr/>
      </p:nvGrpSpPr>
      <p:grpSpPr>
        <a:xfrm>
          <a:off x="0" y="0"/>
          <a:ext cx="0" cy="0"/>
          <a:chOff x="0" y="0"/>
          <a:chExt cx="0" cy="0"/>
        </a:xfrm>
      </p:grpSpPr>
    </p:spTree>
    <p:extLst>
      <p:ext uri="{BB962C8B-B14F-4D97-AF65-F5344CB8AC3E}">
        <p14:creationId xmlns:p14="http://schemas.microsoft.com/office/powerpoint/2010/main" xmlns="" val="638010727"/>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图片占位1">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xmlns=""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xmlns=""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xmlns=""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xmlns=""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xmlns=""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xmlns=""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xmlns=""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xmlns=""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xmlns=""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xmlns=""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xmlns=""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xmlns=""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xmlns=""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xmlns=""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xmlns=""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xmlns=""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xmlns=""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xmlns=""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xmlns=""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xmlns=""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xmlns=""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xmlns=""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xmlns=""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xmlns=""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xmlns=""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xmlns=""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xmlns=""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xmlns=""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xmlns=""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xmlns=""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xmlns=""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xmlns=""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xmlns=""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xmlns=""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xmlns=""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xmlns=""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xmlns=""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xmlns=""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xmlns=""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xmlns=""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xmlns=""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xmlns=""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xmlns=""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xmlns=""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xmlns=""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xmlns=""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xmlns=""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xmlns=""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xmlns=""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xmlns=""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xmlns=""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xmlns=""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xmlns=""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xmlns=""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xmlns=""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grpSp>
        <p:nvGrpSpPr>
          <p:cNvPr id="177" name="组合 176">
            <a:extLst>
              <a:ext uri="{FF2B5EF4-FFF2-40B4-BE49-F238E27FC236}">
                <a16:creationId xmlns:a16="http://schemas.microsoft.com/office/drawing/2014/main" xmlns=""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xmlns=""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xmlns=""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3" name="标题 1">
            <a:extLst>
              <a:ext uri="{FF2B5EF4-FFF2-40B4-BE49-F238E27FC236}">
                <a16:creationId xmlns:a16="http://schemas.microsoft.com/office/drawing/2014/main" xmlns="" id="{8F22FD4E-E65A-45E3-8A02-74A1A8B316C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a:extLst>
              <a:ext uri="{FF2B5EF4-FFF2-40B4-BE49-F238E27FC236}">
                <a16:creationId xmlns:a16="http://schemas.microsoft.com/office/drawing/2014/main" xmlns="" id="{30E2DE02-8659-4706-8CD5-61C4D3C2AC15}"/>
              </a:ext>
            </a:extLst>
          </p:cNvPr>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tabLst/>
            </a:pPr>
            <a:r>
              <a:rPr lang="zh-CN" altLang="en-US" dirty="0"/>
              <a:t>单击此处输入本页的结论单击此处输入本页的结论单击此处输入本页的结论</a:t>
            </a:r>
          </a:p>
        </p:txBody>
      </p:sp>
      <p:sp>
        <p:nvSpPr>
          <p:cNvPr id="64" name="文本框 63">
            <a:extLst>
              <a:ext uri="{FF2B5EF4-FFF2-40B4-BE49-F238E27FC236}">
                <a16:creationId xmlns:a16="http://schemas.microsoft.com/office/drawing/2014/main" xmlns="" id="{5714EDAB-B933-4491-9DBA-4C7C4FD8E93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xmlns="" id="{77467291-1F4D-4401-BBE0-17BCD8258297}"/>
              </a:ext>
            </a:extLst>
          </p:cNvPr>
          <p:cNvSpPr>
            <a:spLocks noGrp="1"/>
          </p:cNvSpPr>
          <p:nvPr>
            <p:ph type="pic" sz="quarter" idx="11" hasCustomPrompt="1"/>
          </p:nvPr>
        </p:nvSpPr>
        <p:spPr>
          <a:xfrm>
            <a:off x="0" y="1432906"/>
            <a:ext cx="12192000" cy="2762250"/>
          </a:xfrm>
          <a:prstGeom prst="rect">
            <a:avLst/>
          </a:prstGeom>
        </p:spPr>
        <p:txBody>
          <a:bodyPr vert="horz" lIns="91440" tIns="45720" rIns="91440" bIns="45720" rtlCol="0" anchor="ctr">
            <a:normAutofit/>
          </a:bodyPr>
          <a:lstStyle>
            <a:lvl1pPr marL="0" indent="0">
              <a:buNone/>
              <a:defRPr lang="zh-CN" altLang="en-US"/>
            </a:lvl1pPr>
          </a:lstStyle>
          <a:p>
            <a:pPr lvl="0" algn="ctr"/>
            <a:r>
              <a:rPr lang="zh-CN" altLang="en-US" dirty="0"/>
              <a:t>单击此处修改图片</a:t>
            </a:r>
          </a:p>
        </p:txBody>
      </p:sp>
    </p:spTree>
    <p:extLst>
      <p:ext uri="{BB962C8B-B14F-4D97-AF65-F5344CB8AC3E}">
        <p14:creationId xmlns:p14="http://schemas.microsoft.com/office/powerpoint/2010/main" xmlns="" val="256674624"/>
      </p:ext>
    </p:extLst>
  </p:cSld>
  <p:clrMapOvr>
    <a:masterClrMapping/>
  </p:clrMapOvr>
  <p:extLst>
    <p:ext uri="{DCECCB84-F9BA-43D5-87BE-67443E8EF086}">
      <p15:sldGuideLst xmlns:p15="http://schemas.microsoft.com/office/powerpoint/2012/main" xmlns=""/>
    </p:ext>
  </p:extLst>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图片占位2">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xmlns=""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xmlns=""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xmlns=""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xmlns=""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xmlns=""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xmlns=""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xmlns=""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xmlns=""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xmlns=""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xmlns=""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xmlns=""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xmlns=""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xmlns=""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xmlns=""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xmlns=""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xmlns=""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xmlns=""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xmlns=""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xmlns=""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xmlns=""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xmlns=""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xmlns=""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xmlns=""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xmlns=""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xmlns=""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xmlns=""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xmlns=""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xmlns=""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xmlns=""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xmlns=""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xmlns=""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xmlns=""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xmlns=""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xmlns=""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xmlns=""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xmlns=""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xmlns=""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xmlns=""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xmlns=""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xmlns=""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xmlns=""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xmlns=""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xmlns=""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xmlns=""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xmlns=""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xmlns=""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xmlns=""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xmlns=""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xmlns=""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xmlns=""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xmlns=""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xmlns=""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xmlns=""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xmlns=""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xmlns=""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xmlns=""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xmlns=""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xmlns=""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xmlns=""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3" name="文本框 62">
            <a:extLst>
              <a:ext uri="{FF2B5EF4-FFF2-40B4-BE49-F238E27FC236}">
                <a16:creationId xmlns:a16="http://schemas.microsoft.com/office/drawing/2014/main" xmlns=""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xmlns="" id="{D6EEF3A2-ACC0-4E28-9306-12EF02038760}"/>
              </a:ext>
            </a:extLst>
          </p:cNvPr>
          <p:cNvSpPr>
            <a:spLocks noGrp="1"/>
          </p:cNvSpPr>
          <p:nvPr>
            <p:ph type="pic" idx="10" hasCustomPrompt="1"/>
          </p:nvPr>
        </p:nvSpPr>
        <p:spPr>
          <a:xfrm>
            <a:off x="0" y="1196753"/>
            <a:ext cx="12192000" cy="3121152"/>
          </a:xfrm>
        </p:spPr>
        <p:txBody>
          <a:bodyPr anchor="ctr"/>
          <a:lstStyle>
            <a:lvl1pPr algn="ctr">
              <a:defRPr/>
            </a:lvl1pPr>
          </a:lstStyle>
          <a:p>
            <a:r>
              <a:rPr lang="zh-CN" altLang="en-US" dirty="0"/>
              <a:t>单击此处修改图片</a:t>
            </a:r>
          </a:p>
        </p:txBody>
      </p:sp>
    </p:spTree>
    <p:extLst>
      <p:ext uri="{BB962C8B-B14F-4D97-AF65-F5344CB8AC3E}">
        <p14:creationId xmlns:p14="http://schemas.microsoft.com/office/powerpoint/2010/main" xmlns="" val="4267871380"/>
      </p:ext>
    </p:extLst>
  </p:cSld>
  <p:clrMapOvr>
    <a:masterClrMapping/>
  </p:clrMapOvr>
  <p:extLst>
    <p:ext uri="{DCECCB84-F9BA-43D5-87BE-67443E8EF086}">
      <p15:sldGuideLst xmlns:p15="http://schemas.microsoft.com/office/powerpoint/2012/main" xmlns=""/>
    </p:ext>
  </p:extLst>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图片占位3">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xmlns=""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xmlns=""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xmlns=""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xmlns=""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xmlns=""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xmlns=""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xmlns=""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xmlns=""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xmlns=""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xmlns=""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xmlns=""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xmlns=""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xmlns=""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xmlns=""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xmlns=""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xmlns=""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xmlns=""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xmlns=""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xmlns=""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xmlns=""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xmlns=""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xmlns=""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xmlns=""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xmlns=""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xmlns=""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xmlns=""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xmlns=""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xmlns=""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xmlns=""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xmlns=""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xmlns=""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xmlns=""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xmlns=""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xmlns=""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xmlns=""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xmlns=""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xmlns=""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xmlns=""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xmlns=""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xmlns=""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xmlns=""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xmlns=""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xmlns=""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xmlns=""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xmlns=""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xmlns=""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xmlns=""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xmlns=""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xmlns=""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xmlns=""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xmlns=""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xmlns=""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xmlns=""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xmlns=""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xmlns=""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grpSp>
        <p:nvGrpSpPr>
          <p:cNvPr id="177" name="组合 176">
            <a:extLst>
              <a:ext uri="{FF2B5EF4-FFF2-40B4-BE49-F238E27FC236}">
                <a16:creationId xmlns:a16="http://schemas.microsoft.com/office/drawing/2014/main" xmlns=""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xmlns=""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xmlns=""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3" name="标题 1">
            <a:extLst>
              <a:ext uri="{FF2B5EF4-FFF2-40B4-BE49-F238E27FC236}">
                <a16:creationId xmlns:a16="http://schemas.microsoft.com/office/drawing/2014/main" xmlns="" id="{8F22FD4E-E65A-45E3-8A02-74A1A8B316C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a:extLst>
              <a:ext uri="{FF2B5EF4-FFF2-40B4-BE49-F238E27FC236}">
                <a16:creationId xmlns:a16="http://schemas.microsoft.com/office/drawing/2014/main" xmlns="" id="{30E2DE02-8659-4706-8CD5-61C4D3C2AC15}"/>
              </a:ext>
            </a:extLst>
          </p:cNvPr>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tabLst/>
            </a:pPr>
            <a:r>
              <a:rPr lang="zh-CN" altLang="en-US" dirty="0"/>
              <a:t>单击此处输入本页的结论单击此处输入本页的结论单击此处输入本页的结论</a:t>
            </a:r>
          </a:p>
        </p:txBody>
      </p:sp>
      <p:sp>
        <p:nvSpPr>
          <p:cNvPr id="64" name="文本框 63">
            <a:extLst>
              <a:ext uri="{FF2B5EF4-FFF2-40B4-BE49-F238E27FC236}">
                <a16:creationId xmlns:a16="http://schemas.microsoft.com/office/drawing/2014/main" xmlns="" id="{5714EDAB-B933-4491-9DBA-4C7C4FD8E93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66" name="图片占位符 65">
            <a:extLst>
              <a:ext uri="{FF2B5EF4-FFF2-40B4-BE49-F238E27FC236}">
                <a16:creationId xmlns:a16="http://schemas.microsoft.com/office/drawing/2014/main" xmlns="" id="{712652DD-B310-4939-8011-D71B950A1B21}"/>
              </a:ext>
            </a:extLst>
          </p:cNvPr>
          <p:cNvSpPr>
            <a:spLocks noGrp="1"/>
          </p:cNvSpPr>
          <p:nvPr>
            <p:ph type="pic" sz="quarter" idx="11" hasCustomPrompt="1"/>
          </p:nvPr>
        </p:nvSpPr>
        <p:spPr>
          <a:xfrm>
            <a:off x="4452445" y="1999139"/>
            <a:ext cx="3287111" cy="3287111"/>
          </a:xfrm>
          <a:custGeom>
            <a:avLst/>
            <a:gdLst>
              <a:gd name="connsiteX0" fmla="*/ 1643556 w 3287111"/>
              <a:gd name="connsiteY0" fmla="*/ 0 h 3287111"/>
              <a:gd name="connsiteX1" fmla="*/ 3278627 w 3287111"/>
              <a:gd name="connsiteY1" fmla="*/ 1475512 h 3287111"/>
              <a:gd name="connsiteX2" fmla="*/ 3287111 w 3287111"/>
              <a:gd name="connsiteY2" fmla="*/ 1643536 h 3287111"/>
              <a:gd name="connsiteX3" fmla="*/ 3287111 w 3287111"/>
              <a:gd name="connsiteY3" fmla="*/ 1643576 h 3287111"/>
              <a:gd name="connsiteX4" fmla="*/ 3278627 w 3287111"/>
              <a:gd name="connsiteY4" fmla="*/ 1811600 h 3287111"/>
              <a:gd name="connsiteX5" fmla="*/ 1811600 w 3287111"/>
              <a:gd name="connsiteY5" fmla="*/ 3278627 h 3287111"/>
              <a:gd name="connsiteX6" fmla="*/ 1643576 w 3287111"/>
              <a:gd name="connsiteY6" fmla="*/ 3287111 h 3287111"/>
              <a:gd name="connsiteX7" fmla="*/ 1643537 w 3287111"/>
              <a:gd name="connsiteY7" fmla="*/ 3287111 h 3287111"/>
              <a:gd name="connsiteX8" fmla="*/ 1475512 w 3287111"/>
              <a:gd name="connsiteY8" fmla="*/ 3278627 h 3287111"/>
              <a:gd name="connsiteX9" fmla="*/ 0 w 3287111"/>
              <a:gd name="connsiteY9" fmla="*/ 1643556 h 3287111"/>
              <a:gd name="connsiteX10" fmla="*/ 1643556 w 3287111"/>
              <a:gd name="connsiteY10" fmla="*/ 0 h 3287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87111" h="3287111">
                <a:moveTo>
                  <a:pt x="1643556" y="0"/>
                </a:moveTo>
                <a:cubicBezTo>
                  <a:pt x="2494535" y="0"/>
                  <a:pt x="3194460" y="646739"/>
                  <a:pt x="3278627" y="1475512"/>
                </a:cubicBezTo>
                <a:lnTo>
                  <a:pt x="3287111" y="1643536"/>
                </a:lnTo>
                <a:lnTo>
                  <a:pt x="3287111" y="1643576"/>
                </a:lnTo>
                <a:lnTo>
                  <a:pt x="3278627" y="1811600"/>
                </a:lnTo>
                <a:cubicBezTo>
                  <a:pt x="3200071" y="2585122"/>
                  <a:pt x="2585122" y="3200071"/>
                  <a:pt x="1811600" y="3278627"/>
                </a:cubicBezTo>
                <a:lnTo>
                  <a:pt x="1643576" y="3287111"/>
                </a:lnTo>
                <a:lnTo>
                  <a:pt x="1643537" y="3287111"/>
                </a:lnTo>
                <a:lnTo>
                  <a:pt x="1475512" y="3278627"/>
                </a:lnTo>
                <a:cubicBezTo>
                  <a:pt x="646739" y="3194460"/>
                  <a:pt x="0" y="2494535"/>
                  <a:pt x="0" y="1643556"/>
                </a:cubicBezTo>
                <a:cubicBezTo>
                  <a:pt x="0" y="735845"/>
                  <a:pt x="735845" y="0"/>
                  <a:pt x="1643556" y="0"/>
                </a:cubicBezTo>
                <a:close/>
              </a:path>
            </a:pathLst>
          </a:custGeom>
        </p:spPr>
        <p:txBody>
          <a:bodyPr wrap="square" anchor="ctr">
            <a:noAutofit/>
          </a:bodyPr>
          <a:lstStyle>
            <a:lvl1pPr algn="ctr">
              <a:defRPr/>
            </a:lvl1pPr>
          </a:lstStyle>
          <a:p>
            <a:r>
              <a:rPr lang="zh-CN" altLang="en-US" dirty="0"/>
              <a:t>点击此处修改图片</a:t>
            </a:r>
          </a:p>
        </p:txBody>
      </p:sp>
    </p:spTree>
    <p:extLst>
      <p:ext uri="{BB962C8B-B14F-4D97-AF65-F5344CB8AC3E}">
        <p14:creationId xmlns:p14="http://schemas.microsoft.com/office/powerpoint/2010/main" xmlns="" val="4061629306"/>
      </p:ext>
    </p:extLst>
  </p:cSld>
  <p:clrMapOvr>
    <a:masterClrMapping/>
  </p:clrMapOvr>
  <p:extLst>
    <p:ext uri="{DCECCB84-F9BA-43D5-87BE-67443E8EF086}">
      <p15:sldGuideLst xmlns:p15="http://schemas.microsoft.com/office/powerpoint/2012/main" xmlns=""/>
    </p:ext>
  </p:extLst>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图片占位4">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xmlns=""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xmlns=""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xmlns=""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xmlns=""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xmlns=""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xmlns=""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xmlns=""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xmlns=""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xmlns=""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xmlns=""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xmlns=""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xmlns=""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xmlns=""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xmlns=""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xmlns=""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xmlns=""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xmlns=""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xmlns=""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xmlns=""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xmlns=""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xmlns=""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xmlns=""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xmlns=""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xmlns=""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xmlns=""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xmlns=""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xmlns=""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xmlns=""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xmlns=""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xmlns=""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xmlns=""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xmlns=""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xmlns=""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xmlns=""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xmlns=""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xmlns=""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xmlns=""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xmlns=""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xmlns=""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xmlns=""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xmlns=""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xmlns=""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xmlns=""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xmlns=""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xmlns=""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xmlns=""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xmlns=""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xmlns=""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xmlns=""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xmlns=""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xmlns=""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xmlns=""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xmlns=""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xmlns=""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xmlns=""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xmlns=""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xmlns=""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xmlns=""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xmlns=""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3" name="文本框 62">
            <a:extLst>
              <a:ext uri="{FF2B5EF4-FFF2-40B4-BE49-F238E27FC236}">
                <a16:creationId xmlns:a16="http://schemas.microsoft.com/office/drawing/2014/main" xmlns=""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xmlns="" id="{32218AD9-0802-4E94-A545-7752B3A5C829}"/>
              </a:ext>
            </a:extLst>
          </p:cNvPr>
          <p:cNvSpPr>
            <a:spLocks noGrp="1"/>
          </p:cNvSpPr>
          <p:nvPr>
            <p:ph type="pic" idx="10" hasCustomPrompt="1"/>
          </p:nvPr>
        </p:nvSpPr>
        <p:spPr>
          <a:xfrm>
            <a:off x="1054101" y="1916642"/>
            <a:ext cx="4542217" cy="3568065"/>
          </a:xfrm>
          <a:ln>
            <a:noFill/>
          </a:ln>
          <a:effectLst>
            <a:outerShdw blurRad="190500" algn="tl" rotWithShape="0">
              <a:srgbClr val="000000">
                <a:alpha val="70000"/>
              </a:srgbClr>
            </a:outerShdw>
          </a:effectLst>
        </p:spPr>
        <p:txBody>
          <a:bodyPr anchor="ctr">
            <a:normAutofit/>
          </a:bodyPr>
          <a:lstStyle>
            <a:lvl1pPr marL="228600" indent="-228600" algn="ctr" defTabSz="914400" rtl="0" eaLnBrk="1" latinLnBrk="0" hangingPunct="1">
              <a:lnSpc>
                <a:spcPct val="90000"/>
              </a:lnSpc>
              <a:spcBef>
                <a:spcPts val="1000"/>
              </a:spcBef>
              <a:buFont typeface="Arial" panose="020B0604020202020204" pitchFamily="34" charset="0"/>
              <a:buChar char="•"/>
              <a:defRPr lang="zh-CN" altLang="en-US" sz="2800" kern="1200" dirty="0">
                <a:solidFill>
                  <a:schemeClr val="tx1"/>
                </a:solidFill>
                <a:latin typeface="+mn-ea"/>
                <a:ea typeface="+mn-ea"/>
                <a:cs typeface="+mn-cs"/>
              </a:defRPr>
            </a:lvl1pPr>
          </a:lstStyle>
          <a:p>
            <a:r>
              <a:rPr lang="zh-CN" altLang="en-US" dirty="0"/>
              <a:t>单击此处修改图片</a:t>
            </a:r>
          </a:p>
        </p:txBody>
      </p:sp>
    </p:spTree>
    <p:extLst>
      <p:ext uri="{BB962C8B-B14F-4D97-AF65-F5344CB8AC3E}">
        <p14:creationId xmlns:p14="http://schemas.microsoft.com/office/powerpoint/2010/main" xmlns="" val="1160747885"/>
      </p:ext>
    </p:extLst>
  </p:cSld>
  <p:clrMapOvr>
    <a:masterClrMapping/>
  </p:clrMapOvr>
  <p:extLst>
    <p:ext uri="{DCECCB84-F9BA-43D5-87BE-67443E8EF086}">
      <p15:sldGuideLst xmlns:p15="http://schemas.microsoft.com/office/powerpoint/2012/main" xmlns=""/>
    </p:ext>
  </p:extLst>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图片占位5">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xmlns=""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xmlns=""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xmlns=""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xmlns=""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xmlns=""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xmlns=""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xmlns=""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xmlns=""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xmlns=""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xmlns=""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xmlns=""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xmlns=""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xmlns=""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xmlns=""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xmlns=""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xmlns=""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xmlns=""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xmlns=""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xmlns=""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xmlns=""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xmlns=""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xmlns=""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xmlns=""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xmlns=""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xmlns=""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xmlns=""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xmlns=""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xmlns=""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xmlns=""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xmlns=""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xmlns=""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xmlns=""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xmlns=""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xmlns=""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xmlns=""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xmlns=""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xmlns=""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xmlns=""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xmlns=""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xmlns=""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xmlns=""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xmlns=""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xmlns=""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xmlns=""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xmlns=""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xmlns=""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xmlns=""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xmlns=""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xmlns=""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xmlns=""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xmlns=""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xmlns=""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xmlns=""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xmlns=""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xmlns=""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xmlns=""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xmlns=""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xmlns=""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xmlns=""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3" name="文本框 62">
            <a:extLst>
              <a:ext uri="{FF2B5EF4-FFF2-40B4-BE49-F238E27FC236}">
                <a16:creationId xmlns:a16="http://schemas.microsoft.com/office/drawing/2014/main" xmlns=""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xmlns="" id="{7931C1FA-5FE8-40DF-AC6E-9B6B0E4CC26F}"/>
              </a:ext>
            </a:extLst>
          </p:cNvPr>
          <p:cNvSpPr>
            <a:spLocks noGrp="1"/>
          </p:cNvSpPr>
          <p:nvPr>
            <p:ph type="pic" idx="10" hasCustomPrompt="1"/>
          </p:nvPr>
        </p:nvSpPr>
        <p:spPr>
          <a:xfrm>
            <a:off x="977935" y="1396022"/>
            <a:ext cx="1960330" cy="1957820"/>
          </a:xfr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3" name="图片占位符 2">
            <a:extLst>
              <a:ext uri="{FF2B5EF4-FFF2-40B4-BE49-F238E27FC236}">
                <a16:creationId xmlns:a16="http://schemas.microsoft.com/office/drawing/2014/main" xmlns="" id="{C7AF3ED8-1DE9-44A2-B853-FD2803EEAA0D}"/>
              </a:ext>
            </a:extLst>
          </p:cNvPr>
          <p:cNvSpPr>
            <a:spLocks noGrp="1"/>
          </p:cNvSpPr>
          <p:nvPr>
            <p:ph type="pic" sz="quarter" idx="11" hasCustomPrompt="1"/>
          </p:nvPr>
        </p:nvSpPr>
        <p:spPr>
          <a:xfrm>
            <a:off x="3741006" y="1396022"/>
            <a:ext cx="1951941"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4" name="图片占位符 3">
            <a:extLst>
              <a:ext uri="{FF2B5EF4-FFF2-40B4-BE49-F238E27FC236}">
                <a16:creationId xmlns:a16="http://schemas.microsoft.com/office/drawing/2014/main" xmlns="" id="{DB0BFE19-92E2-432D-9E06-36F2A8747397}"/>
              </a:ext>
            </a:extLst>
          </p:cNvPr>
          <p:cNvSpPr>
            <a:spLocks noGrp="1"/>
          </p:cNvSpPr>
          <p:nvPr>
            <p:ph type="pic" sz="quarter" idx="12" hasCustomPrompt="1"/>
          </p:nvPr>
        </p:nvSpPr>
        <p:spPr>
          <a:xfrm>
            <a:off x="6495686" y="1396022"/>
            <a:ext cx="1957818" cy="1957818"/>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5" name="图片占位符 4">
            <a:extLst>
              <a:ext uri="{FF2B5EF4-FFF2-40B4-BE49-F238E27FC236}">
                <a16:creationId xmlns:a16="http://schemas.microsoft.com/office/drawing/2014/main" xmlns="" id="{F6FF85A4-C3A0-4D0C-92AF-6F4762E6DED8}"/>
              </a:ext>
            </a:extLst>
          </p:cNvPr>
          <p:cNvSpPr>
            <a:spLocks noGrp="1"/>
          </p:cNvSpPr>
          <p:nvPr>
            <p:ph type="pic" sz="quarter" idx="13" hasCustomPrompt="1"/>
          </p:nvPr>
        </p:nvSpPr>
        <p:spPr>
          <a:xfrm>
            <a:off x="9256243" y="1396022"/>
            <a:ext cx="1957820"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Tree>
    <p:extLst>
      <p:ext uri="{BB962C8B-B14F-4D97-AF65-F5344CB8AC3E}">
        <p14:creationId xmlns:p14="http://schemas.microsoft.com/office/powerpoint/2010/main" xmlns="" val="310454351"/>
      </p:ext>
    </p:extLst>
  </p:cSld>
  <p:clrMapOvr>
    <a:masterClrMapping/>
  </p:clrMapOvr>
  <p:extLst>
    <p:ext uri="{DCECCB84-F9BA-43D5-87BE-67443E8EF086}">
      <p15:sldGuideLst xmlns:p15="http://schemas.microsoft.com/office/powerpoint/2012/main" xmlns=""/>
    </p:ext>
  </p:extLst>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图片占位6">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xmlns=""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xmlns=""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xmlns=""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xmlns=""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xmlns=""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xmlns=""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xmlns=""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xmlns=""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xmlns=""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xmlns=""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xmlns=""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xmlns=""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xmlns=""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xmlns=""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xmlns=""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xmlns=""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xmlns=""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xmlns=""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xmlns=""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xmlns=""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xmlns=""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xmlns=""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xmlns=""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xmlns=""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xmlns=""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xmlns=""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xmlns=""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xmlns=""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xmlns=""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xmlns=""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xmlns=""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xmlns=""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xmlns=""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xmlns=""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xmlns=""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xmlns=""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xmlns=""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xmlns=""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xmlns=""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xmlns=""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xmlns=""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xmlns=""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xmlns=""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xmlns=""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xmlns=""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xmlns=""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xmlns=""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xmlns=""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xmlns=""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xmlns=""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xmlns=""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xmlns=""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xmlns=""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xmlns=""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xmlns=""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grpSp>
        <p:nvGrpSpPr>
          <p:cNvPr id="177" name="组合 176">
            <a:extLst>
              <a:ext uri="{FF2B5EF4-FFF2-40B4-BE49-F238E27FC236}">
                <a16:creationId xmlns:a16="http://schemas.microsoft.com/office/drawing/2014/main" xmlns=""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xmlns=""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xmlns=""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3" name="标题 1">
            <a:extLst>
              <a:ext uri="{FF2B5EF4-FFF2-40B4-BE49-F238E27FC236}">
                <a16:creationId xmlns:a16="http://schemas.microsoft.com/office/drawing/2014/main" xmlns="" id="{8F22FD4E-E65A-45E3-8A02-74A1A8B316C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a:extLst>
              <a:ext uri="{FF2B5EF4-FFF2-40B4-BE49-F238E27FC236}">
                <a16:creationId xmlns:a16="http://schemas.microsoft.com/office/drawing/2014/main" xmlns="" id="{30E2DE02-8659-4706-8CD5-61C4D3C2AC15}"/>
              </a:ext>
            </a:extLst>
          </p:cNvPr>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tabLst/>
            </a:pPr>
            <a:r>
              <a:rPr lang="zh-CN" altLang="en-US" dirty="0"/>
              <a:t>单击此处输入本页的结论单击此处输入本页的结论单击此处输入本页的结论</a:t>
            </a:r>
          </a:p>
        </p:txBody>
      </p:sp>
      <p:sp>
        <p:nvSpPr>
          <p:cNvPr id="64" name="文本框 63">
            <a:extLst>
              <a:ext uri="{FF2B5EF4-FFF2-40B4-BE49-F238E27FC236}">
                <a16:creationId xmlns:a16="http://schemas.microsoft.com/office/drawing/2014/main" xmlns="" id="{5714EDAB-B933-4491-9DBA-4C7C4FD8E93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xmlns="" id="{24439797-4BE0-4F81-A8CC-64A6D9187FF8}"/>
              </a:ext>
            </a:extLst>
          </p:cNvPr>
          <p:cNvSpPr>
            <a:spLocks noGrp="1"/>
          </p:cNvSpPr>
          <p:nvPr>
            <p:ph type="pic" sz="quarter" idx="11" hasCustomPrompt="1"/>
          </p:nvPr>
        </p:nvSpPr>
        <p:spPr>
          <a:xfrm>
            <a:off x="6291124" y="1821181"/>
            <a:ext cx="3733535" cy="3733535"/>
          </a:xfrm>
          <a:prstGeom prst="rect">
            <a:avLst/>
          </a:prstGeom>
        </p:spPr>
        <p:txBody>
          <a:bodyPr vert="horz" lIns="91440" tIns="45720" rIns="91440" bIns="45720" rtlCol="0" anchor="ctr">
            <a:normAutofit/>
          </a:bodyPr>
          <a:lstStyle>
            <a:lvl1pPr>
              <a:defRPr lang="zh-CN" altLang="en-US"/>
            </a:lvl1pPr>
          </a:lstStyle>
          <a:p>
            <a:pPr lvl="0" algn="ctr"/>
            <a:r>
              <a:rPr lang="zh-CN" altLang="en-US" dirty="0"/>
              <a:t>单击此处修改图片</a:t>
            </a:r>
          </a:p>
        </p:txBody>
      </p:sp>
    </p:spTree>
    <p:extLst>
      <p:ext uri="{BB962C8B-B14F-4D97-AF65-F5344CB8AC3E}">
        <p14:creationId xmlns:p14="http://schemas.microsoft.com/office/powerpoint/2010/main" xmlns="" val="4212954581"/>
      </p:ext>
    </p:extLst>
  </p:cSld>
  <p:clrMapOvr>
    <a:masterClrMapping/>
  </p:clrMapOvr>
  <p:extLst>
    <p:ext uri="{DCECCB84-F9BA-43D5-87BE-67443E8EF086}">
      <p15:sldGuideLst xmlns:p15="http://schemas.microsoft.com/office/powerpoint/2012/main" xmlns=""/>
    </p:ext>
  </p:extLst>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图片占位7">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xmlns=""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xmlns=""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xmlns=""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xmlns=""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xmlns=""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xmlns=""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xmlns=""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xmlns=""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xmlns=""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xmlns=""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xmlns=""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xmlns=""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xmlns=""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xmlns=""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xmlns=""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xmlns=""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xmlns=""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xmlns=""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xmlns=""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xmlns=""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xmlns=""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xmlns=""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xmlns=""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xmlns=""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xmlns=""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xmlns=""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xmlns=""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xmlns=""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xmlns=""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xmlns=""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xmlns=""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xmlns=""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xmlns=""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xmlns=""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xmlns=""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xmlns=""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xmlns=""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xmlns=""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xmlns=""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xmlns=""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xmlns=""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xmlns=""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xmlns=""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xmlns=""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xmlns=""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xmlns=""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xmlns=""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xmlns=""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xmlns=""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xmlns=""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xmlns=""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xmlns=""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xmlns=""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xmlns=""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xmlns=""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xmlns=""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xmlns=""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xmlns=""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xmlns=""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3" name="文本框 62">
            <a:extLst>
              <a:ext uri="{FF2B5EF4-FFF2-40B4-BE49-F238E27FC236}">
                <a16:creationId xmlns:a16="http://schemas.microsoft.com/office/drawing/2014/main" xmlns=""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xmlns="" id="{E936D758-58FF-4E8C-86BD-EB1FD279A69D}"/>
              </a:ext>
            </a:extLst>
          </p:cNvPr>
          <p:cNvSpPr>
            <a:spLocks noGrp="1"/>
          </p:cNvSpPr>
          <p:nvPr>
            <p:ph type="pic" idx="10"/>
          </p:nvPr>
        </p:nvSpPr>
        <p:spPr>
          <a:xfrm>
            <a:off x="2546350" y="1186670"/>
            <a:ext cx="6170930" cy="2242330"/>
          </a:xfrm>
        </p:spPr>
        <p:txBody>
          <a:bodyPr/>
          <a:lstStyle/>
          <a:p>
            <a:endParaRPr lang="zh-CN" altLang="en-US"/>
          </a:p>
        </p:txBody>
      </p:sp>
      <p:sp>
        <p:nvSpPr>
          <p:cNvPr id="3" name="图片占位符 2">
            <a:extLst>
              <a:ext uri="{FF2B5EF4-FFF2-40B4-BE49-F238E27FC236}">
                <a16:creationId xmlns:a16="http://schemas.microsoft.com/office/drawing/2014/main" xmlns="" id="{E5320648-7829-4F87-AE28-FE15F9A53BCF}"/>
              </a:ext>
            </a:extLst>
          </p:cNvPr>
          <p:cNvSpPr>
            <a:spLocks noGrp="1"/>
          </p:cNvSpPr>
          <p:nvPr>
            <p:ph type="pic" sz="quarter" idx="11"/>
          </p:nvPr>
        </p:nvSpPr>
        <p:spPr>
          <a:xfrm>
            <a:off x="2546350" y="3551651"/>
            <a:ext cx="3022600" cy="2401016"/>
          </a:xfrm>
          <a:prstGeom prst="rect">
            <a:avLst/>
          </a:prstGeom>
        </p:spPr>
        <p:txBody>
          <a:bodyPr/>
          <a:lstStyle/>
          <a:p>
            <a:endParaRPr lang="zh-CN" altLang="en-US"/>
          </a:p>
        </p:txBody>
      </p:sp>
      <p:sp>
        <p:nvSpPr>
          <p:cNvPr id="4" name="图片占位符 3">
            <a:extLst>
              <a:ext uri="{FF2B5EF4-FFF2-40B4-BE49-F238E27FC236}">
                <a16:creationId xmlns:a16="http://schemas.microsoft.com/office/drawing/2014/main" xmlns="" id="{A979AC8D-DFBA-44CD-BCB5-C9CCA905B1FD}"/>
              </a:ext>
            </a:extLst>
          </p:cNvPr>
          <p:cNvSpPr>
            <a:spLocks noGrp="1"/>
          </p:cNvSpPr>
          <p:nvPr>
            <p:ph type="pic" sz="quarter" idx="12"/>
          </p:nvPr>
        </p:nvSpPr>
        <p:spPr>
          <a:xfrm>
            <a:off x="5693412" y="3550560"/>
            <a:ext cx="3023869" cy="2403201"/>
          </a:xfrm>
          <a:prstGeom prst="rect">
            <a:avLst/>
          </a:prstGeom>
        </p:spPr>
        <p:txBody>
          <a:bodyPr/>
          <a:lstStyle/>
          <a:p>
            <a:endParaRPr lang="zh-CN" altLang="en-US"/>
          </a:p>
        </p:txBody>
      </p:sp>
      <p:sp>
        <p:nvSpPr>
          <p:cNvPr id="5" name="图片占位符 4">
            <a:extLst>
              <a:ext uri="{FF2B5EF4-FFF2-40B4-BE49-F238E27FC236}">
                <a16:creationId xmlns:a16="http://schemas.microsoft.com/office/drawing/2014/main" xmlns="" id="{B9DFBE81-F4AD-4D53-B8CE-49E335DF6821}"/>
              </a:ext>
            </a:extLst>
          </p:cNvPr>
          <p:cNvSpPr>
            <a:spLocks noGrp="1"/>
          </p:cNvSpPr>
          <p:nvPr>
            <p:ph type="pic" sz="quarter" idx="13"/>
          </p:nvPr>
        </p:nvSpPr>
        <p:spPr>
          <a:xfrm>
            <a:off x="8839200" y="1186670"/>
            <a:ext cx="2499360" cy="4767090"/>
          </a:xfrm>
          <a:prstGeom prst="rect">
            <a:avLst/>
          </a:prstGeom>
        </p:spPr>
        <p:txBody>
          <a:bodyPr/>
          <a:lstStyle/>
          <a:p>
            <a:endParaRPr lang="zh-CN" altLang="en-US"/>
          </a:p>
        </p:txBody>
      </p:sp>
    </p:spTree>
    <p:extLst>
      <p:ext uri="{BB962C8B-B14F-4D97-AF65-F5344CB8AC3E}">
        <p14:creationId xmlns:p14="http://schemas.microsoft.com/office/powerpoint/2010/main" xmlns="" val="3757660173"/>
      </p:ext>
    </p:extLst>
  </p:cSld>
  <p:clrMapOvr>
    <a:masterClrMapping/>
  </p:clrMapOvr>
  <p:extLst>
    <p:ext uri="{DCECCB84-F9BA-43D5-87BE-67443E8EF086}">
      <p15:sldGuideLst xmlns:p15="http://schemas.microsoft.com/office/powerpoint/2012/main" xmlns=""/>
    </p:ext>
  </p:extLst>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图片占位8">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xmlns=""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xmlns=""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xmlns=""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xmlns=""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xmlns=""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xmlns=""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xmlns=""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xmlns=""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xmlns=""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xmlns=""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xmlns=""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xmlns=""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xmlns=""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xmlns=""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xmlns=""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xmlns=""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xmlns=""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xmlns=""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xmlns=""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xmlns=""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xmlns=""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xmlns=""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xmlns=""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xmlns=""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xmlns=""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xmlns=""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xmlns=""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xmlns=""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xmlns=""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xmlns=""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xmlns=""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xmlns=""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xmlns=""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xmlns=""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xmlns=""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xmlns=""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xmlns=""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xmlns=""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xmlns=""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xmlns=""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xmlns=""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xmlns=""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xmlns=""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xmlns=""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xmlns=""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xmlns=""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xmlns=""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xmlns=""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xmlns=""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xmlns=""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xmlns=""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xmlns=""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xmlns=""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xmlns=""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xmlns=""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xmlns=""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xmlns=""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xmlns=""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xmlns=""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3" name="文本框 62">
            <a:extLst>
              <a:ext uri="{FF2B5EF4-FFF2-40B4-BE49-F238E27FC236}">
                <a16:creationId xmlns:a16="http://schemas.microsoft.com/office/drawing/2014/main" xmlns=""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xmlns="" id="{D35FCF2F-C01A-4F00-99E1-57D953605B1F}"/>
              </a:ext>
            </a:extLst>
          </p:cNvPr>
          <p:cNvSpPr>
            <a:spLocks noGrp="1"/>
          </p:cNvSpPr>
          <p:nvPr>
            <p:ph type="pic" idx="10"/>
          </p:nvPr>
        </p:nvSpPr>
        <p:spPr>
          <a:xfrm>
            <a:off x="5627650" y="1131849"/>
            <a:ext cx="2386361" cy="5157440"/>
          </a:xfrm>
          <a:prstGeom prst="roundRect">
            <a:avLst>
              <a:gd name="adj" fmla="val 10149"/>
            </a:avLst>
          </a:prstGeom>
        </p:spPr>
        <p:txBody>
          <a:bodyPr anchor="ctr"/>
          <a:lstStyle/>
          <a:p>
            <a:endParaRPr lang="zh-CN" altLang="en-US"/>
          </a:p>
        </p:txBody>
      </p:sp>
    </p:spTree>
    <p:extLst>
      <p:ext uri="{BB962C8B-B14F-4D97-AF65-F5344CB8AC3E}">
        <p14:creationId xmlns:p14="http://schemas.microsoft.com/office/powerpoint/2010/main" xmlns="" val="2144750920"/>
      </p:ext>
    </p:extLst>
  </p:cSld>
  <p:clrMapOvr>
    <a:masterClrMapping/>
  </p:clrMapOvr>
  <p:extLst>
    <p:ext uri="{DCECCB84-F9BA-43D5-87BE-67443E8EF086}">
      <p15:sldGuideLst xmlns:p15="http://schemas.microsoft.com/office/powerpoint/2012/main" xmlns=""/>
    </p:ext>
  </p:extLst>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1_自定义版式">
    <p:spTree>
      <p:nvGrpSpPr>
        <p:cNvPr id="1" name=""/>
        <p:cNvGrpSpPr/>
        <p:nvPr/>
      </p:nvGrpSpPr>
      <p:grpSpPr>
        <a:xfrm>
          <a:off x="0" y="0"/>
          <a:ext cx="0" cy="0"/>
          <a:chOff x="0" y="0"/>
          <a:chExt cx="0" cy="0"/>
        </a:xfrm>
      </p:grpSpPr>
    </p:spTree>
    <p:extLst>
      <p:ext uri="{BB962C8B-B14F-4D97-AF65-F5344CB8AC3E}">
        <p14:creationId xmlns:p14="http://schemas.microsoft.com/office/powerpoint/2010/main" xmlns="" val="1061716861"/>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theme" Target="../theme/theme1.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9.xml"/><Relationship Id="rId13" Type="http://schemas.openxmlformats.org/officeDocument/2006/relationships/slideLayout" Target="../slideLayouts/slideLayout34.xml"/><Relationship Id="rId18" Type="http://schemas.openxmlformats.org/officeDocument/2006/relationships/slideLayout" Target="../slideLayouts/slideLayout39.xml"/><Relationship Id="rId3" Type="http://schemas.openxmlformats.org/officeDocument/2006/relationships/slideLayout" Target="../slideLayouts/slideLayout24.xml"/><Relationship Id="rId21" Type="http://schemas.openxmlformats.org/officeDocument/2006/relationships/theme" Target="../theme/theme2.xml"/><Relationship Id="rId7" Type="http://schemas.openxmlformats.org/officeDocument/2006/relationships/slideLayout" Target="../slideLayouts/slideLayout28.xml"/><Relationship Id="rId12" Type="http://schemas.openxmlformats.org/officeDocument/2006/relationships/slideLayout" Target="../slideLayouts/slideLayout33.xml"/><Relationship Id="rId17" Type="http://schemas.openxmlformats.org/officeDocument/2006/relationships/slideLayout" Target="../slideLayouts/slideLayout38.xml"/><Relationship Id="rId2" Type="http://schemas.openxmlformats.org/officeDocument/2006/relationships/slideLayout" Target="../slideLayouts/slideLayout23.xml"/><Relationship Id="rId16" Type="http://schemas.openxmlformats.org/officeDocument/2006/relationships/slideLayout" Target="../slideLayouts/slideLayout37.xml"/><Relationship Id="rId20" Type="http://schemas.openxmlformats.org/officeDocument/2006/relationships/slideLayout" Target="../slideLayouts/slideLayout41.xml"/><Relationship Id="rId1" Type="http://schemas.openxmlformats.org/officeDocument/2006/relationships/slideLayout" Target="../slideLayouts/slideLayout22.xml"/><Relationship Id="rId6" Type="http://schemas.openxmlformats.org/officeDocument/2006/relationships/slideLayout" Target="../slideLayouts/slideLayout27.xml"/><Relationship Id="rId11" Type="http://schemas.openxmlformats.org/officeDocument/2006/relationships/slideLayout" Target="../slideLayouts/slideLayout32.xml"/><Relationship Id="rId5" Type="http://schemas.openxmlformats.org/officeDocument/2006/relationships/slideLayout" Target="../slideLayouts/slideLayout26.xml"/><Relationship Id="rId15" Type="http://schemas.openxmlformats.org/officeDocument/2006/relationships/slideLayout" Target="../slideLayouts/slideLayout36.xml"/><Relationship Id="rId10" Type="http://schemas.openxmlformats.org/officeDocument/2006/relationships/slideLayout" Target="../slideLayouts/slideLayout31.xml"/><Relationship Id="rId19" Type="http://schemas.openxmlformats.org/officeDocument/2006/relationships/slideLayout" Target="../slideLayouts/slideLayout40.xml"/><Relationship Id="rId4" Type="http://schemas.openxmlformats.org/officeDocument/2006/relationships/slideLayout" Target="../slideLayouts/slideLayout25.xml"/><Relationship Id="rId9" Type="http://schemas.openxmlformats.org/officeDocument/2006/relationships/slideLayout" Target="../slideLayouts/slideLayout30.xml"/><Relationship Id="rId14" Type="http://schemas.openxmlformats.org/officeDocument/2006/relationships/slideLayout" Target="../slideLayouts/slideLayout35.xml"/></Relationships>
</file>

<file path=ppt/slideMasters/_rels/slideMaster3.xml.rels><?xml version="1.0" encoding="UTF-8" standalone="yes"?>
<Relationships xmlns="http://schemas.openxmlformats.org/package/2006/relationships"><Relationship Id="rId2" Type="http://schemas.openxmlformats.org/officeDocument/2006/relationships/theme" Target="../theme/theme3.xml"/><Relationship Id="rId1" Type="http://schemas.openxmlformats.org/officeDocument/2006/relationships/slideLayout" Target="../slideLayouts/slideLayout42.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标题占位符 1">
            <a:extLst>
              <a:ext uri="{FF2B5EF4-FFF2-40B4-BE49-F238E27FC236}">
                <a16:creationId xmlns:a16="http://schemas.microsoft.com/office/drawing/2014/main" xmlns="" id="{E6602065-9875-489D-9807-49A056F1432E}"/>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zh-CN" altLang="en-US" dirty="0"/>
              <a:t>单击此处编辑母版标题样式</a:t>
            </a:r>
          </a:p>
        </p:txBody>
      </p:sp>
      <p:sp>
        <p:nvSpPr>
          <p:cNvPr id="3" name="文本占位符 2">
            <a:extLst>
              <a:ext uri="{FF2B5EF4-FFF2-40B4-BE49-F238E27FC236}">
                <a16:creationId xmlns:a16="http://schemas.microsoft.com/office/drawing/2014/main" xmlns="" id="{7D4D4825-E8D7-49E3-9C98-FB2E3CB1C2B0}"/>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xmlns="" val="3318152792"/>
      </p:ext>
    </p:extLst>
  </p:cSld>
  <p:clrMap bg1="lt1" tx1="dk1" bg2="lt2" tx2="dk2" accent1="accent1" accent2="accent2" accent3="accent3" accent4="accent4" accent5="accent5" accent6="accent6" hlink="hlink" folHlink="folHlink"/>
  <p:sldLayoutIdLst>
    <p:sldLayoutId id="2147483694" r:id="rId1"/>
    <p:sldLayoutId id="2147483684" r:id="rId2"/>
    <p:sldLayoutId id="2147483685" r:id="rId3"/>
    <p:sldLayoutId id="2147483686" r:id="rId4"/>
    <p:sldLayoutId id="2147483680" r:id="rId5"/>
    <p:sldLayoutId id="2147483681" r:id="rId6"/>
    <p:sldLayoutId id="2147483691" r:id="rId7"/>
    <p:sldLayoutId id="2147483689" r:id="rId8"/>
    <p:sldLayoutId id="2147483688" r:id="rId9"/>
    <p:sldLayoutId id="2147483657" r:id="rId10"/>
    <p:sldLayoutId id="2147483690" r:id="rId11"/>
    <p:sldLayoutId id="2147483692" r:id="rId12"/>
    <p:sldLayoutId id="2147483704" r:id="rId13"/>
    <p:sldLayoutId id="2147483695" r:id="rId14"/>
    <p:sldLayoutId id="2147483700" r:id="rId15"/>
    <p:sldLayoutId id="2147483701" r:id="rId16"/>
    <p:sldLayoutId id="2147483703" r:id="rId17"/>
    <p:sldLayoutId id="2147483702" r:id="rId18"/>
    <p:sldLayoutId id="2147483705" r:id="rId19"/>
    <p:sldLayoutId id="2147483706" r:id="rId20"/>
    <p:sldLayoutId id="2147483733" r:id="rId21"/>
  </p:sldLayoutIdLst>
  <p:hf hdr="0" ftr="0" dt="0"/>
  <p:txStyles>
    <p:titleStyle>
      <a:lvl1pPr algn="l" defTabSz="914400" rtl="0" eaLnBrk="1" latinLnBrk="0" hangingPunct="1">
        <a:lnSpc>
          <a:spcPct val="90000"/>
        </a:lnSpc>
        <a:spcBef>
          <a:spcPct val="0"/>
        </a:spcBef>
        <a:buNone/>
        <a:defRPr sz="4400" kern="1200">
          <a:solidFill>
            <a:schemeClr val="tx1"/>
          </a:solidFill>
          <a:latin typeface="+mn-ea"/>
          <a:ea typeface="+mn-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ea"/>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xmlns=""/>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标题占位符 1">
            <a:extLst>
              <a:ext uri="{FF2B5EF4-FFF2-40B4-BE49-F238E27FC236}">
                <a16:creationId xmlns:a16="http://schemas.microsoft.com/office/drawing/2014/main" xmlns="" id="{E6602065-9875-489D-9807-49A056F1432E}"/>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zh-CN" altLang="en-US" dirty="0"/>
              <a:t>单击此处编辑母版标题样式</a:t>
            </a:r>
          </a:p>
        </p:txBody>
      </p:sp>
      <p:sp>
        <p:nvSpPr>
          <p:cNvPr id="3" name="文本占位符 2">
            <a:extLst>
              <a:ext uri="{FF2B5EF4-FFF2-40B4-BE49-F238E27FC236}">
                <a16:creationId xmlns:a16="http://schemas.microsoft.com/office/drawing/2014/main" xmlns="" id="{7D4D4825-E8D7-49E3-9C98-FB2E3CB1C2B0}"/>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xmlns="" val="183485235"/>
      </p:ext>
    </p:extLst>
  </p:cSld>
  <p:clrMap bg1="lt1" tx1="dk1" bg2="lt2" tx2="dk2" accent1="accent1" accent2="accent2" accent3="accent3" accent4="accent4" accent5="accent5" accent6="accent6" hlink="hlink" folHlink="folHlink"/>
  <p:sldLayoutIdLst>
    <p:sldLayoutId id="2147483708" r:id="rId1"/>
    <p:sldLayoutId id="2147483709" r:id="rId2"/>
    <p:sldLayoutId id="2147483710" r:id="rId3"/>
    <p:sldLayoutId id="2147483711" r:id="rId4"/>
    <p:sldLayoutId id="2147483712" r:id="rId5"/>
    <p:sldLayoutId id="2147483713" r:id="rId6"/>
    <p:sldLayoutId id="2147483714" r:id="rId7"/>
    <p:sldLayoutId id="2147483715" r:id="rId8"/>
    <p:sldLayoutId id="2147483716" r:id="rId9"/>
    <p:sldLayoutId id="2147483717" r:id="rId10"/>
    <p:sldLayoutId id="2147483718" r:id="rId11"/>
    <p:sldLayoutId id="2147483719" r:id="rId12"/>
    <p:sldLayoutId id="2147483720" r:id="rId13"/>
    <p:sldLayoutId id="2147483721" r:id="rId14"/>
    <p:sldLayoutId id="2147483722" r:id="rId15"/>
    <p:sldLayoutId id="2147483723" r:id="rId16"/>
    <p:sldLayoutId id="2147483724" r:id="rId17"/>
    <p:sldLayoutId id="2147483725" r:id="rId18"/>
    <p:sldLayoutId id="2147483726" r:id="rId19"/>
    <p:sldLayoutId id="2147483727" r:id="rId20"/>
  </p:sldLayoutIdLst>
  <p:hf hdr="0" ftr="0" dt="0"/>
  <p:txStyles>
    <p:titleStyle>
      <a:lvl1pPr algn="l" defTabSz="914400" rtl="0" eaLnBrk="1" latinLnBrk="0" hangingPunct="1">
        <a:lnSpc>
          <a:spcPct val="90000"/>
        </a:lnSpc>
        <a:spcBef>
          <a:spcPct val="0"/>
        </a:spcBef>
        <a:buNone/>
        <a:defRPr sz="4400" kern="1200">
          <a:solidFill>
            <a:schemeClr val="tx1"/>
          </a:solidFill>
          <a:latin typeface="+mn-ea"/>
          <a:ea typeface="+mn-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ea"/>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xmlns=""/>
    </p:ext>
  </p:extLst>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xmlns="" val="743156088"/>
      </p:ext>
    </p:extLst>
  </p:cSld>
  <p:clrMap bg1="lt1" tx1="dk1" bg2="lt2" tx2="dk2" accent1="accent1" accent2="accent2" accent3="accent3" accent4="accent4" accent5="accent5" accent6="accent6" hlink="hlink" folHlink="folHlink"/>
  <p:sldLayoutIdLst>
    <p:sldLayoutId id="2147483732" r:id="rId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xmlns="">
        <p15:guide id="1" orient="horz" pos="2264">
          <p15:clr>
            <a:srgbClr val="F26B43"/>
          </p15:clr>
        </p15:guide>
        <p15:guide id="2" pos="3840">
          <p15:clr>
            <a:srgbClr val="F26B43"/>
          </p15:clr>
        </p15:guide>
        <p15:guide id="3" pos="192">
          <p15:clr>
            <a:srgbClr val="F26B43"/>
          </p15:clr>
        </p15:guide>
        <p15:guide id="4" pos="7488">
          <p15:clr>
            <a:srgbClr val="F26B43"/>
          </p15:clr>
        </p15:guide>
        <p15:guide id="5" orient="horz" pos="432">
          <p15:clr>
            <a:srgbClr val="F26B43"/>
          </p15:clr>
        </p15:guide>
        <p15:guide id="6" orient="horz" pos="472">
          <p15:clr>
            <a:srgbClr val="F26B43"/>
          </p15:clr>
        </p15:guide>
        <p15:guide id="7" orient="horz" pos="4104">
          <p15:clr>
            <a:srgbClr val="F26B43"/>
          </p15:clr>
        </p15:guide>
        <p15:guide id="8" orient="horz" pos="4056">
          <p15:clr>
            <a:srgbClr val="F26B43"/>
          </p15:clr>
        </p15:guide>
      </p15:sldGuideLst>
    </p:ext>
  </p:extLst>
</p:sldMaster>
</file>

<file path=ppt/slides/_rels/slide1.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1.xml"/><Relationship Id="rId1" Type="http://schemas.openxmlformats.org/officeDocument/2006/relationships/slideLayout" Target="../slideLayouts/slideLayout12.xml"/></Relationships>
</file>

<file path=ppt/slides/_rels/slide2.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2.xml"/><Relationship Id="rId1" Type="http://schemas.openxmlformats.org/officeDocument/2006/relationships/slideLayout" Target="../slideLayouts/slideLayout12.xml"/></Relationships>
</file>

<file path=ppt/slides/_rels/slide3.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3.xml"/><Relationship Id="rId1" Type="http://schemas.openxmlformats.org/officeDocument/2006/relationships/slideLayout" Target="../slideLayouts/slideLayout12.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7.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7.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8.xml"/><Relationship Id="rId1" Type="http://schemas.openxmlformats.org/officeDocument/2006/relationships/slideLayout" Target="../slideLayouts/slideLayout7.xml"/></Relationships>
</file>

<file path=ppt/slides/_rels/slide9.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notesSlide" Target="../notesSlides/notesSlide9.xml"/><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7.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7.xml"/></Relationships>
</file>

<file path=ppt/slides/_rels/slide16.xml.rels><?xml version="1.0" encoding="UTF-8" standalone="yes"?>
<Relationships xmlns="http://schemas.openxmlformats.org/package/2006/relationships"><Relationship Id="rId3" Type="http://schemas.openxmlformats.org/officeDocument/2006/relationships/image" Target="../media/image8.jpeg"/><Relationship Id="rId2" Type="http://schemas.openxmlformats.org/officeDocument/2006/relationships/notesSlide" Target="../notesSlides/notesSlide16.xml"/><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17.xml"/><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8.xml"/><Relationship Id="rId1" Type="http://schemas.openxmlformats.org/officeDocument/2006/relationships/slideLayout" Target="../slideLayouts/slideLayout12.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7.xml"/></Relationships>
</file>

<file path=ppt/slides/_rels/slide21.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21.xml"/><Relationship Id="rId1" Type="http://schemas.openxmlformats.org/officeDocument/2006/relationships/slideLayout" Target="../slideLayouts/slideLayout7.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7.xml"/></Relationships>
</file>

<file path=ppt/slides/_rels/slide23.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23.xml"/><Relationship Id="rId1" Type="http://schemas.openxmlformats.org/officeDocument/2006/relationships/slideLayout" Target="../slideLayouts/slideLayout7.xml"/></Relationships>
</file>

<file path=ppt/slides/_rels/slide24.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24.xml"/><Relationship Id="rId1" Type="http://schemas.openxmlformats.org/officeDocument/2006/relationships/slideLayout" Target="../slideLayouts/slideLayout7.xml"/></Relationships>
</file>

<file path=ppt/slides/_rels/slide25.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25.xml"/><Relationship Id="rId1" Type="http://schemas.openxmlformats.org/officeDocument/2006/relationships/slideLayout" Target="../slideLayouts/slideLayout7.xml"/><Relationship Id="rId4" Type="http://schemas.openxmlformats.org/officeDocument/2006/relationships/image" Target="../media/image13.png"/></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7.xml"/></Relationships>
</file>

<file path=ppt/slides/_rels/slide27.xml.rels><?xml version="1.0" encoding="UTF-8" standalone="yes"?>
<Relationships xmlns="http://schemas.openxmlformats.org/package/2006/relationships"><Relationship Id="rId3" Type="http://schemas.openxmlformats.org/officeDocument/2006/relationships/image" Target="../media/image15.jpeg"/><Relationship Id="rId2" Type="http://schemas.openxmlformats.org/officeDocument/2006/relationships/notesSlide" Target="../notesSlides/notesSlide27.xml"/><Relationship Id="rId1" Type="http://schemas.openxmlformats.org/officeDocument/2006/relationships/slideLayout" Target="../slideLayouts/slideLayout7.xml"/></Relationships>
</file>

<file path=ppt/slides/_rels/slide28.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28.xml"/><Relationship Id="rId1" Type="http://schemas.openxmlformats.org/officeDocument/2006/relationships/slideLayout" Target="../slideLayouts/slideLayout7.xml"/></Relationships>
</file>

<file path=ppt/slides/_rels/slide29.xml.rels><?xml version="1.0" encoding="UTF-8" standalone="yes"?>
<Relationships xmlns="http://schemas.openxmlformats.org/package/2006/relationships"><Relationship Id="rId3" Type="http://schemas.openxmlformats.org/officeDocument/2006/relationships/slide" Target="slide32.xml"/><Relationship Id="rId2" Type="http://schemas.openxmlformats.org/officeDocument/2006/relationships/notesSlide" Target="../notesSlides/notesSlide29.xml"/><Relationship Id="rId1" Type="http://schemas.openxmlformats.org/officeDocument/2006/relationships/slideLayout" Target="../slideLayouts/slideLayout7.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7.xml"/></Relationships>
</file>

<file path=ppt/slides/_rels/slide31.xml.rels><?xml version="1.0" encoding="UTF-8" standalone="yes"?>
<Relationships xmlns="http://schemas.openxmlformats.org/package/2006/relationships"><Relationship Id="rId3" Type="http://schemas.openxmlformats.org/officeDocument/2006/relationships/image" Target="../media/image17.jpeg"/><Relationship Id="rId2" Type="http://schemas.openxmlformats.org/officeDocument/2006/relationships/notesSlide" Target="../notesSlides/notesSlide31.xml"/><Relationship Id="rId1" Type="http://schemas.openxmlformats.org/officeDocument/2006/relationships/slideLayout" Target="../slideLayouts/slideLayout7.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7.xml"/></Relationships>
</file>

<file path=ppt/slides/_rels/slide33.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notesSlide" Target="../notesSlides/notesSlide33.xml"/><Relationship Id="rId1" Type="http://schemas.openxmlformats.org/officeDocument/2006/relationships/slideLayout" Target="../slideLayouts/slideLayout12.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7.xml"/></Relationships>
</file>

<file path=ppt/slides/_rels/slide35.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notesSlide" Target="../notesSlides/notesSlide35.xml"/><Relationship Id="rId1" Type="http://schemas.openxmlformats.org/officeDocument/2006/relationships/slideLayout" Target="../slideLayouts/slideLayout7.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7.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7.xml"/></Relationships>
</file>

<file path=ppt/slides/_rels/slide38.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notesSlide" Target="../notesSlides/notesSlide38.xml"/><Relationship Id="rId1" Type="http://schemas.openxmlformats.org/officeDocument/2006/relationships/slideLayout" Target="../slideLayouts/slideLayout7.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7.xml"/></Relationships>
</file>

<file path=ppt/slides/_rels/slide40.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notesSlide" Target="../notesSlides/notesSlide40.xml"/><Relationship Id="rId1" Type="http://schemas.openxmlformats.org/officeDocument/2006/relationships/slideLayout" Target="../slideLayouts/slideLayout12.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7.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7.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7.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7.xml"/></Relationships>
</file>

<file path=ppt/slides/_rels/slide45.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45.xml"/><Relationship Id="rId1" Type="http://schemas.openxmlformats.org/officeDocument/2006/relationships/slideLayout" Target="../slideLayouts/slideLayout7.xml"/></Relationships>
</file>

<file path=ppt/slides/_rels/slide46.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46.xml"/><Relationship Id="rId1" Type="http://schemas.openxmlformats.org/officeDocument/2006/relationships/slideLayout" Target="../slideLayouts/slideLayout7.xml"/></Relationships>
</file>

<file path=ppt/slides/_rels/slide47.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47.xml"/><Relationship Id="rId1" Type="http://schemas.openxmlformats.org/officeDocument/2006/relationships/slideLayout" Target="../slideLayouts/slideLayout7.xml"/><Relationship Id="rId4" Type="http://schemas.openxmlformats.org/officeDocument/2006/relationships/image" Target="../media/image24.png"/></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7.xml"/></Relationships>
</file>

<file path=ppt/slides/_rels/slide49.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49.xml"/><Relationship Id="rId1" Type="http://schemas.openxmlformats.org/officeDocument/2006/relationships/slideLayout" Target="../slideLayouts/slideLayout7.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7.xml"/></Relationships>
</file>

<file path=ppt/slides/_rels/slide51.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51.xml"/><Relationship Id="rId1" Type="http://schemas.openxmlformats.org/officeDocument/2006/relationships/slideLayout" Target="../slideLayouts/slideLayout7.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7.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7.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7.xml"/></Relationships>
</file>

<file path=ppt/slides/_rels/slide55.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notesSlide" Target="../notesSlides/notesSlide55.xml"/><Relationship Id="rId1" Type="http://schemas.openxmlformats.org/officeDocument/2006/relationships/slideLayout" Target="../slideLayouts/slideLayout7.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7.xml"/></Relationships>
</file>

<file path=ppt/slides/_rels/slide57.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57.xml"/><Relationship Id="rId1" Type="http://schemas.openxmlformats.org/officeDocument/2006/relationships/slideLayout" Target="../slideLayouts/slideLayout7.xml"/></Relationships>
</file>

<file path=ppt/slides/_rels/slide58.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58.xml"/><Relationship Id="rId1" Type="http://schemas.openxmlformats.org/officeDocument/2006/relationships/slideLayout" Target="../slideLayouts/slideLayout7.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7.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7.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7.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7.xml"/></Relationships>
</file>

<file path=ppt/slides/_rels/slide63.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notesSlide" Target="../notesSlides/notesSlide63.xml"/><Relationship Id="rId1" Type="http://schemas.openxmlformats.org/officeDocument/2006/relationships/slideLayout" Target="../slideLayouts/slideLayout7.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7.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7.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7.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7.xml"/></Relationships>
</file>

<file path=ppt/slides/_rels/slide68.xml.rels><?xml version="1.0" encoding="UTF-8" standalone="yes"?>
<Relationships xmlns="http://schemas.openxmlformats.org/package/2006/relationships"><Relationship Id="rId3" Type="http://schemas.openxmlformats.org/officeDocument/2006/relationships/image" Target="../media/image30.jpeg"/><Relationship Id="rId2" Type="http://schemas.openxmlformats.org/officeDocument/2006/relationships/notesSlide" Target="../notesSlides/notesSlide68.xml"/><Relationship Id="rId1" Type="http://schemas.openxmlformats.org/officeDocument/2006/relationships/slideLayout" Target="../slideLayouts/slideLayout7.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1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xmlns="" id="{4925910E-46F9-4666-9744-B5C1B666AF64}"/>
              </a:ext>
            </a:extLst>
          </p:cNvPr>
          <p:cNvPicPr>
            <a:picLocks noChangeAspect="1"/>
          </p:cNvPicPr>
          <p:nvPr/>
        </p:nvPicPr>
        <p:blipFill>
          <a:blip r:embed="rId3">
            <a:extLst>
              <a:ext uri="{28A0092B-C50C-407E-A947-70E740481C1C}">
                <a14:useLocalDpi xmlns:a14="http://schemas.microsoft.com/office/drawing/2010/main" xmlns="" val="0"/>
              </a:ext>
            </a:extLst>
          </a:blip>
          <a:stretch>
            <a:fillRect/>
          </a:stretch>
        </p:blipFill>
        <p:spPr>
          <a:xfrm>
            <a:off x="3048000" y="0"/>
            <a:ext cx="9144000" cy="6858000"/>
          </a:xfrm>
          <a:prstGeom prst="rect">
            <a:avLst/>
          </a:prstGeom>
        </p:spPr>
      </p:pic>
      <p:sp>
        <p:nvSpPr>
          <p:cNvPr id="4" name="矩形 3">
            <a:extLst>
              <a:ext uri="{FF2B5EF4-FFF2-40B4-BE49-F238E27FC236}">
                <a16:creationId xmlns:a16="http://schemas.microsoft.com/office/drawing/2014/main" xmlns="" id="{D0ECADE0-136B-4331-AFDB-39AF67408217}"/>
              </a:ext>
            </a:extLst>
          </p:cNvPr>
          <p:cNvSpPr/>
          <p:nvPr/>
        </p:nvSpPr>
        <p:spPr>
          <a:xfrm>
            <a:off x="0" y="0"/>
            <a:ext cx="12192000" cy="6858000"/>
          </a:xfrm>
          <a:prstGeom prst="rect">
            <a:avLst/>
          </a:prstGeom>
          <a:gradFill flip="none" rotWithShape="1">
            <a:gsLst>
              <a:gs pos="31000">
                <a:schemeClr val="bg1"/>
              </a:gs>
              <a:gs pos="100000">
                <a:schemeClr val="bg1">
                  <a:alpha val="50000"/>
                </a:schemeClr>
              </a:gs>
            </a:gsLst>
            <a:lin ang="0" scaled="1"/>
            <a:tileRect/>
          </a:gra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nvGrpSpPr>
          <p:cNvPr id="2" name="组合 1">
            <a:extLst>
              <a:ext uri="{FF2B5EF4-FFF2-40B4-BE49-F238E27FC236}">
                <a16:creationId xmlns:a16="http://schemas.microsoft.com/office/drawing/2014/main" xmlns="" id="{CE49D345-750C-D5B7-524C-751A7BA843C6}"/>
              </a:ext>
            </a:extLst>
          </p:cNvPr>
          <p:cNvGrpSpPr/>
          <p:nvPr/>
        </p:nvGrpSpPr>
        <p:grpSpPr>
          <a:xfrm>
            <a:off x="4725954" y="5800885"/>
            <a:ext cx="2670502" cy="772222"/>
            <a:chOff x="402390" y="1112544"/>
            <a:chExt cx="3373279" cy="975442"/>
          </a:xfrm>
        </p:grpSpPr>
        <p:grpSp>
          <p:nvGrpSpPr>
            <p:cNvPr id="10" name="组合 9">
              <a:extLst>
                <a:ext uri="{FF2B5EF4-FFF2-40B4-BE49-F238E27FC236}">
                  <a16:creationId xmlns:a16="http://schemas.microsoft.com/office/drawing/2014/main" xmlns="" id="{624A3512-72B3-4251-A3C8-3A280ACA83FF}"/>
                </a:ext>
              </a:extLst>
            </p:cNvPr>
            <p:cNvGrpSpPr/>
            <p:nvPr/>
          </p:nvGrpSpPr>
          <p:grpSpPr>
            <a:xfrm>
              <a:off x="1577355" y="1930744"/>
              <a:ext cx="2136277" cy="157242"/>
              <a:chOff x="4616246" y="3878362"/>
              <a:chExt cx="5571416" cy="410087"/>
            </a:xfrm>
            <a:solidFill>
              <a:schemeClr val="tx1">
                <a:alpha val="80000"/>
              </a:schemeClr>
            </a:solidFill>
          </p:grpSpPr>
          <p:sp>
            <p:nvSpPr>
              <p:cNvPr id="52" name="Freeform 17">
                <a:extLst>
                  <a:ext uri="{FF2B5EF4-FFF2-40B4-BE49-F238E27FC236}">
                    <a16:creationId xmlns:a16="http://schemas.microsoft.com/office/drawing/2014/main" xmlns="" id="{DAE52073-4524-4A8B-A464-E035A3C83E34}"/>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3" name="Freeform 18">
                <a:extLst>
                  <a:ext uri="{FF2B5EF4-FFF2-40B4-BE49-F238E27FC236}">
                    <a16:creationId xmlns:a16="http://schemas.microsoft.com/office/drawing/2014/main" xmlns="" id="{29B30B23-4451-4DEB-8333-41AA2086EFE8}"/>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4" name="Freeform 19">
                <a:extLst>
                  <a:ext uri="{FF2B5EF4-FFF2-40B4-BE49-F238E27FC236}">
                    <a16:creationId xmlns:a16="http://schemas.microsoft.com/office/drawing/2014/main" xmlns="" id="{EE9CF431-F2BD-4C74-BF84-206831EF1B3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5" name="Freeform 20">
                <a:extLst>
                  <a:ext uri="{FF2B5EF4-FFF2-40B4-BE49-F238E27FC236}">
                    <a16:creationId xmlns:a16="http://schemas.microsoft.com/office/drawing/2014/main" xmlns="" id="{B038737B-D725-476E-AB8D-46A20D69D3BC}"/>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6" name="Freeform 21">
                <a:extLst>
                  <a:ext uri="{FF2B5EF4-FFF2-40B4-BE49-F238E27FC236}">
                    <a16:creationId xmlns:a16="http://schemas.microsoft.com/office/drawing/2014/main" xmlns="" id="{59D43693-0CB2-4CEE-A28F-463412B0BA1F}"/>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7" name="Freeform 22">
                <a:extLst>
                  <a:ext uri="{FF2B5EF4-FFF2-40B4-BE49-F238E27FC236}">
                    <a16:creationId xmlns:a16="http://schemas.microsoft.com/office/drawing/2014/main" xmlns="" id="{12EBA933-6319-48AB-AF5B-A0AF5A0A0B09}"/>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8" name="Freeform 23">
                <a:extLst>
                  <a:ext uri="{FF2B5EF4-FFF2-40B4-BE49-F238E27FC236}">
                    <a16:creationId xmlns:a16="http://schemas.microsoft.com/office/drawing/2014/main" xmlns="" id="{A787C284-7A79-4135-AF6F-C9D2C1B9F56B}"/>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9" name="Freeform 25">
                <a:extLst>
                  <a:ext uri="{FF2B5EF4-FFF2-40B4-BE49-F238E27FC236}">
                    <a16:creationId xmlns:a16="http://schemas.microsoft.com/office/drawing/2014/main" xmlns="" id="{247D306D-FCC1-44BB-B0BD-CC291A8356BA}"/>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0" name="Freeform 27">
                <a:extLst>
                  <a:ext uri="{FF2B5EF4-FFF2-40B4-BE49-F238E27FC236}">
                    <a16:creationId xmlns:a16="http://schemas.microsoft.com/office/drawing/2014/main" xmlns="" id="{78DDE031-2B60-433F-AC8A-A23352BEB113}"/>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1" name="Freeform 29">
                <a:extLst>
                  <a:ext uri="{FF2B5EF4-FFF2-40B4-BE49-F238E27FC236}">
                    <a16:creationId xmlns:a16="http://schemas.microsoft.com/office/drawing/2014/main" xmlns="" id="{840C2A14-CF9F-4A71-9528-B88913053A6C}"/>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2" name="Freeform 30">
                <a:extLst>
                  <a:ext uri="{FF2B5EF4-FFF2-40B4-BE49-F238E27FC236}">
                    <a16:creationId xmlns:a16="http://schemas.microsoft.com/office/drawing/2014/main" xmlns="" id="{F74615A6-67FE-4049-9E95-6865472B2FA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3" name="Freeform 31">
                <a:extLst>
                  <a:ext uri="{FF2B5EF4-FFF2-40B4-BE49-F238E27FC236}">
                    <a16:creationId xmlns:a16="http://schemas.microsoft.com/office/drawing/2014/main" xmlns="" id="{2496D022-5723-41CD-A8F4-F3B85467A5A8}"/>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4" name="Freeform 32">
                <a:extLst>
                  <a:ext uri="{FF2B5EF4-FFF2-40B4-BE49-F238E27FC236}">
                    <a16:creationId xmlns:a16="http://schemas.microsoft.com/office/drawing/2014/main" xmlns="" id="{6ED1CA87-E8C4-4AC0-87D6-274BE102A8E9}"/>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5" name="Freeform 33">
                <a:extLst>
                  <a:ext uri="{FF2B5EF4-FFF2-40B4-BE49-F238E27FC236}">
                    <a16:creationId xmlns:a16="http://schemas.microsoft.com/office/drawing/2014/main" xmlns="" id="{8AF2007B-F804-4B7C-8C23-2DCB5C77B900}"/>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6" name="Freeform 34">
                <a:extLst>
                  <a:ext uri="{FF2B5EF4-FFF2-40B4-BE49-F238E27FC236}">
                    <a16:creationId xmlns:a16="http://schemas.microsoft.com/office/drawing/2014/main" xmlns="" id="{CC6844D1-946D-4BD6-8E4D-EB03ED59D079}"/>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7" name="Freeform 35">
                <a:extLst>
                  <a:ext uri="{FF2B5EF4-FFF2-40B4-BE49-F238E27FC236}">
                    <a16:creationId xmlns:a16="http://schemas.microsoft.com/office/drawing/2014/main" xmlns="" id="{730043B8-DE20-4525-AE0C-A8E50F80B48B}"/>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15" name="组合 14">
              <a:extLst>
                <a:ext uri="{FF2B5EF4-FFF2-40B4-BE49-F238E27FC236}">
                  <a16:creationId xmlns:a16="http://schemas.microsoft.com/office/drawing/2014/main" xmlns="" id="{A19D5EA6-14B0-4D45-B23D-1085BD84EE19}"/>
                </a:ext>
              </a:extLst>
            </p:cNvPr>
            <p:cNvGrpSpPr/>
            <p:nvPr/>
          </p:nvGrpSpPr>
          <p:grpSpPr>
            <a:xfrm>
              <a:off x="1630792" y="1180217"/>
              <a:ext cx="2144877" cy="612998"/>
              <a:chOff x="4606634" y="2048989"/>
              <a:chExt cx="5593843" cy="1598699"/>
            </a:xfrm>
            <a:solidFill>
              <a:schemeClr val="accent1">
                <a:alpha val="80000"/>
              </a:schemeClr>
            </a:solidFill>
          </p:grpSpPr>
          <p:sp>
            <p:nvSpPr>
              <p:cNvPr id="40" name="Freeform 9">
                <a:extLst>
                  <a:ext uri="{FF2B5EF4-FFF2-40B4-BE49-F238E27FC236}">
                    <a16:creationId xmlns:a16="http://schemas.microsoft.com/office/drawing/2014/main" xmlns="" id="{875B2159-A8E3-413A-8622-E86708C373A7}"/>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1" name="Freeform 10">
                <a:extLst>
                  <a:ext uri="{FF2B5EF4-FFF2-40B4-BE49-F238E27FC236}">
                    <a16:creationId xmlns:a16="http://schemas.microsoft.com/office/drawing/2014/main" xmlns="" id="{3CE23A0A-0FB8-407F-8833-2E5FFD3293ED}"/>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2" name="Freeform 11">
                <a:extLst>
                  <a:ext uri="{FF2B5EF4-FFF2-40B4-BE49-F238E27FC236}">
                    <a16:creationId xmlns:a16="http://schemas.microsoft.com/office/drawing/2014/main" xmlns="" id="{E125307E-4C2A-420A-9964-CAEE852C302A}"/>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3" name="Freeform 12">
                <a:extLst>
                  <a:ext uri="{FF2B5EF4-FFF2-40B4-BE49-F238E27FC236}">
                    <a16:creationId xmlns:a16="http://schemas.microsoft.com/office/drawing/2014/main" xmlns="" id="{42AA24C9-7F3A-4AEE-9DA4-31C9F38A54F7}"/>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4" name="Freeform 13">
                <a:extLst>
                  <a:ext uri="{FF2B5EF4-FFF2-40B4-BE49-F238E27FC236}">
                    <a16:creationId xmlns:a16="http://schemas.microsoft.com/office/drawing/2014/main" xmlns="" id="{9CB8174D-1173-4E2A-BE59-232D174ECD54}"/>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5" name="Freeform 14">
                <a:extLst>
                  <a:ext uri="{FF2B5EF4-FFF2-40B4-BE49-F238E27FC236}">
                    <a16:creationId xmlns:a16="http://schemas.microsoft.com/office/drawing/2014/main" xmlns="" id="{4720CA78-8018-480D-B3C6-AA429C00B178}"/>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6" name="Freeform 15">
                <a:extLst>
                  <a:ext uri="{FF2B5EF4-FFF2-40B4-BE49-F238E27FC236}">
                    <a16:creationId xmlns:a16="http://schemas.microsoft.com/office/drawing/2014/main" xmlns="" id="{7E8C1630-854C-41AB-BF47-FCBD67F65F11}"/>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7" name="Freeform 16">
                <a:extLst>
                  <a:ext uri="{FF2B5EF4-FFF2-40B4-BE49-F238E27FC236}">
                    <a16:creationId xmlns:a16="http://schemas.microsoft.com/office/drawing/2014/main" xmlns="" id="{BB46278C-87D7-48B9-8CFE-B99963AF3708}"/>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8" name="Freeform 24">
                <a:extLst>
                  <a:ext uri="{FF2B5EF4-FFF2-40B4-BE49-F238E27FC236}">
                    <a16:creationId xmlns:a16="http://schemas.microsoft.com/office/drawing/2014/main" xmlns="" id="{1465E496-AA95-4FA0-816E-85C3C43B811A}"/>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9" name="Freeform 26">
                <a:extLst>
                  <a:ext uri="{FF2B5EF4-FFF2-40B4-BE49-F238E27FC236}">
                    <a16:creationId xmlns:a16="http://schemas.microsoft.com/office/drawing/2014/main" xmlns="" id="{E527BFC8-9702-482C-AFED-BAAAB9337A19}"/>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0" name="Freeform 28">
                <a:extLst>
                  <a:ext uri="{FF2B5EF4-FFF2-40B4-BE49-F238E27FC236}">
                    <a16:creationId xmlns:a16="http://schemas.microsoft.com/office/drawing/2014/main" xmlns="" id="{1AF4B7CE-EDBD-44F8-BB6E-A49749BDFDD4}"/>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1" name="Freeform 36">
                <a:extLst>
                  <a:ext uri="{FF2B5EF4-FFF2-40B4-BE49-F238E27FC236}">
                    <a16:creationId xmlns:a16="http://schemas.microsoft.com/office/drawing/2014/main" xmlns="" id="{9A2A1D48-D356-4118-89AC-7D391184795C}"/>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16" name="组合 15">
              <a:extLst>
                <a:ext uri="{FF2B5EF4-FFF2-40B4-BE49-F238E27FC236}">
                  <a16:creationId xmlns:a16="http://schemas.microsoft.com/office/drawing/2014/main" xmlns="" id="{699C80E8-62C0-48BD-B434-DCD74F77C058}"/>
                </a:ext>
              </a:extLst>
            </p:cNvPr>
            <p:cNvGrpSpPr/>
            <p:nvPr/>
          </p:nvGrpSpPr>
          <p:grpSpPr>
            <a:xfrm>
              <a:off x="402390" y="1112544"/>
              <a:ext cx="960649" cy="958410"/>
              <a:chOff x="2105799" y="20055838"/>
              <a:chExt cx="6748090" cy="6732363"/>
            </a:xfrm>
            <a:solidFill>
              <a:schemeClr val="accent1">
                <a:alpha val="80000"/>
              </a:schemeClr>
            </a:solidFill>
          </p:grpSpPr>
          <p:sp>
            <p:nvSpPr>
              <p:cNvPr id="17" name="Freeform 8">
                <a:extLst>
                  <a:ext uri="{FF2B5EF4-FFF2-40B4-BE49-F238E27FC236}">
                    <a16:creationId xmlns:a16="http://schemas.microsoft.com/office/drawing/2014/main" xmlns="" id="{8A0B2331-B894-4E61-8B62-88868F9F593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8" name="Freeform 42">
                <a:extLst>
                  <a:ext uri="{FF2B5EF4-FFF2-40B4-BE49-F238E27FC236}">
                    <a16:creationId xmlns:a16="http://schemas.microsoft.com/office/drawing/2014/main" xmlns="" id="{31691092-2A59-4223-8433-076BD21CF24A}"/>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9" name="Freeform 43">
                <a:extLst>
                  <a:ext uri="{FF2B5EF4-FFF2-40B4-BE49-F238E27FC236}">
                    <a16:creationId xmlns:a16="http://schemas.microsoft.com/office/drawing/2014/main" xmlns="" id="{99A87205-5C20-4A7A-85D3-0D7AD4BD12F3}"/>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0" name="Freeform 44">
                <a:extLst>
                  <a:ext uri="{FF2B5EF4-FFF2-40B4-BE49-F238E27FC236}">
                    <a16:creationId xmlns:a16="http://schemas.microsoft.com/office/drawing/2014/main" xmlns="" id="{7DD988B2-0D51-4890-B241-010F31583449}"/>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1" name="Freeform 45">
                <a:extLst>
                  <a:ext uri="{FF2B5EF4-FFF2-40B4-BE49-F238E27FC236}">
                    <a16:creationId xmlns:a16="http://schemas.microsoft.com/office/drawing/2014/main" xmlns="" id="{B1FB4247-BBB2-4097-8AE7-2831D11A81AB}"/>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2" name="Freeform 46">
                <a:extLst>
                  <a:ext uri="{FF2B5EF4-FFF2-40B4-BE49-F238E27FC236}">
                    <a16:creationId xmlns:a16="http://schemas.microsoft.com/office/drawing/2014/main" xmlns="" id="{1AE097AA-CC9B-40C7-ADF2-F43DDE5761C7}"/>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3" name="Freeform 47">
                <a:extLst>
                  <a:ext uri="{FF2B5EF4-FFF2-40B4-BE49-F238E27FC236}">
                    <a16:creationId xmlns:a16="http://schemas.microsoft.com/office/drawing/2014/main" xmlns="" id="{1159C2D6-5EA4-4F84-B2F1-241CE2D3DE2E}"/>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4" name="Freeform 48">
                <a:extLst>
                  <a:ext uri="{FF2B5EF4-FFF2-40B4-BE49-F238E27FC236}">
                    <a16:creationId xmlns:a16="http://schemas.microsoft.com/office/drawing/2014/main" xmlns="" id="{604D2764-FB55-4E92-A499-BBAB56EE56FD}"/>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5" name="Freeform 49">
                <a:extLst>
                  <a:ext uri="{FF2B5EF4-FFF2-40B4-BE49-F238E27FC236}">
                    <a16:creationId xmlns:a16="http://schemas.microsoft.com/office/drawing/2014/main" xmlns="" id="{479CD6CF-3B3D-4D8A-B69F-BC590B04A8CD}"/>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6" name="Freeform 50">
                <a:extLst>
                  <a:ext uri="{FF2B5EF4-FFF2-40B4-BE49-F238E27FC236}">
                    <a16:creationId xmlns:a16="http://schemas.microsoft.com/office/drawing/2014/main" xmlns="" id="{8209BE02-17C3-483F-B590-3E6DF5BDB547}"/>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7" name="Freeform 51">
                <a:extLst>
                  <a:ext uri="{FF2B5EF4-FFF2-40B4-BE49-F238E27FC236}">
                    <a16:creationId xmlns:a16="http://schemas.microsoft.com/office/drawing/2014/main" xmlns="" id="{CD717262-BBF6-482A-9C87-40BB54ED11FC}"/>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8" name="Freeform 52">
                <a:extLst>
                  <a:ext uri="{FF2B5EF4-FFF2-40B4-BE49-F238E27FC236}">
                    <a16:creationId xmlns:a16="http://schemas.microsoft.com/office/drawing/2014/main" xmlns="" id="{BDE41B04-E950-48FB-A7A5-17FDEA1A1451}"/>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9" name="Freeform 53">
                <a:extLst>
                  <a:ext uri="{FF2B5EF4-FFF2-40B4-BE49-F238E27FC236}">
                    <a16:creationId xmlns:a16="http://schemas.microsoft.com/office/drawing/2014/main" xmlns="" id="{FE0A7D75-4788-4AE0-BC4E-4BC6D7723572}"/>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0" name="Freeform 54">
                <a:extLst>
                  <a:ext uri="{FF2B5EF4-FFF2-40B4-BE49-F238E27FC236}">
                    <a16:creationId xmlns:a16="http://schemas.microsoft.com/office/drawing/2014/main" xmlns="" id="{7915283C-8D47-40E1-8506-D851C93071D3}"/>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1" name="Freeform 55">
                <a:extLst>
                  <a:ext uri="{FF2B5EF4-FFF2-40B4-BE49-F238E27FC236}">
                    <a16:creationId xmlns:a16="http://schemas.microsoft.com/office/drawing/2014/main" xmlns="" id="{98994CA6-3857-4616-B74C-C0783C838A43}"/>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2" name="Freeform 56">
                <a:extLst>
                  <a:ext uri="{FF2B5EF4-FFF2-40B4-BE49-F238E27FC236}">
                    <a16:creationId xmlns:a16="http://schemas.microsoft.com/office/drawing/2014/main" xmlns="" id="{CE514B7E-77D9-4120-8AD8-B736E658D105}"/>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3" name="Freeform 57">
                <a:extLst>
                  <a:ext uri="{FF2B5EF4-FFF2-40B4-BE49-F238E27FC236}">
                    <a16:creationId xmlns:a16="http://schemas.microsoft.com/office/drawing/2014/main" xmlns="" id="{4263E67D-C070-4D9F-A2B8-8C51FABB4354}"/>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4" name="Freeform 58">
                <a:extLst>
                  <a:ext uri="{FF2B5EF4-FFF2-40B4-BE49-F238E27FC236}">
                    <a16:creationId xmlns:a16="http://schemas.microsoft.com/office/drawing/2014/main" xmlns="" id="{C9D49BD9-B4CA-4875-95CC-63D5C659C0E9}"/>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5" name="Freeform 59">
                <a:extLst>
                  <a:ext uri="{FF2B5EF4-FFF2-40B4-BE49-F238E27FC236}">
                    <a16:creationId xmlns:a16="http://schemas.microsoft.com/office/drawing/2014/main" xmlns="" id="{252C6FCC-397A-4014-81AB-830F7CECC9E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6" name="Freeform 60">
                <a:extLst>
                  <a:ext uri="{FF2B5EF4-FFF2-40B4-BE49-F238E27FC236}">
                    <a16:creationId xmlns:a16="http://schemas.microsoft.com/office/drawing/2014/main" xmlns="" id="{BFCECE11-D055-4B8D-A4B3-33FDDF84688B}"/>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7" name="Freeform 61">
                <a:extLst>
                  <a:ext uri="{FF2B5EF4-FFF2-40B4-BE49-F238E27FC236}">
                    <a16:creationId xmlns:a16="http://schemas.microsoft.com/office/drawing/2014/main" xmlns="" id="{4162D747-ED4A-4BB0-A6DA-53D3E94BC8CC}"/>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8" name="Freeform 62">
                <a:extLst>
                  <a:ext uri="{FF2B5EF4-FFF2-40B4-BE49-F238E27FC236}">
                    <a16:creationId xmlns:a16="http://schemas.microsoft.com/office/drawing/2014/main" xmlns="" id="{76974D8B-D8B3-4C59-BD63-90049E186DCB}"/>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9" name="Freeform 71">
                <a:extLst>
                  <a:ext uri="{FF2B5EF4-FFF2-40B4-BE49-F238E27FC236}">
                    <a16:creationId xmlns:a16="http://schemas.microsoft.com/office/drawing/2014/main" xmlns="" id="{6C1C7949-68AF-4F82-AC9C-AFA92764922D}"/>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sp>
        <p:nvSpPr>
          <p:cNvPr id="12" name="文本框 11">
            <a:extLst>
              <a:ext uri="{FF2B5EF4-FFF2-40B4-BE49-F238E27FC236}">
                <a16:creationId xmlns:a16="http://schemas.microsoft.com/office/drawing/2014/main" xmlns="" id="{714446B3-E2BE-4CA1-AD4C-F2519F4376A8}"/>
              </a:ext>
            </a:extLst>
          </p:cNvPr>
          <p:cNvSpPr txBox="1"/>
          <p:nvPr/>
        </p:nvSpPr>
        <p:spPr>
          <a:xfrm>
            <a:off x="992821" y="2300278"/>
            <a:ext cx="10136768" cy="1200329"/>
          </a:xfrm>
          <a:prstGeom prst="rect">
            <a:avLst/>
          </a:prstGeom>
          <a:noFill/>
          <a:effectLst>
            <a:outerShdw blurRad="50800" dist="38100" dir="2700000" algn="tl" rotWithShape="0">
              <a:prstClr val="black">
                <a:alpha val="40000"/>
              </a:prstClr>
            </a:outerShdw>
          </a:effectLst>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7200" b="0" i="0" u="none" strike="noStrike" kern="1200" cap="none" spc="200" normalizeH="0" baseline="0" noProof="0" dirty="0">
                <a:ln>
                  <a:noFill/>
                </a:ln>
                <a:solidFill>
                  <a:srgbClr val="9A0001"/>
                </a:solidFill>
                <a:effectLst/>
                <a:uLnTx/>
                <a:uFillTx/>
                <a:latin typeface="+mj-ea"/>
                <a:ea typeface="+mj-ea"/>
                <a:cs typeface="+mn-ea"/>
                <a:sym typeface="Arial" panose="020B0604020202020204" pitchFamily="34" charset="0"/>
              </a:rPr>
              <a:t>第</a:t>
            </a:r>
            <a:r>
              <a:rPr kumimoji="0" lang="en-US" altLang="zh-CN" sz="7200" b="0" i="0" u="none" strike="noStrike" kern="1200" cap="none" spc="200" normalizeH="0" baseline="0" noProof="0" dirty="0">
                <a:ln>
                  <a:noFill/>
                </a:ln>
                <a:solidFill>
                  <a:srgbClr val="9A0001"/>
                </a:solidFill>
                <a:effectLst/>
                <a:uLnTx/>
                <a:uFillTx/>
                <a:latin typeface="+mj-ea"/>
                <a:ea typeface="+mj-ea"/>
                <a:cs typeface="+mn-ea"/>
                <a:sym typeface="Arial" panose="020B0604020202020204" pitchFamily="34" charset="0"/>
              </a:rPr>
              <a:t>5</a:t>
            </a:r>
            <a:r>
              <a:rPr kumimoji="0" lang="zh-CN" altLang="en-US" sz="7200" b="0" i="0" u="none" strike="noStrike" kern="1200" cap="none" spc="200" normalizeH="0" baseline="0" noProof="0" dirty="0">
                <a:ln>
                  <a:noFill/>
                </a:ln>
                <a:solidFill>
                  <a:srgbClr val="9A0001"/>
                </a:solidFill>
                <a:effectLst/>
                <a:uLnTx/>
                <a:uFillTx/>
                <a:latin typeface="+mj-ea"/>
                <a:ea typeface="+mj-ea"/>
                <a:cs typeface="+mn-ea"/>
                <a:sym typeface="Arial" panose="020B0604020202020204" pitchFamily="34" charset="0"/>
              </a:rPr>
              <a:t>章  存储管理</a:t>
            </a:r>
          </a:p>
        </p:txBody>
      </p:sp>
      <p:cxnSp>
        <p:nvCxnSpPr>
          <p:cNvPr id="6" name="直接连接符 5">
            <a:extLst>
              <a:ext uri="{FF2B5EF4-FFF2-40B4-BE49-F238E27FC236}">
                <a16:creationId xmlns:a16="http://schemas.microsoft.com/office/drawing/2014/main" xmlns="" id="{D3AF40A7-25CB-1896-8369-AE29EE10B273}"/>
              </a:ext>
            </a:extLst>
          </p:cNvPr>
          <p:cNvCxnSpPr/>
          <p:nvPr/>
        </p:nvCxnSpPr>
        <p:spPr>
          <a:xfrm>
            <a:off x="974690" y="2250832"/>
            <a:ext cx="10168932" cy="0"/>
          </a:xfrm>
          <a:prstGeom prst="line">
            <a:avLst/>
          </a:prstGeom>
        </p:spPr>
        <p:style>
          <a:lnRef idx="3">
            <a:schemeClr val="accent1"/>
          </a:lnRef>
          <a:fillRef idx="0">
            <a:schemeClr val="accent1"/>
          </a:fillRef>
          <a:effectRef idx="2">
            <a:schemeClr val="accent1"/>
          </a:effectRef>
          <a:fontRef idx="minor">
            <a:schemeClr val="tx1"/>
          </a:fontRef>
        </p:style>
      </p:cxnSp>
      <p:cxnSp>
        <p:nvCxnSpPr>
          <p:cNvPr id="7" name="直接连接符 6">
            <a:extLst>
              <a:ext uri="{FF2B5EF4-FFF2-40B4-BE49-F238E27FC236}">
                <a16:creationId xmlns:a16="http://schemas.microsoft.com/office/drawing/2014/main" xmlns="" id="{481504B9-B439-9E6B-B837-52B14F15F154}"/>
              </a:ext>
            </a:extLst>
          </p:cNvPr>
          <p:cNvCxnSpPr>
            <a:cxnSpLocks/>
          </p:cNvCxnSpPr>
          <p:nvPr/>
        </p:nvCxnSpPr>
        <p:spPr>
          <a:xfrm>
            <a:off x="974690" y="3609033"/>
            <a:ext cx="10168932" cy="0"/>
          </a:xfrm>
          <a:prstGeom prst="line">
            <a:avLst/>
          </a:prstGeom>
        </p:spPr>
        <p:style>
          <a:lnRef idx="3">
            <a:schemeClr val="accent1"/>
          </a:lnRef>
          <a:fillRef idx="0">
            <a:schemeClr val="accent1"/>
          </a:fillRef>
          <a:effectRef idx="2">
            <a:schemeClr val="accent1"/>
          </a:effectRef>
          <a:fontRef idx="minor">
            <a:schemeClr val="tx1"/>
          </a:fontRef>
        </p:style>
      </p:cxnSp>
    </p:spTree>
    <p:extLst>
      <p:ext uri="{BB962C8B-B14F-4D97-AF65-F5344CB8AC3E}">
        <p14:creationId xmlns:p14="http://schemas.microsoft.com/office/powerpoint/2010/main" xmlns="" val="1960587523"/>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a:extLst>
              <a:ext uri="{FF2B5EF4-FFF2-40B4-BE49-F238E27FC236}">
                <a16:creationId xmlns:a16="http://schemas.microsoft.com/office/drawing/2014/main" xmlns="" id="{3A715E66-DE2D-4E7D-B310-D413F7EE06C3}"/>
              </a:ext>
            </a:extLst>
          </p:cNvPr>
          <p:cNvPicPr>
            <a:picLocks noChangeAspect="1"/>
          </p:cNvPicPr>
          <p:nvPr/>
        </p:nvPicPr>
        <p:blipFill>
          <a:blip r:embed="rId3"/>
          <a:stretch>
            <a:fillRect/>
          </a:stretch>
        </p:blipFill>
        <p:spPr>
          <a:xfrm>
            <a:off x="0" y="0"/>
            <a:ext cx="12192000" cy="6858000"/>
          </a:xfrm>
          <a:prstGeom prst="rect">
            <a:avLst/>
          </a:prstGeom>
        </p:spPr>
      </p:pic>
      <p:grpSp>
        <p:nvGrpSpPr>
          <p:cNvPr id="12" name="组合 11">
            <a:extLst>
              <a:ext uri="{FF2B5EF4-FFF2-40B4-BE49-F238E27FC236}">
                <a16:creationId xmlns:a16="http://schemas.microsoft.com/office/drawing/2014/main" xmlns="" id="{FD9ED1C8-AE3C-4AD8-9445-B19C26BB0A97}"/>
              </a:ext>
            </a:extLst>
          </p:cNvPr>
          <p:cNvGrpSpPr/>
          <p:nvPr/>
        </p:nvGrpSpPr>
        <p:grpSpPr>
          <a:xfrm>
            <a:off x="10177780" y="329882"/>
            <a:ext cx="1512002" cy="444892"/>
            <a:chOff x="9556201" y="498129"/>
            <a:chExt cx="1993881" cy="586680"/>
          </a:xfrm>
        </p:grpSpPr>
        <p:grpSp>
          <p:nvGrpSpPr>
            <p:cNvPr id="13" name="组合 12">
              <a:extLst>
                <a:ext uri="{FF2B5EF4-FFF2-40B4-BE49-F238E27FC236}">
                  <a16:creationId xmlns:a16="http://schemas.microsoft.com/office/drawing/2014/main" xmlns="" id="{8BFF2670-279A-4FD0-AD74-3E7D1D0BF98A}"/>
                </a:ext>
              </a:extLst>
            </p:cNvPr>
            <p:cNvGrpSpPr/>
            <p:nvPr/>
          </p:nvGrpSpPr>
          <p:grpSpPr>
            <a:xfrm>
              <a:off x="10239376" y="968937"/>
              <a:ext cx="1307697" cy="96254"/>
              <a:chOff x="4616246" y="3878362"/>
              <a:chExt cx="5571416" cy="410087"/>
            </a:xfrm>
            <a:solidFill>
              <a:schemeClr val="tx1">
                <a:alpha val="80000"/>
              </a:schemeClr>
            </a:solidFill>
          </p:grpSpPr>
          <p:sp>
            <p:nvSpPr>
              <p:cNvPr id="57" name="Freeform 17">
                <a:extLst>
                  <a:ext uri="{FF2B5EF4-FFF2-40B4-BE49-F238E27FC236}">
                    <a16:creationId xmlns:a16="http://schemas.microsoft.com/office/drawing/2014/main" xmlns="" id="{B3ECBF4E-B6E3-44CC-B429-CC6E28231F9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8" name="Freeform 18">
                <a:extLst>
                  <a:ext uri="{FF2B5EF4-FFF2-40B4-BE49-F238E27FC236}">
                    <a16:creationId xmlns:a16="http://schemas.microsoft.com/office/drawing/2014/main" xmlns="" id="{394F0733-C3F3-4805-B7CE-98F65D674198}"/>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9" name="Freeform 19">
                <a:extLst>
                  <a:ext uri="{FF2B5EF4-FFF2-40B4-BE49-F238E27FC236}">
                    <a16:creationId xmlns:a16="http://schemas.microsoft.com/office/drawing/2014/main" xmlns="" id="{EF2BA133-0D43-4075-852C-665B533484B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0" name="Freeform 20">
                <a:extLst>
                  <a:ext uri="{FF2B5EF4-FFF2-40B4-BE49-F238E27FC236}">
                    <a16:creationId xmlns:a16="http://schemas.microsoft.com/office/drawing/2014/main" xmlns="" id="{FC5CD496-01CD-4051-9D04-6C01B8C094DA}"/>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1" name="Freeform 21">
                <a:extLst>
                  <a:ext uri="{FF2B5EF4-FFF2-40B4-BE49-F238E27FC236}">
                    <a16:creationId xmlns:a16="http://schemas.microsoft.com/office/drawing/2014/main" xmlns="" id="{2F696519-4994-445A-8A6B-8DA3470F07A6}"/>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2" name="Freeform 22">
                <a:extLst>
                  <a:ext uri="{FF2B5EF4-FFF2-40B4-BE49-F238E27FC236}">
                    <a16:creationId xmlns:a16="http://schemas.microsoft.com/office/drawing/2014/main" xmlns="" id="{465EDB72-9D35-4889-8D14-107FF0F8CA10}"/>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3" name="Freeform 23">
                <a:extLst>
                  <a:ext uri="{FF2B5EF4-FFF2-40B4-BE49-F238E27FC236}">
                    <a16:creationId xmlns:a16="http://schemas.microsoft.com/office/drawing/2014/main" xmlns="" id="{D05AB7FB-0C04-46B5-93BD-CCBDF2CF4694}"/>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4" name="Freeform 25">
                <a:extLst>
                  <a:ext uri="{FF2B5EF4-FFF2-40B4-BE49-F238E27FC236}">
                    <a16:creationId xmlns:a16="http://schemas.microsoft.com/office/drawing/2014/main" xmlns="" id="{43D93E00-0A4C-49C9-A3CD-9E20506CC564}"/>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5" name="Freeform 27">
                <a:extLst>
                  <a:ext uri="{FF2B5EF4-FFF2-40B4-BE49-F238E27FC236}">
                    <a16:creationId xmlns:a16="http://schemas.microsoft.com/office/drawing/2014/main" xmlns="" id="{89DE3ED2-C173-4B0A-90E6-338777189B09}"/>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6" name="Freeform 29">
                <a:extLst>
                  <a:ext uri="{FF2B5EF4-FFF2-40B4-BE49-F238E27FC236}">
                    <a16:creationId xmlns:a16="http://schemas.microsoft.com/office/drawing/2014/main" xmlns="" id="{950C819C-D35F-4752-B343-0182CCA7C29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7" name="Freeform 30">
                <a:extLst>
                  <a:ext uri="{FF2B5EF4-FFF2-40B4-BE49-F238E27FC236}">
                    <a16:creationId xmlns:a16="http://schemas.microsoft.com/office/drawing/2014/main" xmlns="" id="{FF1C1D3A-E5E2-4A53-ADB5-9B88895123A0}"/>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8" name="Freeform 31">
                <a:extLst>
                  <a:ext uri="{FF2B5EF4-FFF2-40B4-BE49-F238E27FC236}">
                    <a16:creationId xmlns:a16="http://schemas.microsoft.com/office/drawing/2014/main" xmlns="" id="{6BF87141-5A4C-40F0-9040-6FD343037B97}"/>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9" name="Freeform 32">
                <a:extLst>
                  <a:ext uri="{FF2B5EF4-FFF2-40B4-BE49-F238E27FC236}">
                    <a16:creationId xmlns:a16="http://schemas.microsoft.com/office/drawing/2014/main" xmlns="" id="{D4F3AA0C-3F43-462B-AB1E-75493083B7F6}"/>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0" name="Freeform 33">
                <a:extLst>
                  <a:ext uri="{FF2B5EF4-FFF2-40B4-BE49-F238E27FC236}">
                    <a16:creationId xmlns:a16="http://schemas.microsoft.com/office/drawing/2014/main" xmlns="" id="{8B101F6D-C392-4133-A3DA-55D3924EDDFE}"/>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1" name="Freeform 34">
                <a:extLst>
                  <a:ext uri="{FF2B5EF4-FFF2-40B4-BE49-F238E27FC236}">
                    <a16:creationId xmlns:a16="http://schemas.microsoft.com/office/drawing/2014/main" xmlns="" id="{78A63C6C-76AE-4B58-AFD4-EB072597BC95}"/>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2" name="Freeform 35">
                <a:extLst>
                  <a:ext uri="{FF2B5EF4-FFF2-40B4-BE49-F238E27FC236}">
                    <a16:creationId xmlns:a16="http://schemas.microsoft.com/office/drawing/2014/main" xmlns="" id="{E0451659-AA49-4666-8C8E-F2472B14F0E9}"/>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14" name="组合 13">
              <a:extLst>
                <a:ext uri="{FF2B5EF4-FFF2-40B4-BE49-F238E27FC236}">
                  <a16:creationId xmlns:a16="http://schemas.microsoft.com/office/drawing/2014/main" xmlns="" id="{DF7D3C40-06BE-4A1A-8909-56F7E94407C5}"/>
                </a:ext>
              </a:extLst>
            </p:cNvPr>
            <p:cNvGrpSpPr/>
            <p:nvPr/>
          </p:nvGrpSpPr>
          <p:grpSpPr>
            <a:xfrm>
              <a:off x="10237120" y="539555"/>
              <a:ext cx="1312962" cy="375239"/>
              <a:chOff x="4606634" y="2048989"/>
              <a:chExt cx="5593843" cy="1598699"/>
            </a:xfrm>
            <a:solidFill>
              <a:schemeClr val="accent1">
                <a:alpha val="80000"/>
              </a:schemeClr>
            </a:solidFill>
          </p:grpSpPr>
          <p:sp>
            <p:nvSpPr>
              <p:cNvPr id="45" name="Freeform 9">
                <a:extLst>
                  <a:ext uri="{FF2B5EF4-FFF2-40B4-BE49-F238E27FC236}">
                    <a16:creationId xmlns:a16="http://schemas.microsoft.com/office/drawing/2014/main" xmlns="" id="{57E9A2BA-77D9-4E27-93C8-67873F0DEA8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6" name="Freeform 10">
                <a:extLst>
                  <a:ext uri="{FF2B5EF4-FFF2-40B4-BE49-F238E27FC236}">
                    <a16:creationId xmlns:a16="http://schemas.microsoft.com/office/drawing/2014/main" xmlns="" id="{5BBB29F8-D790-4178-9A03-AD4D95F98D6E}"/>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7" name="Freeform 11">
                <a:extLst>
                  <a:ext uri="{FF2B5EF4-FFF2-40B4-BE49-F238E27FC236}">
                    <a16:creationId xmlns:a16="http://schemas.microsoft.com/office/drawing/2014/main" xmlns="" id="{A2207E00-9E11-4F96-8022-C8220A86E924}"/>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8" name="Freeform 12">
                <a:extLst>
                  <a:ext uri="{FF2B5EF4-FFF2-40B4-BE49-F238E27FC236}">
                    <a16:creationId xmlns:a16="http://schemas.microsoft.com/office/drawing/2014/main" xmlns="" id="{F4EC3F52-F081-444E-8A24-425345515815}"/>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9" name="Freeform 13">
                <a:extLst>
                  <a:ext uri="{FF2B5EF4-FFF2-40B4-BE49-F238E27FC236}">
                    <a16:creationId xmlns:a16="http://schemas.microsoft.com/office/drawing/2014/main" xmlns="" id="{1515FED9-74F2-4E51-B1E3-937E5C23D9D3}"/>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0" name="Freeform 14">
                <a:extLst>
                  <a:ext uri="{FF2B5EF4-FFF2-40B4-BE49-F238E27FC236}">
                    <a16:creationId xmlns:a16="http://schemas.microsoft.com/office/drawing/2014/main" xmlns="" id="{9351B99A-3D8F-487A-88B0-A4BCBA3FB98C}"/>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1" name="Freeform 15">
                <a:extLst>
                  <a:ext uri="{FF2B5EF4-FFF2-40B4-BE49-F238E27FC236}">
                    <a16:creationId xmlns:a16="http://schemas.microsoft.com/office/drawing/2014/main" xmlns="" id="{743F2F75-5444-46B4-9FA8-63F1157057DC}"/>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2" name="Freeform 16">
                <a:extLst>
                  <a:ext uri="{FF2B5EF4-FFF2-40B4-BE49-F238E27FC236}">
                    <a16:creationId xmlns:a16="http://schemas.microsoft.com/office/drawing/2014/main" xmlns="" id="{07B979A4-48FC-4FA4-B017-6F935928C626}"/>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3" name="Freeform 24">
                <a:extLst>
                  <a:ext uri="{FF2B5EF4-FFF2-40B4-BE49-F238E27FC236}">
                    <a16:creationId xmlns:a16="http://schemas.microsoft.com/office/drawing/2014/main" xmlns="" id="{21A30EC6-F4BA-4116-B93B-D4AB48307780}"/>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4" name="Freeform 26">
                <a:extLst>
                  <a:ext uri="{FF2B5EF4-FFF2-40B4-BE49-F238E27FC236}">
                    <a16:creationId xmlns:a16="http://schemas.microsoft.com/office/drawing/2014/main" xmlns="" id="{D8B2209D-8B3E-4E27-BBC7-D865567511FE}"/>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5" name="Freeform 28">
                <a:extLst>
                  <a:ext uri="{FF2B5EF4-FFF2-40B4-BE49-F238E27FC236}">
                    <a16:creationId xmlns:a16="http://schemas.microsoft.com/office/drawing/2014/main" xmlns="" id="{315C5FF9-7C1E-4796-8FE0-F4A81B1E3FCE}"/>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6" name="Freeform 36">
                <a:extLst>
                  <a:ext uri="{FF2B5EF4-FFF2-40B4-BE49-F238E27FC236}">
                    <a16:creationId xmlns:a16="http://schemas.microsoft.com/office/drawing/2014/main" xmlns="" id="{453473E2-D138-48AF-89B3-1D10FABF5E0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15" name="组合 14">
              <a:extLst>
                <a:ext uri="{FF2B5EF4-FFF2-40B4-BE49-F238E27FC236}">
                  <a16:creationId xmlns:a16="http://schemas.microsoft.com/office/drawing/2014/main" xmlns="" id="{AE3020C3-1ED1-44EB-B56A-44057B575DD8}"/>
                </a:ext>
              </a:extLst>
            </p:cNvPr>
            <p:cNvGrpSpPr/>
            <p:nvPr/>
          </p:nvGrpSpPr>
          <p:grpSpPr>
            <a:xfrm>
              <a:off x="9556201" y="498129"/>
              <a:ext cx="588050" cy="586680"/>
              <a:chOff x="2105799" y="20055838"/>
              <a:chExt cx="6748090" cy="6732363"/>
            </a:xfrm>
            <a:solidFill>
              <a:schemeClr val="accent1">
                <a:alpha val="80000"/>
              </a:schemeClr>
            </a:solidFill>
          </p:grpSpPr>
          <p:sp>
            <p:nvSpPr>
              <p:cNvPr id="16" name="Freeform 8">
                <a:extLst>
                  <a:ext uri="{FF2B5EF4-FFF2-40B4-BE49-F238E27FC236}">
                    <a16:creationId xmlns:a16="http://schemas.microsoft.com/office/drawing/2014/main" xmlns="" id="{2EF11731-2EEF-4180-8797-AB2215A0B328}"/>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7" name="Freeform 42">
                <a:extLst>
                  <a:ext uri="{FF2B5EF4-FFF2-40B4-BE49-F238E27FC236}">
                    <a16:creationId xmlns:a16="http://schemas.microsoft.com/office/drawing/2014/main" xmlns="" id="{51A5769B-72F5-4532-8978-538BA11BEDD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8" name="Freeform 43">
                <a:extLst>
                  <a:ext uri="{FF2B5EF4-FFF2-40B4-BE49-F238E27FC236}">
                    <a16:creationId xmlns:a16="http://schemas.microsoft.com/office/drawing/2014/main" xmlns="" id="{781D8D80-2A6E-45FD-BD05-865E0123AA3A}"/>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9" name="Freeform 44">
                <a:extLst>
                  <a:ext uri="{FF2B5EF4-FFF2-40B4-BE49-F238E27FC236}">
                    <a16:creationId xmlns:a16="http://schemas.microsoft.com/office/drawing/2014/main" xmlns="" id="{4D2E2B9F-C9EE-4B00-89E6-F3DFE6C9001F}"/>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0" name="Freeform 45">
                <a:extLst>
                  <a:ext uri="{FF2B5EF4-FFF2-40B4-BE49-F238E27FC236}">
                    <a16:creationId xmlns:a16="http://schemas.microsoft.com/office/drawing/2014/main" xmlns="" id="{52C4EF30-7F6C-44CC-9542-4D92A019F052}"/>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1" name="Freeform 46">
                <a:extLst>
                  <a:ext uri="{FF2B5EF4-FFF2-40B4-BE49-F238E27FC236}">
                    <a16:creationId xmlns:a16="http://schemas.microsoft.com/office/drawing/2014/main" xmlns="" id="{1FD344AB-14FA-4BFF-B2DF-6B5BAFD64776}"/>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2" name="Freeform 47">
                <a:extLst>
                  <a:ext uri="{FF2B5EF4-FFF2-40B4-BE49-F238E27FC236}">
                    <a16:creationId xmlns:a16="http://schemas.microsoft.com/office/drawing/2014/main" xmlns="" id="{E9202264-B217-49BD-B4A7-F2CEF0FC90A4}"/>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3" name="Freeform 48">
                <a:extLst>
                  <a:ext uri="{FF2B5EF4-FFF2-40B4-BE49-F238E27FC236}">
                    <a16:creationId xmlns:a16="http://schemas.microsoft.com/office/drawing/2014/main" xmlns="" id="{4E5FBE5C-0DD1-488F-8C43-4C54A09CB040}"/>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4" name="Freeform 49">
                <a:extLst>
                  <a:ext uri="{FF2B5EF4-FFF2-40B4-BE49-F238E27FC236}">
                    <a16:creationId xmlns:a16="http://schemas.microsoft.com/office/drawing/2014/main" xmlns="" id="{0B04A3C5-8F46-4904-A231-8015493E91C1}"/>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5" name="Freeform 50">
                <a:extLst>
                  <a:ext uri="{FF2B5EF4-FFF2-40B4-BE49-F238E27FC236}">
                    <a16:creationId xmlns:a16="http://schemas.microsoft.com/office/drawing/2014/main" xmlns="" id="{09F4AB42-416D-4B02-B734-9195A7687CD6}"/>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6" name="Freeform 51">
                <a:extLst>
                  <a:ext uri="{FF2B5EF4-FFF2-40B4-BE49-F238E27FC236}">
                    <a16:creationId xmlns:a16="http://schemas.microsoft.com/office/drawing/2014/main" xmlns="" id="{34D77FEA-CEE7-40F8-8ADF-6E0D570949C9}"/>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7" name="Freeform 52">
                <a:extLst>
                  <a:ext uri="{FF2B5EF4-FFF2-40B4-BE49-F238E27FC236}">
                    <a16:creationId xmlns:a16="http://schemas.microsoft.com/office/drawing/2014/main" xmlns="" id="{397199F9-6D41-4C39-9315-7AA5887A5A10}"/>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8" name="Freeform 53">
                <a:extLst>
                  <a:ext uri="{FF2B5EF4-FFF2-40B4-BE49-F238E27FC236}">
                    <a16:creationId xmlns:a16="http://schemas.microsoft.com/office/drawing/2014/main" xmlns="" id="{81E0E5AE-33F4-4B86-B81B-D5060C53660D}"/>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9" name="Freeform 54">
                <a:extLst>
                  <a:ext uri="{FF2B5EF4-FFF2-40B4-BE49-F238E27FC236}">
                    <a16:creationId xmlns:a16="http://schemas.microsoft.com/office/drawing/2014/main" xmlns="" id="{5098A6B6-C44E-4E3F-A4F0-208BA1EFB712}"/>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0" name="Freeform 55">
                <a:extLst>
                  <a:ext uri="{FF2B5EF4-FFF2-40B4-BE49-F238E27FC236}">
                    <a16:creationId xmlns:a16="http://schemas.microsoft.com/office/drawing/2014/main" xmlns="" id="{6CE0AFF7-A497-46CC-881D-0B6BAAFC5B8A}"/>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1" name="Freeform 56">
                <a:extLst>
                  <a:ext uri="{FF2B5EF4-FFF2-40B4-BE49-F238E27FC236}">
                    <a16:creationId xmlns:a16="http://schemas.microsoft.com/office/drawing/2014/main" xmlns="" id="{9CEFC95A-813D-445F-9F2B-1134225D09A7}"/>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2" name="Freeform 57">
                <a:extLst>
                  <a:ext uri="{FF2B5EF4-FFF2-40B4-BE49-F238E27FC236}">
                    <a16:creationId xmlns:a16="http://schemas.microsoft.com/office/drawing/2014/main" xmlns="" id="{742C246E-EEB3-4D2E-8072-A80CBB805A2C}"/>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3" name="Freeform 58">
                <a:extLst>
                  <a:ext uri="{FF2B5EF4-FFF2-40B4-BE49-F238E27FC236}">
                    <a16:creationId xmlns:a16="http://schemas.microsoft.com/office/drawing/2014/main" xmlns="" id="{E05C8C7D-A424-4682-AB58-0BE392763BD4}"/>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4" name="Freeform 59">
                <a:extLst>
                  <a:ext uri="{FF2B5EF4-FFF2-40B4-BE49-F238E27FC236}">
                    <a16:creationId xmlns:a16="http://schemas.microsoft.com/office/drawing/2014/main" xmlns="" id="{8784F5B1-3150-48C0-827B-F433BBD56685}"/>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5" name="Freeform 60">
                <a:extLst>
                  <a:ext uri="{FF2B5EF4-FFF2-40B4-BE49-F238E27FC236}">
                    <a16:creationId xmlns:a16="http://schemas.microsoft.com/office/drawing/2014/main" xmlns="" id="{6DFA1904-D499-452A-9BF3-9C9169BDC4A6}"/>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9" name="Freeform 61">
                <a:extLst>
                  <a:ext uri="{FF2B5EF4-FFF2-40B4-BE49-F238E27FC236}">
                    <a16:creationId xmlns:a16="http://schemas.microsoft.com/office/drawing/2014/main" xmlns="" id="{ADFEE61B-DF3D-413A-A4DA-31E70027CCE8}"/>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3" name="Freeform 62">
                <a:extLst>
                  <a:ext uri="{FF2B5EF4-FFF2-40B4-BE49-F238E27FC236}">
                    <a16:creationId xmlns:a16="http://schemas.microsoft.com/office/drawing/2014/main" xmlns="" id="{52ECA886-3D47-41BA-9C83-B640F7D201D5}"/>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4" name="Freeform 71">
                <a:extLst>
                  <a:ext uri="{FF2B5EF4-FFF2-40B4-BE49-F238E27FC236}">
                    <a16:creationId xmlns:a16="http://schemas.microsoft.com/office/drawing/2014/main" xmlns="" id="{53443A05-DC7A-4AB4-BB5A-CC53992B9769}"/>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sp>
        <p:nvSpPr>
          <p:cNvPr id="4" name="文本框 3">
            <a:extLst>
              <a:ext uri="{FF2B5EF4-FFF2-40B4-BE49-F238E27FC236}">
                <a16:creationId xmlns:a16="http://schemas.microsoft.com/office/drawing/2014/main" xmlns="" id="{B8C3E409-7C26-BFC3-8EAC-9C07E2378109}"/>
              </a:ext>
            </a:extLst>
          </p:cNvPr>
          <p:cNvSpPr txBox="1"/>
          <p:nvPr/>
        </p:nvSpPr>
        <p:spPr>
          <a:xfrm>
            <a:off x="5101251" y="1476924"/>
            <a:ext cx="6014728" cy="3883307"/>
          </a:xfrm>
          <a:prstGeom prst="rect">
            <a:avLst/>
          </a:prstGeom>
          <a:noFill/>
        </p:spPr>
        <p:txBody>
          <a:bodyPr wrap="square" rtlCol="0">
            <a:spAutoFit/>
          </a:bodyPr>
          <a:lstStyle/>
          <a:p>
            <a:pPr>
              <a:lnSpc>
                <a:spcPct val="200000"/>
              </a:lnSpc>
            </a:pPr>
            <a:r>
              <a:rPr lang="en-US" altLang="zh-CN" sz="3200" b="1" dirty="0">
                <a:solidFill>
                  <a:srgbClr val="9A0001"/>
                </a:solidFill>
                <a:latin typeface="+mn-ea"/>
                <a:cs typeface="+mn-ea"/>
                <a:sym typeface="Arial" panose="020B0604020202020204" pitchFamily="34" charset="0"/>
              </a:rPr>
              <a:t>5.1  </a:t>
            </a:r>
            <a:r>
              <a:rPr lang="zh-CN" altLang="en-US" sz="3200" b="1" dirty="0">
                <a:solidFill>
                  <a:srgbClr val="9A0001"/>
                </a:solidFill>
                <a:latin typeface="+mn-ea"/>
                <a:cs typeface="+mn-ea"/>
                <a:sym typeface="Arial" panose="020B0604020202020204" pitchFamily="34" charset="0"/>
              </a:rPr>
              <a:t>存储管理概述</a:t>
            </a:r>
            <a:endParaRPr lang="en-US" altLang="zh-CN" sz="3200" b="1" dirty="0">
              <a:solidFill>
                <a:srgbClr val="9A0001"/>
              </a:solidFill>
              <a:latin typeface="+mn-ea"/>
              <a:cs typeface="+mn-ea"/>
              <a:sym typeface="Arial" panose="020B0604020202020204" pitchFamily="34" charset="0"/>
            </a:endParaRPr>
          </a:p>
          <a:p>
            <a:pPr>
              <a:lnSpc>
                <a:spcPct val="200000"/>
              </a:lnSpc>
            </a:pPr>
            <a:r>
              <a:rPr lang="en-US" altLang="zh-CN" sz="3200" b="1" dirty="0">
                <a:solidFill>
                  <a:srgbClr val="9A0001"/>
                </a:solidFill>
                <a:latin typeface="+mn-ea"/>
                <a:cs typeface="+mn-ea"/>
                <a:sym typeface="Arial" panose="020B0604020202020204" pitchFamily="34" charset="0"/>
              </a:rPr>
              <a:t>5.2</a:t>
            </a:r>
            <a:r>
              <a:rPr lang="zh-CN" altLang="en-US" sz="3200" b="1" dirty="0">
                <a:solidFill>
                  <a:srgbClr val="9A0001"/>
                </a:solidFill>
                <a:latin typeface="+mn-ea"/>
                <a:cs typeface="+mn-ea"/>
                <a:sym typeface="Arial" panose="020B0604020202020204" pitchFamily="34" charset="0"/>
              </a:rPr>
              <a:t>  分区管理方案</a:t>
            </a:r>
            <a:endParaRPr lang="en-US" altLang="zh-CN" sz="3200" b="1" dirty="0">
              <a:solidFill>
                <a:srgbClr val="9A0001"/>
              </a:solidFill>
              <a:latin typeface="+mn-ea"/>
              <a:cs typeface="+mn-ea"/>
              <a:sym typeface="Arial" panose="020B0604020202020204" pitchFamily="34" charset="0"/>
            </a:endParaRPr>
          </a:p>
          <a:p>
            <a:pPr>
              <a:lnSpc>
                <a:spcPct val="200000"/>
              </a:lnSpc>
            </a:pPr>
            <a:r>
              <a:rPr lang="en-US" altLang="zh-CN" sz="3200" b="1" dirty="0">
                <a:solidFill>
                  <a:srgbClr val="9A0001"/>
                </a:solidFill>
                <a:latin typeface="+mn-ea"/>
                <a:cs typeface="+mn-ea"/>
                <a:sym typeface="Arial" panose="020B0604020202020204" pitchFamily="34" charset="0"/>
              </a:rPr>
              <a:t>5.3  </a:t>
            </a:r>
            <a:r>
              <a:rPr lang="zh-CN" altLang="en-US" sz="3200" b="1" dirty="0">
                <a:solidFill>
                  <a:srgbClr val="9A0001"/>
                </a:solidFill>
                <a:latin typeface="+mn-ea"/>
                <a:cs typeface="+mn-ea"/>
                <a:sym typeface="Arial" panose="020B0604020202020204" pitchFamily="34" charset="0"/>
              </a:rPr>
              <a:t>覆盖与交换技术</a:t>
            </a:r>
            <a:endParaRPr lang="en-US" altLang="zh-CN" sz="3200" b="1" dirty="0">
              <a:solidFill>
                <a:srgbClr val="9A0001"/>
              </a:solidFill>
              <a:latin typeface="+mn-ea"/>
              <a:cs typeface="+mn-ea"/>
              <a:sym typeface="Arial" panose="020B0604020202020204" pitchFamily="34" charset="0"/>
            </a:endParaRPr>
          </a:p>
          <a:p>
            <a:pPr>
              <a:lnSpc>
                <a:spcPct val="200000"/>
              </a:lnSpc>
            </a:pPr>
            <a:r>
              <a:rPr lang="en-US" altLang="zh-CN" sz="3200" b="1" dirty="0">
                <a:solidFill>
                  <a:srgbClr val="9A0001"/>
                </a:solidFill>
                <a:latin typeface="+mn-ea"/>
                <a:cs typeface="+mn-ea"/>
                <a:sym typeface="Arial" panose="020B0604020202020204" pitchFamily="34" charset="0"/>
              </a:rPr>
              <a:t>5.4  </a:t>
            </a:r>
            <a:r>
              <a:rPr lang="zh-CN" altLang="en-US" sz="3200" b="1" dirty="0">
                <a:solidFill>
                  <a:srgbClr val="9A0001"/>
                </a:solidFill>
                <a:latin typeface="+mn-ea"/>
                <a:cs typeface="+mn-ea"/>
                <a:sym typeface="Arial" panose="020B0604020202020204" pitchFamily="34" charset="0"/>
              </a:rPr>
              <a:t>虚拟页面存储管理方案</a:t>
            </a:r>
            <a:endParaRPr lang="en-US" altLang="zh-CN" sz="3200" b="1" dirty="0">
              <a:solidFill>
                <a:srgbClr val="9A0001"/>
              </a:solidFill>
              <a:latin typeface="+mn-ea"/>
              <a:cs typeface="+mn-ea"/>
              <a:sym typeface="Arial" panose="020B0604020202020204" pitchFamily="34" charset="0"/>
            </a:endParaRPr>
          </a:p>
        </p:txBody>
      </p:sp>
      <p:grpSp>
        <p:nvGrpSpPr>
          <p:cNvPr id="113" name="组合 112">
            <a:extLst>
              <a:ext uri="{FF2B5EF4-FFF2-40B4-BE49-F238E27FC236}">
                <a16:creationId xmlns:a16="http://schemas.microsoft.com/office/drawing/2014/main" xmlns="" id="{295E96C7-CEF5-0056-8540-06F67AF5EB96}"/>
              </a:ext>
            </a:extLst>
          </p:cNvPr>
          <p:cNvGrpSpPr/>
          <p:nvPr/>
        </p:nvGrpSpPr>
        <p:grpSpPr>
          <a:xfrm>
            <a:off x="5650374" y="1311328"/>
            <a:ext cx="6155369" cy="4499679"/>
            <a:chOff x="5650374" y="1507952"/>
            <a:chExt cx="6155369" cy="4499679"/>
          </a:xfrm>
        </p:grpSpPr>
        <p:sp>
          <p:nvSpPr>
            <p:cNvPr id="160" name="矩形 159">
              <a:extLst>
                <a:ext uri="{FF2B5EF4-FFF2-40B4-BE49-F238E27FC236}">
                  <a16:creationId xmlns:a16="http://schemas.microsoft.com/office/drawing/2014/main" xmlns="" id="{9CEA244F-BB90-AF14-E1B8-E3BAC9A967E2}"/>
                </a:ext>
              </a:extLst>
            </p:cNvPr>
            <p:cNvSpPr/>
            <p:nvPr/>
          </p:nvSpPr>
          <p:spPr>
            <a:xfrm>
              <a:off x="5667458" y="1776072"/>
              <a:ext cx="1920053" cy="27699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200" b="0" i="0" u="none" strike="noStrike" kern="1200" cap="none" spc="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57" name="矩形 156">
              <a:extLst>
                <a:ext uri="{FF2B5EF4-FFF2-40B4-BE49-F238E27FC236}">
                  <a16:creationId xmlns:a16="http://schemas.microsoft.com/office/drawing/2014/main" xmlns="" id="{9228D1DF-8B87-BA6F-39DA-3E822E79517D}"/>
                </a:ext>
              </a:extLst>
            </p:cNvPr>
            <p:cNvSpPr/>
            <p:nvPr/>
          </p:nvSpPr>
          <p:spPr>
            <a:xfrm>
              <a:off x="5650374" y="2746504"/>
              <a:ext cx="1820943" cy="276999"/>
            </a:xfrm>
            <a:prstGeom prst="rect">
              <a:avLst/>
            </a:prstGeom>
          </p:spPr>
          <p:txBody>
            <a:bodyPr wrap="square">
              <a:spAutoFit/>
            </a:bodyPr>
            <a:lstStyle/>
            <a:p>
              <a:pPr marL="0" marR="0" lvl="0" indent="0" algn="dist" defTabSz="914400" rtl="0" eaLnBrk="1" fontAlgn="auto" latinLnBrk="0" hangingPunct="1">
                <a:lnSpc>
                  <a:spcPct val="100000"/>
                </a:lnSpc>
                <a:spcBef>
                  <a:spcPts val="0"/>
                </a:spcBef>
                <a:spcAft>
                  <a:spcPts val="0"/>
                </a:spcAft>
                <a:buClrTx/>
                <a:buSzTx/>
                <a:buFontTx/>
                <a:buNone/>
                <a:tabLst/>
                <a:defRPr/>
              </a:pPr>
              <a:endParaRPr kumimoji="0" lang="en-US" altLang="zh-CN" sz="1200" b="0" i="0" u="none" strike="noStrike" kern="1200" cap="none" spc="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52" name="矩形 151">
              <a:extLst>
                <a:ext uri="{FF2B5EF4-FFF2-40B4-BE49-F238E27FC236}">
                  <a16:creationId xmlns:a16="http://schemas.microsoft.com/office/drawing/2014/main" xmlns="" id="{32F2DB9B-ED2E-6D5C-C63F-75409E64613E}"/>
                </a:ext>
              </a:extLst>
            </p:cNvPr>
            <p:cNvSpPr/>
            <p:nvPr/>
          </p:nvSpPr>
          <p:spPr>
            <a:xfrm>
              <a:off x="5657641" y="3745865"/>
              <a:ext cx="1779387" cy="276999"/>
            </a:xfrm>
            <a:prstGeom prst="rect">
              <a:avLst/>
            </a:prstGeom>
          </p:spPr>
          <p:txBody>
            <a:bodyPr wrap="square">
              <a:spAutoFit/>
            </a:bodyPr>
            <a:lstStyle/>
            <a:p>
              <a:pPr marL="0" marR="0" lvl="0" indent="0" algn="dist" defTabSz="914400" rtl="0" eaLnBrk="1" fontAlgn="auto" latinLnBrk="0" hangingPunct="1">
                <a:lnSpc>
                  <a:spcPct val="100000"/>
                </a:lnSpc>
                <a:spcBef>
                  <a:spcPts val="0"/>
                </a:spcBef>
                <a:spcAft>
                  <a:spcPts val="0"/>
                </a:spcAft>
                <a:buClrTx/>
                <a:buSzTx/>
                <a:buFontTx/>
                <a:buNone/>
                <a:tabLst/>
                <a:defRPr/>
              </a:pPr>
              <a:endParaRPr kumimoji="0" lang="zh-CN" altLang="en-US" sz="1200" b="0" i="0" u="none" strike="noStrike" kern="1200" cap="none" spc="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8" name="矩形 147">
              <a:extLst>
                <a:ext uri="{FF2B5EF4-FFF2-40B4-BE49-F238E27FC236}">
                  <a16:creationId xmlns:a16="http://schemas.microsoft.com/office/drawing/2014/main" xmlns="" id="{A79D64E7-0879-E910-380E-991F06899B31}"/>
                </a:ext>
              </a:extLst>
            </p:cNvPr>
            <p:cNvSpPr/>
            <p:nvPr/>
          </p:nvSpPr>
          <p:spPr>
            <a:xfrm>
              <a:off x="5676771" y="4748465"/>
              <a:ext cx="1788287" cy="281594"/>
            </a:xfrm>
            <a:prstGeom prst="rect">
              <a:avLst/>
            </a:prstGeom>
          </p:spPr>
          <p:txBody>
            <a:bodyPr wrap="square">
              <a:spAutoFit/>
            </a:bodyPr>
            <a:lstStyle/>
            <a:p>
              <a:pPr marL="0" marR="0" lvl="0" indent="0" algn="dist" defTabSz="914400" rtl="0" eaLnBrk="1" fontAlgn="auto" latinLnBrk="0" hangingPunct="1">
                <a:lnSpc>
                  <a:spcPct val="100000"/>
                </a:lnSpc>
                <a:spcBef>
                  <a:spcPts val="0"/>
                </a:spcBef>
                <a:spcAft>
                  <a:spcPts val="0"/>
                </a:spcAft>
                <a:buClrTx/>
                <a:buSzTx/>
                <a:buFontTx/>
                <a:buNone/>
                <a:tabLst/>
                <a:defRPr/>
              </a:pPr>
              <a:endParaRPr kumimoji="0" lang="zh-CN" altLang="en-US" sz="1200" b="0" i="0" u="none" strike="noStrike" kern="1200" cap="none" spc="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nvGrpSpPr>
            <p:cNvPr id="119" name="组合 118">
              <a:extLst>
                <a:ext uri="{FF2B5EF4-FFF2-40B4-BE49-F238E27FC236}">
                  <a16:creationId xmlns:a16="http://schemas.microsoft.com/office/drawing/2014/main" xmlns="" id="{E9EE5BE9-8F2D-2D12-BF63-C7DDD6864C25}"/>
                </a:ext>
              </a:extLst>
            </p:cNvPr>
            <p:cNvGrpSpPr/>
            <p:nvPr/>
          </p:nvGrpSpPr>
          <p:grpSpPr>
            <a:xfrm>
              <a:off x="7954667" y="1507952"/>
              <a:ext cx="3851076" cy="3842096"/>
              <a:chOff x="2105799" y="20055838"/>
              <a:chExt cx="6748090" cy="6732363"/>
            </a:xfrm>
            <a:solidFill>
              <a:schemeClr val="bg1">
                <a:alpha val="20000"/>
              </a:schemeClr>
            </a:solidFill>
          </p:grpSpPr>
          <p:sp>
            <p:nvSpPr>
              <p:cNvPr id="125" name="Freeform 8">
                <a:extLst>
                  <a:ext uri="{FF2B5EF4-FFF2-40B4-BE49-F238E27FC236}">
                    <a16:creationId xmlns:a16="http://schemas.microsoft.com/office/drawing/2014/main" xmlns="" id="{D73AB84B-0C41-3760-DE63-2BD2A4A5DCA3}"/>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26" name="Freeform 42">
                <a:extLst>
                  <a:ext uri="{FF2B5EF4-FFF2-40B4-BE49-F238E27FC236}">
                    <a16:creationId xmlns:a16="http://schemas.microsoft.com/office/drawing/2014/main" xmlns="" id="{C208A96D-52F6-AF45-D53F-83A6DCBD7A58}"/>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27" name="Freeform 43">
                <a:extLst>
                  <a:ext uri="{FF2B5EF4-FFF2-40B4-BE49-F238E27FC236}">
                    <a16:creationId xmlns:a16="http://schemas.microsoft.com/office/drawing/2014/main" xmlns="" id="{5A978352-B067-672B-5D13-66583BDBBE7C}"/>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28" name="Freeform 44">
                <a:extLst>
                  <a:ext uri="{FF2B5EF4-FFF2-40B4-BE49-F238E27FC236}">
                    <a16:creationId xmlns:a16="http://schemas.microsoft.com/office/drawing/2014/main" xmlns="" id="{98C2C5B2-CB1B-72C1-4473-9C49BF13E180}"/>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29" name="Freeform 45">
                <a:extLst>
                  <a:ext uri="{FF2B5EF4-FFF2-40B4-BE49-F238E27FC236}">
                    <a16:creationId xmlns:a16="http://schemas.microsoft.com/office/drawing/2014/main" xmlns="" id="{92DA60B3-AA19-6F8A-9340-8F0EA3E94F27}"/>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0" name="Freeform 46">
                <a:extLst>
                  <a:ext uri="{FF2B5EF4-FFF2-40B4-BE49-F238E27FC236}">
                    <a16:creationId xmlns:a16="http://schemas.microsoft.com/office/drawing/2014/main" xmlns="" id="{5A989A6D-2B0A-B1B5-D45D-68686625FAB2}"/>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1" name="Freeform 47">
                <a:extLst>
                  <a:ext uri="{FF2B5EF4-FFF2-40B4-BE49-F238E27FC236}">
                    <a16:creationId xmlns:a16="http://schemas.microsoft.com/office/drawing/2014/main" xmlns="" id="{3337B08B-EAE2-DD94-EC28-8109A3DADF63}"/>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2" name="Freeform 48">
                <a:extLst>
                  <a:ext uri="{FF2B5EF4-FFF2-40B4-BE49-F238E27FC236}">
                    <a16:creationId xmlns:a16="http://schemas.microsoft.com/office/drawing/2014/main" xmlns="" id="{D3AB5F20-9BCD-3D0A-90EC-11B83C130F09}"/>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3" name="Freeform 49">
                <a:extLst>
                  <a:ext uri="{FF2B5EF4-FFF2-40B4-BE49-F238E27FC236}">
                    <a16:creationId xmlns:a16="http://schemas.microsoft.com/office/drawing/2014/main" xmlns="" id="{DE6FC29A-543E-4A2F-8BD8-785FC33B0B8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4" name="Freeform 50">
                <a:extLst>
                  <a:ext uri="{FF2B5EF4-FFF2-40B4-BE49-F238E27FC236}">
                    <a16:creationId xmlns:a16="http://schemas.microsoft.com/office/drawing/2014/main" xmlns="" id="{080A65A5-057C-A3E7-7BA3-83641F693DC6}"/>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5" name="Freeform 51">
                <a:extLst>
                  <a:ext uri="{FF2B5EF4-FFF2-40B4-BE49-F238E27FC236}">
                    <a16:creationId xmlns:a16="http://schemas.microsoft.com/office/drawing/2014/main" xmlns="" id="{01AB7DE5-866F-29E1-F89A-DCFF597807F9}"/>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6" name="Freeform 52">
                <a:extLst>
                  <a:ext uri="{FF2B5EF4-FFF2-40B4-BE49-F238E27FC236}">
                    <a16:creationId xmlns:a16="http://schemas.microsoft.com/office/drawing/2014/main" xmlns="" id="{34DCE9A7-BB5E-BF0F-BE3F-F01C3FADB2EA}"/>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7" name="Freeform 53">
                <a:extLst>
                  <a:ext uri="{FF2B5EF4-FFF2-40B4-BE49-F238E27FC236}">
                    <a16:creationId xmlns:a16="http://schemas.microsoft.com/office/drawing/2014/main" xmlns="" id="{87AD9468-B78E-8741-60F8-61EC2ED64DB3}"/>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8" name="Freeform 54">
                <a:extLst>
                  <a:ext uri="{FF2B5EF4-FFF2-40B4-BE49-F238E27FC236}">
                    <a16:creationId xmlns:a16="http://schemas.microsoft.com/office/drawing/2014/main" xmlns="" id="{9DA94EDE-92E9-D2E6-AB84-06950617EFB6}"/>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9" name="Freeform 55">
                <a:extLst>
                  <a:ext uri="{FF2B5EF4-FFF2-40B4-BE49-F238E27FC236}">
                    <a16:creationId xmlns:a16="http://schemas.microsoft.com/office/drawing/2014/main" xmlns="" id="{E64F30E7-FC45-73D1-450F-76B8BCA3D7B0}"/>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0" name="Freeform 56">
                <a:extLst>
                  <a:ext uri="{FF2B5EF4-FFF2-40B4-BE49-F238E27FC236}">
                    <a16:creationId xmlns:a16="http://schemas.microsoft.com/office/drawing/2014/main" xmlns="" id="{25839EB4-0B7E-EE21-E2AE-56D925D3E50A}"/>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1" name="Freeform 57">
                <a:extLst>
                  <a:ext uri="{FF2B5EF4-FFF2-40B4-BE49-F238E27FC236}">
                    <a16:creationId xmlns:a16="http://schemas.microsoft.com/office/drawing/2014/main" xmlns="" id="{FFB65960-19EA-2D57-9EC7-6B6619AD2F43}"/>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2" name="Freeform 58">
                <a:extLst>
                  <a:ext uri="{FF2B5EF4-FFF2-40B4-BE49-F238E27FC236}">
                    <a16:creationId xmlns:a16="http://schemas.microsoft.com/office/drawing/2014/main" xmlns="" id="{6D7D058D-30C7-A78E-D81E-BA1BF6C76ED1}"/>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3" name="Freeform 59">
                <a:extLst>
                  <a:ext uri="{FF2B5EF4-FFF2-40B4-BE49-F238E27FC236}">
                    <a16:creationId xmlns:a16="http://schemas.microsoft.com/office/drawing/2014/main" xmlns="" id="{76755970-4692-A787-9FB3-568708F8E2F8}"/>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4" name="Freeform 60">
                <a:extLst>
                  <a:ext uri="{FF2B5EF4-FFF2-40B4-BE49-F238E27FC236}">
                    <a16:creationId xmlns:a16="http://schemas.microsoft.com/office/drawing/2014/main" xmlns="" id="{7DA47C2D-EA15-4EED-257D-D5608EDFEAE1}"/>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5" name="Freeform 61">
                <a:extLst>
                  <a:ext uri="{FF2B5EF4-FFF2-40B4-BE49-F238E27FC236}">
                    <a16:creationId xmlns:a16="http://schemas.microsoft.com/office/drawing/2014/main" xmlns="" id="{2526E59E-27BD-A497-EAA9-2F331275046F}"/>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6" name="Freeform 62">
                <a:extLst>
                  <a:ext uri="{FF2B5EF4-FFF2-40B4-BE49-F238E27FC236}">
                    <a16:creationId xmlns:a16="http://schemas.microsoft.com/office/drawing/2014/main" xmlns="" id="{230DC3F9-6DE4-1380-3A29-48916C9FDAF9}"/>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7" name="Freeform 71">
                <a:extLst>
                  <a:ext uri="{FF2B5EF4-FFF2-40B4-BE49-F238E27FC236}">
                    <a16:creationId xmlns:a16="http://schemas.microsoft.com/office/drawing/2014/main" xmlns="" id="{B24B521C-6D7E-6A12-FFBB-A7A8B58E6EF6}"/>
                  </a:ext>
                </a:extLst>
              </p:cNvPr>
              <p:cNvSpPr>
                <a:spLocks noEditPoints="1"/>
              </p:cNvSpPr>
              <p:nvPr/>
            </p:nvSpPr>
            <p:spPr bwMode="auto">
              <a:xfrm>
                <a:off x="3199022" y="21141195"/>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sp>
          <p:nvSpPr>
            <p:cNvPr id="121" name="矩形 120">
              <a:extLst>
                <a:ext uri="{FF2B5EF4-FFF2-40B4-BE49-F238E27FC236}">
                  <a16:creationId xmlns:a16="http://schemas.microsoft.com/office/drawing/2014/main" xmlns="" id="{EEDCF481-000E-2278-3E0E-1B0E4EC5832D}"/>
                </a:ext>
              </a:extLst>
            </p:cNvPr>
            <p:cNvSpPr/>
            <p:nvPr/>
          </p:nvSpPr>
          <p:spPr>
            <a:xfrm>
              <a:off x="5691741" y="5726037"/>
              <a:ext cx="1788287" cy="28159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200" b="0" i="0" u="none" strike="noStrike" kern="1200" cap="none" spc="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cxnSp>
        <p:nvCxnSpPr>
          <p:cNvPr id="166" name="直接连接符 165">
            <a:extLst>
              <a:ext uri="{FF2B5EF4-FFF2-40B4-BE49-F238E27FC236}">
                <a16:creationId xmlns:a16="http://schemas.microsoft.com/office/drawing/2014/main" xmlns="" id="{2FDC94B7-2328-CBA7-B08B-C48D4B03423E}"/>
              </a:ext>
            </a:extLst>
          </p:cNvPr>
          <p:cNvCxnSpPr>
            <a:cxnSpLocks/>
          </p:cNvCxnSpPr>
          <p:nvPr/>
        </p:nvCxnSpPr>
        <p:spPr>
          <a:xfrm flipV="1">
            <a:off x="4564416" y="2252324"/>
            <a:ext cx="0" cy="2493341"/>
          </a:xfrm>
          <a:prstGeom prst="line">
            <a:avLst/>
          </a:prstGeom>
        </p:spPr>
        <p:style>
          <a:lnRef idx="1">
            <a:schemeClr val="accent1"/>
          </a:lnRef>
          <a:fillRef idx="0">
            <a:schemeClr val="accent1"/>
          </a:fillRef>
          <a:effectRef idx="0">
            <a:schemeClr val="accent1"/>
          </a:effectRef>
          <a:fontRef idx="minor">
            <a:schemeClr val="tx1"/>
          </a:fontRef>
        </p:style>
      </p:cxnSp>
      <p:grpSp>
        <p:nvGrpSpPr>
          <p:cNvPr id="167" name="组合 166">
            <a:extLst>
              <a:ext uri="{FF2B5EF4-FFF2-40B4-BE49-F238E27FC236}">
                <a16:creationId xmlns:a16="http://schemas.microsoft.com/office/drawing/2014/main" xmlns="" id="{046FD8CE-8F7C-9B8E-4D39-A42AE3F55373}"/>
              </a:ext>
            </a:extLst>
          </p:cNvPr>
          <p:cNvGrpSpPr/>
          <p:nvPr/>
        </p:nvGrpSpPr>
        <p:grpSpPr>
          <a:xfrm>
            <a:off x="1910563" y="2728434"/>
            <a:ext cx="3222172" cy="1564449"/>
            <a:chOff x="1042609" y="2403083"/>
            <a:chExt cx="3222172" cy="1564449"/>
          </a:xfrm>
        </p:grpSpPr>
        <p:sp>
          <p:nvSpPr>
            <p:cNvPr id="168" name="文本框 167">
              <a:extLst>
                <a:ext uri="{FF2B5EF4-FFF2-40B4-BE49-F238E27FC236}">
                  <a16:creationId xmlns:a16="http://schemas.microsoft.com/office/drawing/2014/main" xmlns="" id="{5E971F25-DC73-434B-28F1-3941D8425745}"/>
                </a:ext>
              </a:extLst>
            </p:cNvPr>
            <p:cNvSpPr txBox="1"/>
            <p:nvPr/>
          </p:nvSpPr>
          <p:spPr>
            <a:xfrm>
              <a:off x="1042609" y="2403083"/>
              <a:ext cx="3222172"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7200" b="0" i="0" u="none" strike="noStrike" kern="1200" cap="none" spc="1600" normalizeH="0" baseline="0" noProof="0" dirty="0">
                  <a:ln>
                    <a:noFill/>
                  </a:ln>
                  <a:solidFill>
                    <a:schemeClr val="accent1"/>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目录</a:t>
              </a:r>
            </a:p>
          </p:txBody>
        </p:sp>
        <p:sp>
          <p:nvSpPr>
            <p:cNvPr id="169" name="文本框 168">
              <a:extLst>
                <a:ext uri="{FF2B5EF4-FFF2-40B4-BE49-F238E27FC236}">
                  <a16:creationId xmlns:a16="http://schemas.microsoft.com/office/drawing/2014/main" xmlns="" id="{1CC5F2DE-04AF-FD70-C244-3F24876F43D0}"/>
                </a:ext>
              </a:extLst>
            </p:cNvPr>
            <p:cNvSpPr txBox="1"/>
            <p:nvPr/>
          </p:nvSpPr>
          <p:spPr>
            <a:xfrm>
              <a:off x="1149203" y="3505867"/>
              <a:ext cx="2071332" cy="461665"/>
            </a:xfrm>
            <a:prstGeom prst="rect">
              <a:avLst/>
            </a:prstGeom>
            <a:noFill/>
          </p:spPr>
          <p:txBody>
            <a:bodyPr wrap="square" rtlCol="0">
              <a:spAutoFit/>
            </a:bodyPr>
            <a:lstStyle/>
            <a:p>
              <a:pPr marL="0" marR="0" lvl="0" indent="0" algn="dist" defTabSz="914400" rtl="0" eaLnBrk="1" fontAlgn="auto" latinLnBrk="0" hangingPunct="1">
                <a:lnSpc>
                  <a:spcPct val="100000"/>
                </a:lnSpc>
                <a:spcBef>
                  <a:spcPts val="0"/>
                </a:spcBef>
                <a:spcAft>
                  <a:spcPts val="0"/>
                </a:spcAft>
                <a:buClrTx/>
                <a:buSzTx/>
                <a:buFontTx/>
                <a:buNone/>
                <a:tabLst/>
                <a:defRPr/>
              </a:pPr>
              <a:r>
                <a:rPr kumimoji="0" lang="en-US" altLang="zh-CN" sz="2400" b="0" i="0" u="none" strike="noStrike" kern="1200" cap="none" spc="-40" normalizeH="0" baseline="0" noProof="0" dirty="0">
                  <a:ln>
                    <a:noFill/>
                  </a:ln>
                  <a:solidFill>
                    <a:schemeClr val="accent1"/>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CONTENTS</a:t>
              </a:r>
              <a:endParaRPr kumimoji="0" lang="zh-CN" altLang="en-US" sz="2400" b="0" i="0" u="none" strike="noStrike" kern="1200" cap="none" spc="-40" normalizeH="0" baseline="0" noProof="0" dirty="0">
                <a:ln>
                  <a:noFill/>
                </a:ln>
                <a:solidFill>
                  <a:schemeClr val="accent1"/>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spTree>
    <p:extLst>
      <p:ext uri="{BB962C8B-B14F-4D97-AF65-F5344CB8AC3E}">
        <p14:creationId xmlns:p14="http://schemas.microsoft.com/office/powerpoint/2010/main" xmlns="" val="3395171591"/>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 name="图片 91">
            <a:extLst>
              <a:ext uri="{FF2B5EF4-FFF2-40B4-BE49-F238E27FC236}">
                <a16:creationId xmlns:a16="http://schemas.microsoft.com/office/drawing/2014/main" xmlns="" id="{5E5FAF05-B629-4414-BCD1-A75CE1744B15}"/>
              </a:ext>
            </a:extLst>
          </p:cNvPr>
          <p:cNvPicPr>
            <a:picLocks noChangeAspect="1"/>
          </p:cNvPicPr>
          <p:nvPr/>
        </p:nvPicPr>
        <p:blipFill>
          <a:blip r:embed="rId3"/>
          <a:stretch>
            <a:fillRect/>
          </a:stretch>
        </p:blipFill>
        <p:spPr>
          <a:xfrm>
            <a:off x="0" y="0"/>
            <a:ext cx="12192000" cy="6858000"/>
          </a:xfrm>
          <a:prstGeom prst="rect">
            <a:avLst/>
          </a:prstGeom>
        </p:spPr>
      </p:pic>
      <p:sp>
        <p:nvSpPr>
          <p:cNvPr id="2" name="矩形 1">
            <a:extLst>
              <a:ext uri="{FF2B5EF4-FFF2-40B4-BE49-F238E27FC236}">
                <a16:creationId xmlns:a16="http://schemas.microsoft.com/office/drawing/2014/main" xmlns="" id="{31E88DA5-6EB1-4B49-AA86-69796AD82596}"/>
              </a:ext>
            </a:extLst>
          </p:cNvPr>
          <p:cNvSpPr/>
          <p:nvPr/>
        </p:nvSpPr>
        <p:spPr>
          <a:xfrm>
            <a:off x="1" y="0"/>
            <a:ext cx="4953000" cy="6858000"/>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nvGrpSpPr>
          <p:cNvPr id="3" name="组合 2">
            <a:extLst>
              <a:ext uri="{FF2B5EF4-FFF2-40B4-BE49-F238E27FC236}">
                <a16:creationId xmlns:a16="http://schemas.microsoft.com/office/drawing/2014/main" xmlns="" id="{CA502997-39E2-49B8-AFAE-986400773D03}"/>
              </a:ext>
            </a:extLst>
          </p:cNvPr>
          <p:cNvGrpSpPr/>
          <p:nvPr/>
        </p:nvGrpSpPr>
        <p:grpSpPr>
          <a:xfrm>
            <a:off x="796575" y="2751038"/>
            <a:ext cx="3458058" cy="923330"/>
            <a:chOff x="872775" y="2487402"/>
            <a:chExt cx="3458058" cy="923330"/>
          </a:xfrm>
        </p:grpSpPr>
        <p:sp>
          <p:nvSpPr>
            <p:cNvPr id="4" name="文本框 3">
              <a:extLst>
                <a:ext uri="{FF2B5EF4-FFF2-40B4-BE49-F238E27FC236}">
                  <a16:creationId xmlns:a16="http://schemas.microsoft.com/office/drawing/2014/main" xmlns="" id="{3D3CD500-B72D-4FB2-B185-BB8574EFA7C0}"/>
                </a:ext>
              </a:extLst>
            </p:cNvPr>
            <p:cNvSpPr txBox="1"/>
            <p:nvPr/>
          </p:nvSpPr>
          <p:spPr>
            <a:xfrm>
              <a:off x="872775" y="2487402"/>
              <a:ext cx="3269848"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5400" b="0" i="0" u="none" strike="noStrike" kern="1200" cap="none" spc="10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PART 5.1</a:t>
              </a:r>
              <a:endParaRPr kumimoji="0" lang="zh-CN" altLang="en-US" sz="5400" b="0" i="0" u="none" strike="noStrike" kern="1200" cap="none" spc="10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 name="等腰三角形 6">
              <a:extLst>
                <a:ext uri="{FF2B5EF4-FFF2-40B4-BE49-F238E27FC236}">
                  <a16:creationId xmlns:a16="http://schemas.microsoft.com/office/drawing/2014/main" xmlns="" id="{4EDA52F4-23EF-4A15-889D-647C071DC94F}"/>
                </a:ext>
              </a:extLst>
            </p:cNvPr>
            <p:cNvSpPr/>
            <p:nvPr/>
          </p:nvSpPr>
          <p:spPr>
            <a:xfrm rot="5400000">
              <a:off x="4151112" y="2865863"/>
              <a:ext cx="193033" cy="166408"/>
            </a:xfrm>
            <a:prstGeom prst="triangle">
              <a:avLst/>
            </a:prstGeom>
            <a:solidFill>
              <a:schemeClr val="bg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36" name="组合 35">
            <a:extLst>
              <a:ext uri="{FF2B5EF4-FFF2-40B4-BE49-F238E27FC236}">
                <a16:creationId xmlns:a16="http://schemas.microsoft.com/office/drawing/2014/main" xmlns="" id="{89F5A5CE-2702-4843-AD98-1A8ACB468021}"/>
              </a:ext>
            </a:extLst>
          </p:cNvPr>
          <p:cNvGrpSpPr/>
          <p:nvPr/>
        </p:nvGrpSpPr>
        <p:grpSpPr>
          <a:xfrm>
            <a:off x="10093078" y="291782"/>
            <a:ext cx="1512002" cy="444892"/>
            <a:chOff x="9556201" y="498129"/>
            <a:chExt cx="1993881" cy="586680"/>
          </a:xfrm>
        </p:grpSpPr>
        <p:grpSp>
          <p:nvGrpSpPr>
            <p:cNvPr id="37" name="组合 36">
              <a:extLst>
                <a:ext uri="{FF2B5EF4-FFF2-40B4-BE49-F238E27FC236}">
                  <a16:creationId xmlns:a16="http://schemas.microsoft.com/office/drawing/2014/main" xmlns="" id="{3EE8DEA2-A283-4B0D-82AE-B287FC3E1D9D}"/>
                </a:ext>
              </a:extLst>
            </p:cNvPr>
            <p:cNvGrpSpPr/>
            <p:nvPr/>
          </p:nvGrpSpPr>
          <p:grpSpPr>
            <a:xfrm>
              <a:off x="10239376" y="968937"/>
              <a:ext cx="1307697" cy="96254"/>
              <a:chOff x="4616246" y="3878362"/>
              <a:chExt cx="5571416" cy="410087"/>
            </a:xfrm>
            <a:solidFill>
              <a:schemeClr val="tx1">
                <a:alpha val="80000"/>
              </a:schemeClr>
            </a:solidFill>
          </p:grpSpPr>
          <p:sp>
            <p:nvSpPr>
              <p:cNvPr id="75" name="Freeform 17">
                <a:extLst>
                  <a:ext uri="{FF2B5EF4-FFF2-40B4-BE49-F238E27FC236}">
                    <a16:creationId xmlns:a16="http://schemas.microsoft.com/office/drawing/2014/main" xmlns="" id="{44AD8719-A6C9-4AD4-8CDD-477C15899CBA}"/>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6" name="Freeform 18">
                <a:extLst>
                  <a:ext uri="{FF2B5EF4-FFF2-40B4-BE49-F238E27FC236}">
                    <a16:creationId xmlns:a16="http://schemas.microsoft.com/office/drawing/2014/main" xmlns="" id="{9133BF2C-02B4-465C-809F-F9B5C016DD0D}"/>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7" name="Freeform 19">
                <a:extLst>
                  <a:ext uri="{FF2B5EF4-FFF2-40B4-BE49-F238E27FC236}">
                    <a16:creationId xmlns:a16="http://schemas.microsoft.com/office/drawing/2014/main" xmlns="" id="{A0841CA1-65D3-4675-AA91-C11B58E1B613}"/>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8" name="Freeform 20">
                <a:extLst>
                  <a:ext uri="{FF2B5EF4-FFF2-40B4-BE49-F238E27FC236}">
                    <a16:creationId xmlns:a16="http://schemas.microsoft.com/office/drawing/2014/main" xmlns="" id="{C91AACB3-D6FC-4402-B777-8149CE12181B}"/>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9" name="Freeform 21">
                <a:extLst>
                  <a:ext uri="{FF2B5EF4-FFF2-40B4-BE49-F238E27FC236}">
                    <a16:creationId xmlns:a16="http://schemas.microsoft.com/office/drawing/2014/main" xmlns="" id="{3F398875-96C8-49E6-9A0F-8BB7DDA4E6BF}"/>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0" name="Freeform 22">
                <a:extLst>
                  <a:ext uri="{FF2B5EF4-FFF2-40B4-BE49-F238E27FC236}">
                    <a16:creationId xmlns:a16="http://schemas.microsoft.com/office/drawing/2014/main" xmlns="" id="{59DAB49B-761C-419D-8554-02791996798F}"/>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1" name="Freeform 23">
                <a:extLst>
                  <a:ext uri="{FF2B5EF4-FFF2-40B4-BE49-F238E27FC236}">
                    <a16:creationId xmlns:a16="http://schemas.microsoft.com/office/drawing/2014/main" xmlns="" id="{CC83CD3A-4F33-4130-92E1-15AF00D344A9}"/>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2" name="Freeform 25">
                <a:extLst>
                  <a:ext uri="{FF2B5EF4-FFF2-40B4-BE49-F238E27FC236}">
                    <a16:creationId xmlns:a16="http://schemas.microsoft.com/office/drawing/2014/main" xmlns="" id="{30C906F2-7F46-46B1-99E6-2A8D5E77C584}"/>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3" name="Freeform 27">
                <a:extLst>
                  <a:ext uri="{FF2B5EF4-FFF2-40B4-BE49-F238E27FC236}">
                    <a16:creationId xmlns:a16="http://schemas.microsoft.com/office/drawing/2014/main" xmlns="" id="{2A819B80-CD04-4550-AAC9-16BF82C47154}"/>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4" name="Freeform 29">
                <a:extLst>
                  <a:ext uri="{FF2B5EF4-FFF2-40B4-BE49-F238E27FC236}">
                    <a16:creationId xmlns:a16="http://schemas.microsoft.com/office/drawing/2014/main" xmlns="" id="{6ED0280C-985B-485D-AB5F-3B680C891744}"/>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5" name="Freeform 30">
                <a:extLst>
                  <a:ext uri="{FF2B5EF4-FFF2-40B4-BE49-F238E27FC236}">
                    <a16:creationId xmlns:a16="http://schemas.microsoft.com/office/drawing/2014/main" xmlns="" id="{7807AE7F-7241-41B3-848A-CB9FB7C68FCD}"/>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6" name="Freeform 31">
                <a:extLst>
                  <a:ext uri="{FF2B5EF4-FFF2-40B4-BE49-F238E27FC236}">
                    <a16:creationId xmlns:a16="http://schemas.microsoft.com/office/drawing/2014/main" xmlns="" id="{7E09A341-28AD-4DBC-9DF6-E76B47627200}"/>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7" name="Freeform 32">
                <a:extLst>
                  <a:ext uri="{FF2B5EF4-FFF2-40B4-BE49-F238E27FC236}">
                    <a16:creationId xmlns:a16="http://schemas.microsoft.com/office/drawing/2014/main" xmlns="" id="{E2CDB4AD-2696-4E4D-BFF8-B0270651E2C5}"/>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8" name="Freeform 33">
                <a:extLst>
                  <a:ext uri="{FF2B5EF4-FFF2-40B4-BE49-F238E27FC236}">
                    <a16:creationId xmlns:a16="http://schemas.microsoft.com/office/drawing/2014/main" xmlns="" id="{CAE8FA9B-65A8-44B8-B218-221FBBD8CE2B}"/>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9" name="Freeform 34">
                <a:extLst>
                  <a:ext uri="{FF2B5EF4-FFF2-40B4-BE49-F238E27FC236}">
                    <a16:creationId xmlns:a16="http://schemas.microsoft.com/office/drawing/2014/main" xmlns="" id="{172C18BF-8C3E-4F1C-A612-F3D2ED015B6C}"/>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90" name="Freeform 35">
                <a:extLst>
                  <a:ext uri="{FF2B5EF4-FFF2-40B4-BE49-F238E27FC236}">
                    <a16:creationId xmlns:a16="http://schemas.microsoft.com/office/drawing/2014/main" xmlns="" id="{C6454724-840E-4F50-AAEE-D58DE613A0F5}"/>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38" name="组合 37">
              <a:extLst>
                <a:ext uri="{FF2B5EF4-FFF2-40B4-BE49-F238E27FC236}">
                  <a16:creationId xmlns:a16="http://schemas.microsoft.com/office/drawing/2014/main" xmlns="" id="{BF98026A-D24A-4466-89B8-27A337DA00F7}"/>
                </a:ext>
              </a:extLst>
            </p:cNvPr>
            <p:cNvGrpSpPr/>
            <p:nvPr/>
          </p:nvGrpSpPr>
          <p:grpSpPr>
            <a:xfrm>
              <a:off x="10237120" y="539555"/>
              <a:ext cx="1312962" cy="375239"/>
              <a:chOff x="4606634" y="2048989"/>
              <a:chExt cx="5593843" cy="1598699"/>
            </a:xfrm>
            <a:solidFill>
              <a:schemeClr val="accent1">
                <a:alpha val="80000"/>
              </a:schemeClr>
            </a:solidFill>
          </p:grpSpPr>
          <p:sp>
            <p:nvSpPr>
              <p:cNvPr id="63" name="Freeform 9">
                <a:extLst>
                  <a:ext uri="{FF2B5EF4-FFF2-40B4-BE49-F238E27FC236}">
                    <a16:creationId xmlns:a16="http://schemas.microsoft.com/office/drawing/2014/main" xmlns="" id="{9B2E4542-884E-4798-8D56-BD93A37E7C2A}"/>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4" name="Freeform 10">
                <a:extLst>
                  <a:ext uri="{FF2B5EF4-FFF2-40B4-BE49-F238E27FC236}">
                    <a16:creationId xmlns:a16="http://schemas.microsoft.com/office/drawing/2014/main" xmlns="" id="{DBC71290-B4B4-4954-9268-B24937352AAE}"/>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5" name="Freeform 11">
                <a:extLst>
                  <a:ext uri="{FF2B5EF4-FFF2-40B4-BE49-F238E27FC236}">
                    <a16:creationId xmlns:a16="http://schemas.microsoft.com/office/drawing/2014/main" xmlns="" id="{0BCA249D-2F14-44A9-9D61-0C858FDB0018}"/>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6" name="Freeform 12">
                <a:extLst>
                  <a:ext uri="{FF2B5EF4-FFF2-40B4-BE49-F238E27FC236}">
                    <a16:creationId xmlns:a16="http://schemas.microsoft.com/office/drawing/2014/main" xmlns="" id="{3609396F-CBD4-45F6-A30A-44E844735568}"/>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7" name="Freeform 13">
                <a:extLst>
                  <a:ext uri="{FF2B5EF4-FFF2-40B4-BE49-F238E27FC236}">
                    <a16:creationId xmlns:a16="http://schemas.microsoft.com/office/drawing/2014/main" xmlns="" id="{1990FC48-EFE7-46BB-BA2A-0994DE84A1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8" name="Freeform 14">
                <a:extLst>
                  <a:ext uri="{FF2B5EF4-FFF2-40B4-BE49-F238E27FC236}">
                    <a16:creationId xmlns:a16="http://schemas.microsoft.com/office/drawing/2014/main" xmlns="" id="{E399D549-2995-4C91-9766-FC87D79F45DD}"/>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9" name="Freeform 15">
                <a:extLst>
                  <a:ext uri="{FF2B5EF4-FFF2-40B4-BE49-F238E27FC236}">
                    <a16:creationId xmlns:a16="http://schemas.microsoft.com/office/drawing/2014/main" xmlns="" id="{C7E6DF3D-732B-4F18-8C8A-CF5551EE7DDC}"/>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0" name="Freeform 16">
                <a:extLst>
                  <a:ext uri="{FF2B5EF4-FFF2-40B4-BE49-F238E27FC236}">
                    <a16:creationId xmlns:a16="http://schemas.microsoft.com/office/drawing/2014/main" xmlns="" id="{DD330645-D3BC-4BB1-9290-A6A4CC87B1C0}"/>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1" name="Freeform 24">
                <a:extLst>
                  <a:ext uri="{FF2B5EF4-FFF2-40B4-BE49-F238E27FC236}">
                    <a16:creationId xmlns:a16="http://schemas.microsoft.com/office/drawing/2014/main" xmlns="" id="{968CCA45-DD3A-4A7D-BC48-A28C69DFC59A}"/>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2" name="Freeform 26">
                <a:extLst>
                  <a:ext uri="{FF2B5EF4-FFF2-40B4-BE49-F238E27FC236}">
                    <a16:creationId xmlns:a16="http://schemas.microsoft.com/office/drawing/2014/main" xmlns="" id="{D2E86048-5AFE-4077-9EFC-F8B160041128}"/>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3" name="Freeform 28">
                <a:extLst>
                  <a:ext uri="{FF2B5EF4-FFF2-40B4-BE49-F238E27FC236}">
                    <a16:creationId xmlns:a16="http://schemas.microsoft.com/office/drawing/2014/main" xmlns="" id="{2282FA05-67FD-4A1C-999B-388A821E4A0D}"/>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4" name="Freeform 36">
                <a:extLst>
                  <a:ext uri="{FF2B5EF4-FFF2-40B4-BE49-F238E27FC236}">
                    <a16:creationId xmlns:a16="http://schemas.microsoft.com/office/drawing/2014/main" xmlns="" id="{9ECE6299-E675-4AC7-8F49-EA7822FE7B38}"/>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39" name="组合 38">
              <a:extLst>
                <a:ext uri="{FF2B5EF4-FFF2-40B4-BE49-F238E27FC236}">
                  <a16:creationId xmlns:a16="http://schemas.microsoft.com/office/drawing/2014/main" xmlns="" id="{50A175ED-F190-4B7B-9344-071E868CA208}"/>
                </a:ext>
              </a:extLst>
            </p:cNvPr>
            <p:cNvGrpSpPr/>
            <p:nvPr/>
          </p:nvGrpSpPr>
          <p:grpSpPr>
            <a:xfrm>
              <a:off x="9556201" y="498129"/>
              <a:ext cx="588050" cy="586680"/>
              <a:chOff x="2105799" y="20055838"/>
              <a:chExt cx="6748090" cy="6732363"/>
            </a:xfrm>
            <a:solidFill>
              <a:schemeClr val="accent1">
                <a:alpha val="80000"/>
              </a:schemeClr>
            </a:solidFill>
          </p:grpSpPr>
          <p:sp>
            <p:nvSpPr>
              <p:cNvPr id="40" name="Freeform 8">
                <a:extLst>
                  <a:ext uri="{FF2B5EF4-FFF2-40B4-BE49-F238E27FC236}">
                    <a16:creationId xmlns:a16="http://schemas.microsoft.com/office/drawing/2014/main" xmlns="" id="{C74E670C-47A6-45BE-93BE-82AA83997ACA}"/>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1" name="Freeform 42">
                <a:extLst>
                  <a:ext uri="{FF2B5EF4-FFF2-40B4-BE49-F238E27FC236}">
                    <a16:creationId xmlns:a16="http://schemas.microsoft.com/office/drawing/2014/main" xmlns="" id="{FCE454AD-1FF4-48D8-9DBA-1FF088A7EF41}"/>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2" name="Freeform 43">
                <a:extLst>
                  <a:ext uri="{FF2B5EF4-FFF2-40B4-BE49-F238E27FC236}">
                    <a16:creationId xmlns:a16="http://schemas.microsoft.com/office/drawing/2014/main" xmlns="" id="{939A0963-499A-4C24-9C3A-3095F83D1B51}"/>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3" name="Freeform 44">
                <a:extLst>
                  <a:ext uri="{FF2B5EF4-FFF2-40B4-BE49-F238E27FC236}">
                    <a16:creationId xmlns:a16="http://schemas.microsoft.com/office/drawing/2014/main" xmlns="" id="{B3512EF5-8F8A-444C-A477-B798936A4EF7}"/>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4" name="Freeform 45">
                <a:extLst>
                  <a:ext uri="{FF2B5EF4-FFF2-40B4-BE49-F238E27FC236}">
                    <a16:creationId xmlns:a16="http://schemas.microsoft.com/office/drawing/2014/main" xmlns="" id="{1469A33E-B7C7-4A29-9E17-597135B3C850}"/>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5" name="Freeform 46">
                <a:extLst>
                  <a:ext uri="{FF2B5EF4-FFF2-40B4-BE49-F238E27FC236}">
                    <a16:creationId xmlns:a16="http://schemas.microsoft.com/office/drawing/2014/main" xmlns="" id="{318FB07B-B579-493E-BBFC-9A63CFB5F3D9}"/>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6" name="Freeform 47">
                <a:extLst>
                  <a:ext uri="{FF2B5EF4-FFF2-40B4-BE49-F238E27FC236}">
                    <a16:creationId xmlns:a16="http://schemas.microsoft.com/office/drawing/2014/main" xmlns="" id="{49AE1D4D-6B1E-4FE0-B7FE-781B6688F7A7}"/>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7" name="Freeform 48">
                <a:extLst>
                  <a:ext uri="{FF2B5EF4-FFF2-40B4-BE49-F238E27FC236}">
                    <a16:creationId xmlns:a16="http://schemas.microsoft.com/office/drawing/2014/main" xmlns="" id="{71A18012-AD4A-4F63-A23C-1692DC631197}"/>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8" name="Freeform 49">
                <a:extLst>
                  <a:ext uri="{FF2B5EF4-FFF2-40B4-BE49-F238E27FC236}">
                    <a16:creationId xmlns:a16="http://schemas.microsoft.com/office/drawing/2014/main" xmlns="" id="{164E4CE6-1A5B-47E5-A4ED-07CD1BB8D4B6}"/>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9" name="Freeform 50">
                <a:extLst>
                  <a:ext uri="{FF2B5EF4-FFF2-40B4-BE49-F238E27FC236}">
                    <a16:creationId xmlns:a16="http://schemas.microsoft.com/office/drawing/2014/main" xmlns="" id="{31E778DB-AFCD-413D-A460-8FB4AFAFA807}"/>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0" name="Freeform 51">
                <a:extLst>
                  <a:ext uri="{FF2B5EF4-FFF2-40B4-BE49-F238E27FC236}">
                    <a16:creationId xmlns:a16="http://schemas.microsoft.com/office/drawing/2014/main" xmlns="" id="{FA0B79B5-B8DF-49C5-A2A5-E3221575825D}"/>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1" name="Freeform 52">
                <a:extLst>
                  <a:ext uri="{FF2B5EF4-FFF2-40B4-BE49-F238E27FC236}">
                    <a16:creationId xmlns:a16="http://schemas.microsoft.com/office/drawing/2014/main" xmlns="" id="{3EA0E13D-CE72-4639-A5F0-88FBD9AC79F1}"/>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2" name="Freeform 53">
                <a:extLst>
                  <a:ext uri="{FF2B5EF4-FFF2-40B4-BE49-F238E27FC236}">
                    <a16:creationId xmlns:a16="http://schemas.microsoft.com/office/drawing/2014/main" xmlns="" id="{670D9C48-3B9B-4543-B023-C17306EFAC1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3" name="Freeform 54">
                <a:extLst>
                  <a:ext uri="{FF2B5EF4-FFF2-40B4-BE49-F238E27FC236}">
                    <a16:creationId xmlns:a16="http://schemas.microsoft.com/office/drawing/2014/main" xmlns="" id="{A09D294A-3F5D-4963-A9A3-4EC8D1D48679}"/>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4" name="Freeform 55">
                <a:extLst>
                  <a:ext uri="{FF2B5EF4-FFF2-40B4-BE49-F238E27FC236}">
                    <a16:creationId xmlns:a16="http://schemas.microsoft.com/office/drawing/2014/main" xmlns="" id="{2D50D7AF-FDCC-4B40-BBE7-7A42EBF6C816}"/>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5" name="Freeform 56">
                <a:extLst>
                  <a:ext uri="{FF2B5EF4-FFF2-40B4-BE49-F238E27FC236}">
                    <a16:creationId xmlns:a16="http://schemas.microsoft.com/office/drawing/2014/main" xmlns="" id="{3B981CD3-2CE5-4286-84BB-E518E7C69B46}"/>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6" name="Freeform 57">
                <a:extLst>
                  <a:ext uri="{FF2B5EF4-FFF2-40B4-BE49-F238E27FC236}">
                    <a16:creationId xmlns:a16="http://schemas.microsoft.com/office/drawing/2014/main" xmlns="" id="{4EEE4F57-8B62-4809-BCD1-6A65AA8FC2B4}"/>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7" name="Freeform 58">
                <a:extLst>
                  <a:ext uri="{FF2B5EF4-FFF2-40B4-BE49-F238E27FC236}">
                    <a16:creationId xmlns:a16="http://schemas.microsoft.com/office/drawing/2014/main" xmlns="" id="{C373E4F1-52B8-48AE-BA57-AED20164534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8" name="Freeform 59">
                <a:extLst>
                  <a:ext uri="{FF2B5EF4-FFF2-40B4-BE49-F238E27FC236}">
                    <a16:creationId xmlns:a16="http://schemas.microsoft.com/office/drawing/2014/main" xmlns="" id="{7074632F-A6E9-4684-8629-FDB21E71FBDE}"/>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9" name="Freeform 60">
                <a:extLst>
                  <a:ext uri="{FF2B5EF4-FFF2-40B4-BE49-F238E27FC236}">
                    <a16:creationId xmlns:a16="http://schemas.microsoft.com/office/drawing/2014/main" xmlns="" id="{3AE5FF3B-11F2-4E50-859C-B0D76EA74D5E}"/>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0" name="Freeform 61">
                <a:extLst>
                  <a:ext uri="{FF2B5EF4-FFF2-40B4-BE49-F238E27FC236}">
                    <a16:creationId xmlns:a16="http://schemas.microsoft.com/office/drawing/2014/main" xmlns="" id="{20150246-C396-4837-AB0F-A3A53ECE9DC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1" name="Freeform 62">
                <a:extLst>
                  <a:ext uri="{FF2B5EF4-FFF2-40B4-BE49-F238E27FC236}">
                    <a16:creationId xmlns:a16="http://schemas.microsoft.com/office/drawing/2014/main" xmlns="" id="{7F7DE853-0053-4AFF-A1E6-6025F8ADC8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2" name="Freeform 71">
                <a:extLst>
                  <a:ext uri="{FF2B5EF4-FFF2-40B4-BE49-F238E27FC236}">
                    <a16:creationId xmlns:a16="http://schemas.microsoft.com/office/drawing/2014/main" xmlns="" id="{BAFDC9B8-35ED-4EBD-B342-10591FE912BB}"/>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sp>
        <p:nvSpPr>
          <p:cNvPr id="8" name="文本框 7">
            <a:extLst>
              <a:ext uri="{FF2B5EF4-FFF2-40B4-BE49-F238E27FC236}">
                <a16:creationId xmlns:a16="http://schemas.microsoft.com/office/drawing/2014/main" xmlns="" id="{27DEBCF5-BFB8-4FAD-B0B9-B4780086BDBD}"/>
              </a:ext>
            </a:extLst>
          </p:cNvPr>
          <p:cNvSpPr txBox="1"/>
          <p:nvPr/>
        </p:nvSpPr>
        <p:spPr>
          <a:xfrm>
            <a:off x="6378900" y="2700687"/>
            <a:ext cx="4087866" cy="830997"/>
          </a:xfrm>
          <a:prstGeom prst="rect">
            <a:avLst/>
          </a:prstGeom>
          <a:noFill/>
        </p:spPr>
        <p:txBody>
          <a:bodyPr wrap="square" rtlCol="0">
            <a:spAutoFit/>
          </a:bodyPr>
          <a:lstStyle/>
          <a:p>
            <a:pPr marL="0" marR="0" lvl="0" indent="0" algn="dist" defTabSz="914400" rtl="0" eaLnBrk="1" fontAlgn="auto" latinLnBrk="0" hangingPunct="1">
              <a:lnSpc>
                <a:spcPct val="100000"/>
              </a:lnSpc>
              <a:spcBef>
                <a:spcPts val="0"/>
              </a:spcBef>
              <a:spcAft>
                <a:spcPts val="0"/>
              </a:spcAft>
              <a:buClrTx/>
              <a:buSzTx/>
              <a:buFontTx/>
              <a:buNone/>
              <a:tabLst/>
              <a:defRPr/>
            </a:pPr>
            <a:r>
              <a:rPr lang="zh-CN" altLang="en-US" sz="4800" b="1" dirty="0">
                <a:solidFill>
                  <a:srgbClr val="9A0001"/>
                </a:solidFill>
                <a:latin typeface="+mn-ea"/>
                <a:cs typeface="+mn-ea"/>
                <a:sym typeface="Arial" panose="020B0604020202020204" pitchFamily="34" charset="0"/>
              </a:rPr>
              <a:t>存储管理概述</a:t>
            </a:r>
            <a:endParaRPr kumimoji="0" lang="zh-CN" altLang="en-US" sz="4800" b="1" i="0" u="none" strike="noStrike" kern="1200" cap="none" normalizeH="0" noProof="0" dirty="0">
              <a:ln>
                <a:noFill/>
              </a:ln>
              <a:solidFill>
                <a:srgbClr val="9A0001"/>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xmlns="" val="452879154"/>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p:txBody>
          <a:bodyPr/>
          <a:lstStyle/>
          <a:p>
            <a:r>
              <a:rPr lang="en-US" altLang="zh-CN" dirty="0">
                <a:sym typeface="Arial" panose="020B0604020202020204" pitchFamily="34" charset="0"/>
              </a:rPr>
              <a:t>5.1.1</a:t>
            </a:r>
            <a:r>
              <a:rPr lang="zh-CN" altLang="en-US" dirty="0">
                <a:sym typeface="Arial" panose="020B0604020202020204" pitchFamily="34" charset="0"/>
              </a:rPr>
              <a:t>存储体系</a:t>
            </a:r>
          </a:p>
        </p:txBody>
      </p:sp>
      <p:sp>
        <p:nvSpPr>
          <p:cNvPr id="17" name="文本框 16">
            <a:extLst>
              <a:ext uri="{FF2B5EF4-FFF2-40B4-BE49-F238E27FC236}">
                <a16:creationId xmlns:a16="http://schemas.microsoft.com/office/drawing/2014/main" xmlns="" id="{29EC610D-4277-0B24-CEA1-B7149A849152}"/>
              </a:ext>
            </a:extLst>
          </p:cNvPr>
          <p:cNvSpPr txBox="1"/>
          <p:nvPr/>
        </p:nvSpPr>
        <p:spPr>
          <a:xfrm>
            <a:off x="442913" y="1267915"/>
            <a:ext cx="11396161" cy="775662"/>
          </a:xfrm>
          <a:prstGeom prst="rect">
            <a:avLst/>
          </a:prstGeom>
          <a:noFill/>
        </p:spPr>
        <p:txBody>
          <a:bodyPr wrap="square" rtlCol="0">
            <a:spAutoFit/>
          </a:bodyPr>
          <a:lstStyle/>
          <a:p>
            <a:pPr>
              <a:lnSpc>
                <a:spcPts val="2800"/>
              </a:lnSpc>
            </a:pPr>
            <a:r>
              <a:rPr lang="zh-CN" altLang="en-US" kern="100" dirty="0">
                <a:effectLst/>
                <a:latin typeface="Microsoft YaHei" panose="020B0503020204020204" pitchFamily="34" charset="-122"/>
                <a:ea typeface="Microsoft YaHei" panose="020B0503020204020204" pitchFamily="34" charset="-122"/>
                <a:cs typeface="Times New Roman" panose="02020603050405020304" pitchFamily="18" charset="0"/>
              </a:rPr>
              <a:t>       </a:t>
            </a:r>
            <a:r>
              <a:rPr lang="zh-CN" altLang="zh-CN" kern="100" dirty="0">
                <a:effectLst/>
                <a:latin typeface="Microsoft YaHei" panose="020B0503020204020204" pitchFamily="34" charset="-122"/>
                <a:ea typeface="Microsoft YaHei" panose="020B0503020204020204" pitchFamily="34" charset="-122"/>
                <a:cs typeface="Times New Roman" panose="02020603050405020304" pitchFamily="18" charset="0"/>
              </a:rPr>
              <a:t>计算机系统中的存储部件</a:t>
            </a:r>
            <a:r>
              <a:rPr lang="zh-CN" altLang="zh-CN" kern="100" dirty="0">
                <a:solidFill>
                  <a:srgbClr val="9A0001"/>
                </a:solidFill>
                <a:effectLst/>
                <a:latin typeface="Microsoft YaHei" panose="020B0503020204020204" pitchFamily="34" charset="-122"/>
                <a:ea typeface="Microsoft YaHei" panose="020B0503020204020204" pitchFamily="34" charset="-122"/>
                <a:cs typeface="Times New Roman" panose="02020603050405020304" pitchFamily="18" charset="0"/>
              </a:rPr>
              <a:t>是需要物理实现的，理想存储部件需要高速、海量和非易失的特性，因此存储管理需要有机组合各种不同的物理存储部件，</a:t>
            </a:r>
            <a:r>
              <a:rPr lang="zh-CN" altLang="zh-CN" kern="100" dirty="0">
                <a:effectLst/>
                <a:latin typeface="Microsoft YaHei" panose="020B0503020204020204" pitchFamily="34" charset="-122"/>
                <a:ea typeface="Microsoft YaHei" panose="020B0503020204020204" pitchFamily="34" charset="-122"/>
                <a:cs typeface="Times New Roman" panose="02020603050405020304" pitchFamily="18" charset="0"/>
              </a:rPr>
              <a:t>形成其自有的体系结构</a:t>
            </a:r>
            <a:endParaRPr kumimoji="1" lang="zh-CN" altLang="en-US" sz="2000" dirty="0">
              <a:latin typeface="Microsoft YaHei" panose="020B0503020204020204" pitchFamily="34" charset="-122"/>
              <a:ea typeface="Microsoft YaHei" panose="020B0503020204020204" pitchFamily="34" charset="-122"/>
              <a:cs typeface="+mn-ea"/>
              <a:sym typeface="Arial" panose="020B0604020202020204" pitchFamily="34" charset="0"/>
            </a:endParaRPr>
          </a:p>
        </p:txBody>
      </p:sp>
      <p:sp>
        <p:nvSpPr>
          <p:cNvPr id="19" name="文本框 18">
            <a:extLst>
              <a:ext uri="{FF2B5EF4-FFF2-40B4-BE49-F238E27FC236}">
                <a16:creationId xmlns:a16="http://schemas.microsoft.com/office/drawing/2014/main" xmlns="" id="{0D18C119-5B9D-8E61-1E5C-C84C7B6FBC70}"/>
              </a:ext>
            </a:extLst>
          </p:cNvPr>
          <p:cNvSpPr txBox="1"/>
          <p:nvPr/>
        </p:nvSpPr>
        <p:spPr>
          <a:xfrm>
            <a:off x="795839" y="2406899"/>
            <a:ext cx="11396161" cy="1134734"/>
          </a:xfrm>
          <a:prstGeom prst="rect">
            <a:avLst/>
          </a:prstGeom>
          <a:noFill/>
        </p:spPr>
        <p:txBody>
          <a:bodyPr wrap="square">
            <a:spAutoFit/>
          </a:bodyPr>
          <a:lstStyle/>
          <a:p>
            <a:pPr>
              <a:lnSpc>
                <a:spcPts val="2800"/>
              </a:lnSpc>
            </a:pPr>
            <a:r>
              <a:rPr lang="en-US" altLang="zh-CN" kern="100" dirty="0">
                <a:solidFill>
                  <a:srgbClr val="9A0001"/>
                </a:solidFill>
                <a:effectLst/>
                <a:latin typeface="Microsoft YaHei" panose="020B0503020204020204" pitchFamily="34" charset="-122"/>
                <a:ea typeface="Microsoft YaHei" panose="020B0503020204020204" pitchFamily="34" charset="-122"/>
              </a:rPr>
              <a:t>①</a:t>
            </a:r>
            <a:r>
              <a:rPr lang="zh-CN" altLang="zh-CN" kern="100" dirty="0">
                <a:effectLst/>
                <a:latin typeface="Microsoft YaHei" panose="020B0503020204020204" pitchFamily="34" charset="-122"/>
                <a:ea typeface="Microsoft YaHei" panose="020B0503020204020204" pitchFamily="34" charset="-122"/>
              </a:rPr>
              <a:t>最先进的计算机科学技术能够提供的存储部件的速度，仍然明显地慢于同级别的处理器的速度</a:t>
            </a:r>
            <a:endParaRPr lang="en-US" altLang="zh-CN" kern="100" dirty="0">
              <a:effectLst/>
              <a:latin typeface="Microsoft YaHei" panose="020B0503020204020204" pitchFamily="34" charset="-122"/>
              <a:ea typeface="Microsoft YaHei" panose="020B0503020204020204" pitchFamily="34" charset="-122"/>
            </a:endParaRPr>
          </a:p>
          <a:p>
            <a:pPr>
              <a:lnSpc>
                <a:spcPts val="2800"/>
              </a:lnSpc>
            </a:pPr>
            <a:r>
              <a:rPr lang="en-US" altLang="zh-CN" kern="100" dirty="0">
                <a:solidFill>
                  <a:srgbClr val="9A0001"/>
                </a:solidFill>
                <a:effectLst/>
                <a:latin typeface="Microsoft YaHei" panose="020B0503020204020204" pitchFamily="34" charset="-122"/>
                <a:ea typeface="Microsoft YaHei" panose="020B0503020204020204" pitchFamily="34" charset="-122"/>
              </a:rPr>
              <a:t>②</a:t>
            </a:r>
            <a:r>
              <a:rPr lang="zh-CN" altLang="zh-CN" kern="100" dirty="0">
                <a:effectLst/>
                <a:latin typeface="Microsoft YaHei" panose="020B0503020204020204" pitchFamily="34" charset="-122"/>
                <a:ea typeface="Microsoft YaHei" panose="020B0503020204020204" pitchFamily="34" charset="-122"/>
              </a:rPr>
              <a:t>由于成本等方面的原因，任何一种存储部件都无法在速度与容量两个方面同时满足用户的需求</a:t>
            </a:r>
            <a:endParaRPr lang="en-US" altLang="zh-CN" kern="100" dirty="0">
              <a:effectLst/>
              <a:latin typeface="Microsoft YaHei" panose="020B0503020204020204" pitchFamily="34" charset="-122"/>
              <a:ea typeface="Microsoft YaHei" panose="020B0503020204020204" pitchFamily="34" charset="-122"/>
            </a:endParaRPr>
          </a:p>
          <a:p>
            <a:pPr>
              <a:lnSpc>
                <a:spcPts val="2800"/>
              </a:lnSpc>
            </a:pPr>
            <a:r>
              <a:rPr lang="en-US" altLang="zh-CN" kern="100" dirty="0">
                <a:solidFill>
                  <a:srgbClr val="9A0001"/>
                </a:solidFill>
                <a:effectLst/>
                <a:latin typeface="Microsoft YaHei" panose="020B0503020204020204" pitchFamily="34" charset="-122"/>
                <a:ea typeface="Microsoft YaHei" panose="020B0503020204020204" pitchFamily="34" charset="-122"/>
              </a:rPr>
              <a:t>③</a:t>
            </a:r>
            <a:r>
              <a:rPr lang="zh-CN" altLang="zh-CN" kern="100" dirty="0">
                <a:effectLst/>
                <a:latin typeface="Microsoft YaHei" panose="020B0503020204020204" pitchFamily="34" charset="-122"/>
                <a:ea typeface="Microsoft YaHei" panose="020B0503020204020204" pitchFamily="34" charset="-122"/>
              </a:rPr>
              <a:t>为解决这些矛盾，采用如图</a:t>
            </a:r>
            <a:r>
              <a:rPr lang="en-US" altLang="zh-CN" kern="100" dirty="0">
                <a:effectLst/>
                <a:latin typeface="Microsoft YaHei" panose="020B0503020204020204" pitchFamily="34" charset="-122"/>
                <a:ea typeface="Microsoft YaHei" panose="020B0503020204020204" pitchFamily="34" charset="-122"/>
              </a:rPr>
              <a:t>5-1</a:t>
            </a:r>
            <a:r>
              <a:rPr lang="zh-CN" altLang="zh-CN" kern="100" dirty="0">
                <a:effectLst/>
                <a:latin typeface="Microsoft YaHei" panose="020B0503020204020204" pitchFamily="34" charset="-122"/>
                <a:ea typeface="Microsoft YaHei" panose="020B0503020204020204" pitchFamily="34" charset="-122"/>
              </a:rPr>
              <a:t>所示的存储体系结构</a:t>
            </a:r>
          </a:p>
        </p:txBody>
      </p:sp>
      <p:grpSp>
        <p:nvGrpSpPr>
          <p:cNvPr id="20" name="组合 19">
            <a:extLst>
              <a:ext uri="{FF2B5EF4-FFF2-40B4-BE49-F238E27FC236}">
                <a16:creationId xmlns:a16="http://schemas.microsoft.com/office/drawing/2014/main" xmlns="" id="{AF46C304-AE68-9EE5-FAFE-92E6E5D9C580}"/>
              </a:ext>
            </a:extLst>
          </p:cNvPr>
          <p:cNvGrpSpPr/>
          <p:nvPr/>
        </p:nvGrpSpPr>
        <p:grpSpPr>
          <a:xfrm>
            <a:off x="2332497" y="4443713"/>
            <a:ext cx="7165988" cy="2302767"/>
            <a:chOff x="48485" y="2366168"/>
            <a:chExt cx="11698078" cy="4436465"/>
          </a:xfrm>
        </p:grpSpPr>
        <p:sp>
          <p:nvSpPr>
            <p:cNvPr id="21" name="圆角矩形 20">
              <a:extLst>
                <a:ext uri="{FF2B5EF4-FFF2-40B4-BE49-F238E27FC236}">
                  <a16:creationId xmlns:a16="http://schemas.microsoft.com/office/drawing/2014/main" xmlns="" id="{7602A66B-9D3E-F92A-956C-E54C22E8CB88}"/>
                </a:ext>
              </a:extLst>
            </p:cNvPr>
            <p:cNvSpPr/>
            <p:nvPr/>
          </p:nvSpPr>
          <p:spPr>
            <a:xfrm>
              <a:off x="2942896" y="5507421"/>
              <a:ext cx="5980386" cy="504497"/>
            </a:xfrm>
            <a:prstGeom prst="roundRect">
              <a:avLst>
                <a:gd name="adj" fmla="val 10417"/>
              </a:avLst>
            </a:pr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zh-CN" sz="1200" kern="1200" dirty="0">
                  <a:solidFill>
                    <a:schemeClr val="bg1"/>
                  </a:solidFill>
                  <a:effectLst/>
                  <a:latin typeface="Microsoft YaHei" panose="020B0503020204020204" pitchFamily="34" charset="-122"/>
                  <a:ea typeface="Microsoft YaHei" panose="020B0503020204020204" pitchFamily="34" charset="-122"/>
                  <a:cs typeface="Times New Roman" panose="02020603050405020304" pitchFamily="18" charset="0"/>
                </a:rPr>
                <a:t>云存储</a:t>
              </a:r>
              <a:r>
                <a:rPr lang="en-US" altLang="zh-CN" sz="1200" kern="1200" dirty="0">
                  <a:solidFill>
                    <a:schemeClr val="bg1"/>
                  </a:solidFill>
                  <a:effectLst/>
                  <a:latin typeface="Microsoft YaHei" panose="020B0503020204020204" pitchFamily="34" charset="-122"/>
                  <a:ea typeface="Microsoft YaHei" panose="020B0503020204020204" pitchFamily="34" charset="-122"/>
                  <a:cs typeface="Times New Roman" panose="02020603050405020304" pitchFamily="18" charset="0"/>
                </a:rPr>
                <a:t>(Cloud Storage)</a:t>
              </a:r>
              <a:endParaRPr lang="zh-CN" altLang="zh-CN" sz="1200" dirty="0">
                <a:solidFill>
                  <a:schemeClr val="bg1"/>
                </a:solidFill>
                <a:effectLst/>
                <a:latin typeface="Microsoft YaHei" panose="020B0503020204020204" pitchFamily="34" charset="-122"/>
                <a:ea typeface="Microsoft YaHei" panose="020B0503020204020204" pitchFamily="34" charset="-122"/>
                <a:cs typeface="宋体" panose="02010600030101010101" pitchFamily="2" charset="-122"/>
              </a:endParaRPr>
            </a:p>
          </p:txBody>
        </p:sp>
        <p:sp>
          <p:nvSpPr>
            <p:cNvPr id="22" name="圆角矩形 21">
              <a:extLst>
                <a:ext uri="{FF2B5EF4-FFF2-40B4-BE49-F238E27FC236}">
                  <a16:creationId xmlns:a16="http://schemas.microsoft.com/office/drawing/2014/main" xmlns="" id="{DD64FABF-8BD5-E592-2493-12046C811878}"/>
                </a:ext>
              </a:extLst>
            </p:cNvPr>
            <p:cNvSpPr/>
            <p:nvPr/>
          </p:nvSpPr>
          <p:spPr>
            <a:xfrm>
              <a:off x="3218792" y="4838044"/>
              <a:ext cx="5428594" cy="504497"/>
            </a:xfrm>
            <a:prstGeom prst="roundRect">
              <a:avLst>
                <a:gd name="adj" fmla="val 10417"/>
              </a:avLst>
            </a:pr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36830" algn="ctr"/>
              <a:r>
                <a:rPr lang="zh-CN" altLang="zh-CN" sz="1200" kern="1200" dirty="0">
                  <a:solidFill>
                    <a:schemeClr val="bg1"/>
                  </a:solidFill>
                  <a:effectLst/>
                  <a:latin typeface="Microsoft YaHei" panose="020B0503020204020204" pitchFamily="34" charset="-122"/>
                  <a:ea typeface="Microsoft YaHei" panose="020B0503020204020204" pitchFamily="34" charset="-122"/>
                  <a:cs typeface="Times New Roman" panose="02020603050405020304" pitchFamily="18" charset="0"/>
                </a:rPr>
                <a:t>外存</a:t>
              </a:r>
              <a:r>
                <a:rPr lang="en-US" altLang="zh-CN" sz="1200" kern="1200" dirty="0">
                  <a:solidFill>
                    <a:schemeClr val="bg1"/>
                  </a:solidFill>
                  <a:effectLst/>
                  <a:latin typeface="Microsoft YaHei" panose="020B0503020204020204" pitchFamily="34" charset="-122"/>
                  <a:ea typeface="Microsoft YaHei" panose="020B0503020204020204" pitchFamily="34" charset="-122"/>
                  <a:cs typeface="Times New Roman" panose="02020603050405020304" pitchFamily="18" charset="0"/>
                </a:rPr>
                <a:t>(Secondary Storage)</a:t>
              </a:r>
              <a:endParaRPr lang="zh-CN" altLang="zh-CN" sz="1200" dirty="0">
                <a:solidFill>
                  <a:schemeClr val="bg1"/>
                </a:solidFill>
                <a:effectLst/>
                <a:latin typeface="Microsoft YaHei" panose="020B0503020204020204" pitchFamily="34" charset="-122"/>
                <a:ea typeface="Microsoft YaHei" panose="020B0503020204020204" pitchFamily="34" charset="-122"/>
                <a:cs typeface="宋体" panose="02010600030101010101" pitchFamily="2" charset="-122"/>
              </a:endParaRPr>
            </a:p>
          </p:txBody>
        </p:sp>
        <p:sp>
          <p:nvSpPr>
            <p:cNvPr id="23" name="圆角矩形 22">
              <a:extLst>
                <a:ext uri="{FF2B5EF4-FFF2-40B4-BE49-F238E27FC236}">
                  <a16:creationId xmlns:a16="http://schemas.microsoft.com/office/drawing/2014/main" xmlns="" id="{6003E4BC-EB27-07A6-5EAB-7AF9555708F5}"/>
                </a:ext>
              </a:extLst>
            </p:cNvPr>
            <p:cNvSpPr/>
            <p:nvPr/>
          </p:nvSpPr>
          <p:spPr>
            <a:xfrm>
              <a:off x="3544613" y="4168667"/>
              <a:ext cx="4776953" cy="504497"/>
            </a:xfrm>
            <a:prstGeom prst="roundRect">
              <a:avLst>
                <a:gd name="adj" fmla="val 10417"/>
              </a:avLst>
            </a:pr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36830" algn="ctr"/>
              <a:r>
                <a:rPr lang="zh-CN" altLang="zh-CN" sz="1200" kern="1200" dirty="0">
                  <a:solidFill>
                    <a:schemeClr val="bg1"/>
                  </a:solidFill>
                  <a:effectLst/>
                  <a:latin typeface="Microsoft YaHei" panose="020B0503020204020204" pitchFamily="34" charset="-122"/>
                  <a:ea typeface="Microsoft YaHei" panose="020B0503020204020204" pitchFamily="34" charset="-122"/>
                  <a:cs typeface="Times New Roman" panose="02020603050405020304" pitchFamily="18" charset="0"/>
                </a:rPr>
                <a:t>内存</a:t>
              </a:r>
              <a:r>
                <a:rPr lang="en-US" altLang="zh-CN" sz="1200" kern="1200" dirty="0">
                  <a:solidFill>
                    <a:schemeClr val="bg1"/>
                  </a:solidFill>
                  <a:effectLst/>
                  <a:latin typeface="Microsoft YaHei" panose="020B0503020204020204" pitchFamily="34" charset="-122"/>
                  <a:ea typeface="Microsoft YaHei" panose="020B0503020204020204" pitchFamily="34" charset="-122"/>
                  <a:cs typeface="Times New Roman" panose="02020603050405020304" pitchFamily="18" charset="0"/>
                </a:rPr>
                <a:t>(Primary Storage)</a:t>
              </a:r>
              <a:endParaRPr lang="zh-CN" altLang="zh-CN" sz="1200" dirty="0">
                <a:solidFill>
                  <a:schemeClr val="bg1"/>
                </a:solidFill>
                <a:effectLst/>
                <a:latin typeface="Microsoft YaHei" panose="020B0503020204020204" pitchFamily="34" charset="-122"/>
                <a:ea typeface="Microsoft YaHei" panose="020B0503020204020204" pitchFamily="34" charset="-122"/>
                <a:cs typeface="宋体" panose="02010600030101010101" pitchFamily="2" charset="-122"/>
              </a:endParaRPr>
            </a:p>
          </p:txBody>
        </p:sp>
        <p:sp>
          <p:nvSpPr>
            <p:cNvPr id="24" name="圆角矩形 23">
              <a:extLst>
                <a:ext uri="{FF2B5EF4-FFF2-40B4-BE49-F238E27FC236}">
                  <a16:creationId xmlns:a16="http://schemas.microsoft.com/office/drawing/2014/main" xmlns="" id="{9A1FA3C5-7D8C-7FD2-D56B-CAFE30396651}"/>
                </a:ext>
              </a:extLst>
            </p:cNvPr>
            <p:cNvSpPr/>
            <p:nvPr/>
          </p:nvSpPr>
          <p:spPr>
            <a:xfrm>
              <a:off x="4008381" y="3499289"/>
              <a:ext cx="3849416" cy="504497"/>
            </a:xfrm>
            <a:prstGeom prst="roundRect">
              <a:avLst>
                <a:gd name="adj" fmla="val 10417"/>
              </a:avLst>
            </a:pr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36830" algn="ctr"/>
              <a:r>
                <a:rPr lang="zh-CN" altLang="zh-CN" sz="1200" kern="1200" dirty="0">
                  <a:solidFill>
                    <a:schemeClr val="bg1"/>
                  </a:solidFill>
                  <a:effectLst/>
                  <a:latin typeface="Microsoft YaHei" panose="020B0503020204020204" pitchFamily="34" charset="-122"/>
                  <a:ea typeface="Microsoft YaHei" panose="020B0503020204020204" pitchFamily="34" charset="-122"/>
                  <a:cs typeface="Times New Roman" panose="02020603050405020304" pitchFamily="18" charset="0"/>
                </a:rPr>
                <a:t>高速缓存</a:t>
              </a:r>
              <a:r>
                <a:rPr lang="en-US" altLang="zh-CN" sz="1200" kern="1200" dirty="0">
                  <a:solidFill>
                    <a:schemeClr val="bg1"/>
                  </a:solidFill>
                  <a:effectLst/>
                  <a:latin typeface="Microsoft YaHei" panose="020B0503020204020204" pitchFamily="34" charset="-122"/>
                  <a:ea typeface="Microsoft YaHei" panose="020B0503020204020204" pitchFamily="34" charset="-122"/>
                  <a:cs typeface="Times New Roman" panose="02020603050405020304" pitchFamily="18" charset="0"/>
                </a:rPr>
                <a:t>(Cache)</a:t>
              </a:r>
              <a:endParaRPr lang="zh-CN" altLang="zh-CN" sz="1200" dirty="0">
                <a:solidFill>
                  <a:schemeClr val="bg1"/>
                </a:solidFill>
                <a:effectLst/>
                <a:latin typeface="Microsoft YaHei" panose="020B0503020204020204" pitchFamily="34" charset="-122"/>
                <a:ea typeface="Microsoft YaHei" panose="020B0503020204020204" pitchFamily="34" charset="-122"/>
                <a:cs typeface="宋体" panose="02010600030101010101" pitchFamily="2" charset="-122"/>
              </a:endParaRPr>
            </a:p>
          </p:txBody>
        </p:sp>
        <p:sp>
          <p:nvSpPr>
            <p:cNvPr id="25" name="圆角矩形 24">
              <a:extLst>
                <a:ext uri="{FF2B5EF4-FFF2-40B4-BE49-F238E27FC236}">
                  <a16:creationId xmlns:a16="http://schemas.microsoft.com/office/drawing/2014/main" xmlns="" id="{748EEBEA-F6AC-4E7C-BC86-10482F831A7E}"/>
                </a:ext>
              </a:extLst>
            </p:cNvPr>
            <p:cNvSpPr/>
            <p:nvPr/>
          </p:nvSpPr>
          <p:spPr>
            <a:xfrm>
              <a:off x="4495798" y="2829911"/>
              <a:ext cx="2874582" cy="504497"/>
            </a:xfrm>
            <a:prstGeom prst="roundRect">
              <a:avLst>
                <a:gd name="adj" fmla="val 10417"/>
              </a:avLst>
            </a:pr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36830" algn="ctr"/>
              <a:r>
                <a:rPr lang="zh-CN" altLang="zh-CN" sz="1200" kern="1200" dirty="0">
                  <a:solidFill>
                    <a:schemeClr val="bg1"/>
                  </a:solidFill>
                  <a:effectLst/>
                  <a:latin typeface="Microsoft YaHei" panose="020B0503020204020204" pitchFamily="34" charset="-122"/>
                  <a:ea typeface="Microsoft YaHei" panose="020B0503020204020204" pitchFamily="34" charset="-122"/>
                  <a:cs typeface="Times New Roman" panose="02020603050405020304" pitchFamily="18" charset="0"/>
                </a:rPr>
                <a:t>寄存器</a:t>
              </a:r>
              <a:r>
                <a:rPr lang="en-US" altLang="zh-CN" sz="1200" kern="1200" dirty="0">
                  <a:solidFill>
                    <a:schemeClr val="bg1"/>
                  </a:solidFill>
                  <a:effectLst/>
                  <a:latin typeface="Microsoft YaHei" panose="020B0503020204020204" pitchFamily="34" charset="-122"/>
                  <a:ea typeface="Microsoft YaHei" panose="020B0503020204020204" pitchFamily="34" charset="-122"/>
                  <a:cs typeface="Times New Roman" panose="02020603050405020304" pitchFamily="18" charset="0"/>
                </a:rPr>
                <a:t>(Register)</a:t>
              </a:r>
              <a:endParaRPr lang="zh-CN" altLang="zh-CN" sz="1200" dirty="0">
                <a:solidFill>
                  <a:schemeClr val="bg1"/>
                </a:solidFill>
                <a:effectLst/>
                <a:latin typeface="Microsoft YaHei" panose="020B0503020204020204" pitchFamily="34" charset="-122"/>
                <a:ea typeface="Microsoft YaHei" panose="020B0503020204020204" pitchFamily="34" charset="-122"/>
                <a:cs typeface="宋体" panose="02010600030101010101" pitchFamily="2" charset="-122"/>
              </a:endParaRPr>
            </a:p>
          </p:txBody>
        </p:sp>
        <p:cxnSp>
          <p:nvCxnSpPr>
            <p:cNvPr id="26" name="直线箭头连接符 25">
              <a:extLst>
                <a:ext uri="{FF2B5EF4-FFF2-40B4-BE49-F238E27FC236}">
                  <a16:creationId xmlns:a16="http://schemas.microsoft.com/office/drawing/2014/main" xmlns="" id="{5BA5F2DC-BD0C-5BD4-75E2-B107BABDE2EB}"/>
                </a:ext>
              </a:extLst>
            </p:cNvPr>
            <p:cNvCxnSpPr/>
            <p:nvPr/>
          </p:nvCxnSpPr>
          <p:spPr>
            <a:xfrm>
              <a:off x="2041451" y="2923953"/>
              <a:ext cx="0" cy="3087965"/>
            </a:xfrm>
            <a:prstGeom prst="straightConnector1">
              <a:avLst/>
            </a:prstGeom>
            <a:ln w="22225">
              <a:tailEnd type="triangle"/>
            </a:ln>
          </p:spPr>
          <p:style>
            <a:lnRef idx="1">
              <a:schemeClr val="accent1"/>
            </a:lnRef>
            <a:fillRef idx="0">
              <a:schemeClr val="accent1"/>
            </a:fillRef>
            <a:effectRef idx="0">
              <a:schemeClr val="accent1"/>
            </a:effectRef>
            <a:fontRef idx="minor">
              <a:schemeClr val="tx1"/>
            </a:fontRef>
          </p:style>
        </p:cxnSp>
        <p:cxnSp>
          <p:nvCxnSpPr>
            <p:cNvPr id="27" name="直线箭头连接符 26">
              <a:extLst>
                <a:ext uri="{FF2B5EF4-FFF2-40B4-BE49-F238E27FC236}">
                  <a16:creationId xmlns:a16="http://schemas.microsoft.com/office/drawing/2014/main" xmlns="" id="{E3D2B10B-282C-5726-6377-6AC8A34A18AA}"/>
                </a:ext>
              </a:extLst>
            </p:cNvPr>
            <p:cNvCxnSpPr>
              <a:cxnSpLocks/>
            </p:cNvCxnSpPr>
            <p:nvPr/>
          </p:nvCxnSpPr>
          <p:spPr>
            <a:xfrm rot="10800000">
              <a:off x="9753600" y="2829911"/>
              <a:ext cx="0" cy="3087965"/>
            </a:xfrm>
            <a:prstGeom prst="straightConnector1">
              <a:avLst/>
            </a:prstGeom>
            <a:ln w="22225">
              <a:tailEnd type="triangle"/>
            </a:ln>
          </p:spPr>
          <p:style>
            <a:lnRef idx="1">
              <a:schemeClr val="accent1"/>
            </a:lnRef>
            <a:fillRef idx="0">
              <a:schemeClr val="accent1"/>
            </a:fillRef>
            <a:effectRef idx="0">
              <a:schemeClr val="accent1"/>
            </a:effectRef>
            <a:fontRef idx="minor">
              <a:schemeClr val="tx1"/>
            </a:fontRef>
          </p:style>
        </p:cxnSp>
        <p:sp>
          <p:nvSpPr>
            <p:cNvPr id="28" name="文本框 27">
              <a:extLst>
                <a:ext uri="{FF2B5EF4-FFF2-40B4-BE49-F238E27FC236}">
                  <a16:creationId xmlns:a16="http://schemas.microsoft.com/office/drawing/2014/main" xmlns="" id="{18D9CC87-7D29-4CDE-7200-CB56E3F47C55}"/>
                </a:ext>
              </a:extLst>
            </p:cNvPr>
            <p:cNvSpPr txBox="1"/>
            <p:nvPr/>
          </p:nvSpPr>
          <p:spPr>
            <a:xfrm>
              <a:off x="48485" y="2366168"/>
              <a:ext cx="3985930" cy="652251"/>
            </a:xfrm>
            <a:prstGeom prst="rect">
              <a:avLst/>
            </a:prstGeom>
            <a:noFill/>
          </p:spPr>
          <p:txBody>
            <a:bodyPr wrap="none" rtlCol="0">
              <a:spAutoFit/>
            </a:bodyPr>
            <a:lstStyle/>
            <a:p>
              <a:pPr algn="ctr"/>
              <a:r>
                <a:rPr lang="zh-CN" altLang="zh-CN" sz="1600" kern="100" dirty="0">
                  <a:effectLst/>
                  <a:latin typeface="Microsoft YaHei" panose="020B0503020204020204" pitchFamily="34" charset="-122"/>
                  <a:ea typeface="Microsoft YaHei" panose="020B0503020204020204" pitchFamily="34" charset="-122"/>
                </a:rPr>
                <a:t>容量大、速度慢、成本低</a:t>
              </a:r>
            </a:p>
          </p:txBody>
        </p:sp>
        <p:sp>
          <p:nvSpPr>
            <p:cNvPr id="29" name="文本框 28">
              <a:extLst>
                <a:ext uri="{FF2B5EF4-FFF2-40B4-BE49-F238E27FC236}">
                  <a16:creationId xmlns:a16="http://schemas.microsoft.com/office/drawing/2014/main" xmlns="" id="{3409F886-3561-D7F0-19C6-8FEFB5FDAD95}"/>
                </a:ext>
              </a:extLst>
            </p:cNvPr>
            <p:cNvSpPr txBox="1"/>
            <p:nvPr/>
          </p:nvSpPr>
          <p:spPr>
            <a:xfrm>
              <a:off x="7760633" y="2366168"/>
              <a:ext cx="3985930" cy="652251"/>
            </a:xfrm>
            <a:prstGeom prst="rect">
              <a:avLst/>
            </a:prstGeom>
            <a:noFill/>
          </p:spPr>
          <p:txBody>
            <a:bodyPr wrap="none" rtlCol="0">
              <a:spAutoFit/>
            </a:bodyPr>
            <a:lstStyle/>
            <a:p>
              <a:pPr algn="ctr"/>
              <a:r>
                <a:rPr lang="zh-CN" altLang="zh-CN" sz="1600" kern="100" dirty="0">
                  <a:effectLst/>
                  <a:latin typeface="Microsoft YaHei" panose="020B0503020204020204" pitchFamily="34" charset="-122"/>
                  <a:ea typeface="Microsoft YaHei" panose="020B0503020204020204" pitchFamily="34" charset="-122"/>
                </a:rPr>
                <a:t>容量小、速度快、成本高</a:t>
              </a:r>
              <a:endParaRPr kumimoji="1" lang="zh-CN" altLang="en-US" sz="1600" dirty="0">
                <a:latin typeface="Microsoft YaHei" panose="020B0503020204020204" pitchFamily="34" charset="-122"/>
                <a:ea typeface="Microsoft YaHei" panose="020B0503020204020204" pitchFamily="34" charset="-122"/>
                <a:cs typeface="+mn-ea"/>
                <a:sym typeface="Arial" panose="020B0604020202020204" pitchFamily="34" charset="0"/>
              </a:endParaRPr>
            </a:p>
          </p:txBody>
        </p:sp>
        <p:sp>
          <p:nvSpPr>
            <p:cNvPr id="30" name="文本框 29">
              <a:extLst>
                <a:ext uri="{FF2B5EF4-FFF2-40B4-BE49-F238E27FC236}">
                  <a16:creationId xmlns:a16="http://schemas.microsoft.com/office/drawing/2014/main" xmlns="" id="{B8F10B88-62AE-A31D-7B7C-62F068D62EB1}"/>
                </a:ext>
              </a:extLst>
            </p:cNvPr>
            <p:cNvSpPr txBox="1"/>
            <p:nvPr/>
          </p:nvSpPr>
          <p:spPr>
            <a:xfrm>
              <a:off x="4770963" y="6209676"/>
              <a:ext cx="2324253" cy="592957"/>
            </a:xfrm>
            <a:prstGeom prst="rect">
              <a:avLst/>
            </a:prstGeom>
            <a:noFill/>
          </p:spPr>
          <p:txBody>
            <a:bodyPr wrap="none" rtlCol="0">
              <a:spAutoFit/>
            </a:bodyPr>
            <a:lstStyle/>
            <a:p>
              <a:pPr algn="ctr"/>
              <a:r>
                <a:rPr kumimoji="1" lang="zh-CN" altLang="en-US" sz="1400" dirty="0">
                  <a:latin typeface="Microsoft YaHei" panose="020B0503020204020204" pitchFamily="34" charset="-122"/>
                  <a:ea typeface="Microsoft YaHei" panose="020B0503020204020204" pitchFamily="34" charset="-122"/>
                  <a:cs typeface="+mn-ea"/>
                  <a:sym typeface="Arial" panose="020B0604020202020204" pitchFamily="34" charset="0"/>
                </a:rPr>
                <a:t>图</a:t>
              </a:r>
              <a:r>
                <a:rPr kumimoji="1" lang="en-US" altLang="zh-CN" sz="1400" dirty="0">
                  <a:latin typeface="Microsoft YaHei" panose="020B0503020204020204" pitchFamily="34" charset="-122"/>
                  <a:ea typeface="Microsoft YaHei" panose="020B0503020204020204" pitchFamily="34" charset="-122"/>
                  <a:cs typeface="+mn-ea"/>
                  <a:sym typeface="Arial" panose="020B0604020202020204" pitchFamily="34" charset="0"/>
                </a:rPr>
                <a:t>5-1 </a:t>
              </a:r>
              <a:r>
                <a:rPr kumimoji="1" lang="zh-CN" altLang="en-US" sz="1400" dirty="0">
                  <a:latin typeface="Microsoft YaHei" panose="020B0503020204020204" pitchFamily="34" charset="-122"/>
                  <a:ea typeface="Microsoft YaHei" panose="020B0503020204020204" pitchFamily="34" charset="-122"/>
                  <a:cs typeface="+mn-ea"/>
                  <a:sym typeface="Arial" panose="020B0604020202020204" pitchFamily="34" charset="0"/>
                </a:rPr>
                <a:t>存储体系</a:t>
              </a:r>
            </a:p>
          </p:txBody>
        </p:sp>
      </p:grpSp>
    </p:spTree>
    <p:extLst>
      <p:ext uri="{BB962C8B-B14F-4D97-AF65-F5344CB8AC3E}">
        <p14:creationId xmlns:p14="http://schemas.microsoft.com/office/powerpoint/2010/main" xmlns="" val="3354714287"/>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p:txBody>
          <a:bodyPr/>
          <a:lstStyle/>
          <a:p>
            <a:r>
              <a:rPr lang="en-US" altLang="zh-CN" dirty="0">
                <a:sym typeface="Arial" panose="020B0604020202020204" pitchFamily="34" charset="0"/>
              </a:rPr>
              <a:t>5.1.1</a:t>
            </a:r>
            <a:r>
              <a:rPr lang="zh-CN" altLang="en-US" dirty="0">
                <a:sym typeface="Arial" panose="020B0604020202020204" pitchFamily="34" charset="0"/>
              </a:rPr>
              <a:t>存储体系</a:t>
            </a:r>
          </a:p>
        </p:txBody>
      </p:sp>
      <p:sp>
        <p:nvSpPr>
          <p:cNvPr id="9" name="文本框 8">
            <a:extLst>
              <a:ext uri="{FF2B5EF4-FFF2-40B4-BE49-F238E27FC236}">
                <a16:creationId xmlns:a16="http://schemas.microsoft.com/office/drawing/2014/main" xmlns="" id="{CA02E8FC-C70C-5C19-AE88-BAD44C8B0A10}"/>
              </a:ext>
            </a:extLst>
          </p:cNvPr>
          <p:cNvSpPr txBox="1"/>
          <p:nvPr/>
        </p:nvSpPr>
        <p:spPr>
          <a:xfrm>
            <a:off x="533863" y="992660"/>
            <a:ext cx="11192916" cy="1852880"/>
          </a:xfrm>
          <a:prstGeom prst="rect">
            <a:avLst/>
          </a:prstGeom>
          <a:noFill/>
        </p:spPr>
        <p:txBody>
          <a:bodyPr wrap="square">
            <a:spAutoFit/>
          </a:bodyPr>
          <a:lstStyle/>
          <a:p>
            <a:pPr>
              <a:lnSpc>
                <a:spcPts val="2800"/>
              </a:lnSpc>
            </a:pPr>
            <a:r>
              <a:rPr lang="en-US" altLang="zh-CN" b="1" kern="100" dirty="0">
                <a:solidFill>
                  <a:srgbClr val="9A0001"/>
                </a:solidFill>
                <a:latin typeface="Microsoft YaHei" panose="020B0503020204020204" pitchFamily="34" charset="-122"/>
                <a:ea typeface="Microsoft YaHei" panose="020B0503020204020204" pitchFamily="34" charset="-122"/>
                <a:cs typeface="Times New Roman" panose="02020603050405020304" pitchFamily="18" charset="0"/>
              </a:rPr>
              <a:t>①</a:t>
            </a:r>
            <a:r>
              <a:rPr lang="zh-CN" altLang="zh-CN" b="1" kern="100" dirty="0">
                <a:solidFill>
                  <a:srgbClr val="9A0001"/>
                </a:solidFill>
                <a:effectLst/>
                <a:latin typeface="Microsoft YaHei" panose="020B0503020204020204" pitchFamily="34" charset="-122"/>
                <a:ea typeface="Microsoft YaHei" panose="020B0503020204020204" pitchFamily="34" charset="-122"/>
                <a:cs typeface="Times New Roman" panose="02020603050405020304" pitchFamily="18" charset="0"/>
              </a:rPr>
              <a:t>寄存器</a:t>
            </a:r>
            <a:r>
              <a:rPr lang="zh-CN" altLang="en-US" b="1" kern="100" dirty="0">
                <a:solidFill>
                  <a:srgbClr val="9A0001"/>
                </a:solidFill>
                <a:effectLst/>
                <a:latin typeface="Microsoft YaHei" panose="020B0503020204020204" pitchFamily="34" charset="-122"/>
                <a:ea typeface="Microsoft YaHei" panose="020B0503020204020204" pitchFamily="34" charset="-122"/>
                <a:cs typeface="Times New Roman" panose="02020603050405020304" pitchFamily="18" charset="0"/>
              </a:rPr>
              <a:t>：</a:t>
            </a:r>
            <a:r>
              <a:rPr lang="zh-CN" altLang="zh-CN" kern="100" dirty="0">
                <a:effectLst/>
                <a:latin typeface="Microsoft YaHei" panose="020B0503020204020204" pitchFamily="34" charset="-122"/>
                <a:ea typeface="Microsoft YaHei" panose="020B0503020204020204" pitchFamily="34" charset="-122"/>
                <a:cs typeface="Times New Roman" panose="02020603050405020304" pitchFamily="18" charset="0"/>
              </a:rPr>
              <a:t>处理器中暂存信息的；少量的、非常快速、昂贵</a:t>
            </a:r>
            <a:r>
              <a:rPr lang="zh-CN" altLang="en-US" kern="100" dirty="0">
                <a:effectLst/>
                <a:latin typeface="Microsoft YaHei" panose="020B0503020204020204" pitchFamily="34" charset="-122"/>
                <a:ea typeface="Microsoft YaHei" panose="020B0503020204020204" pitchFamily="34" charset="-122"/>
                <a:cs typeface="Times New Roman" panose="02020603050405020304" pitchFamily="18" charset="0"/>
              </a:rPr>
              <a:t>、</a:t>
            </a:r>
            <a:r>
              <a:rPr lang="zh-CN" altLang="zh-CN" kern="100" dirty="0">
                <a:effectLst/>
                <a:latin typeface="Microsoft YaHei" panose="020B0503020204020204" pitchFamily="34" charset="-122"/>
                <a:ea typeface="Microsoft YaHei" panose="020B0503020204020204" pitchFamily="34" charset="-122"/>
                <a:cs typeface="Times New Roman" panose="02020603050405020304" pitchFamily="18" charset="0"/>
              </a:rPr>
              <a:t>通常是</a:t>
            </a:r>
            <a:r>
              <a:rPr lang="en-US" altLang="zh-CN" kern="100" dirty="0">
                <a:effectLst/>
                <a:latin typeface="Microsoft YaHei" panose="020B0503020204020204" pitchFamily="34" charset="-122"/>
                <a:ea typeface="Microsoft YaHei" panose="020B0503020204020204" pitchFamily="34" charset="-122"/>
              </a:rPr>
              <a:t>MB</a:t>
            </a:r>
            <a:r>
              <a:rPr lang="zh-CN" altLang="zh-CN" kern="100" dirty="0">
                <a:effectLst/>
                <a:latin typeface="Microsoft YaHei" panose="020B0503020204020204" pitchFamily="34" charset="-122"/>
                <a:ea typeface="Microsoft YaHei" panose="020B0503020204020204" pitchFamily="34" charset="-122"/>
                <a:cs typeface="Times New Roman" panose="02020603050405020304" pitchFamily="18" charset="0"/>
              </a:rPr>
              <a:t>字节的数量级；</a:t>
            </a:r>
            <a:endParaRPr lang="en-US" altLang="zh-CN" kern="100" dirty="0">
              <a:effectLst/>
              <a:latin typeface="Microsoft YaHei" panose="020B0503020204020204" pitchFamily="34" charset="-122"/>
              <a:ea typeface="Microsoft YaHei" panose="020B0503020204020204" pitchFamily="34" charset="-122"/>
              <a:cs typeface="Times New Roman" panose="02020603050405020304" pitchFamily="18" charset="0"/>
            </a:endParaRPr>
          </a:p>
          <a:p>
            <a:pPr>
              <a:lnSpc>
                <a:spcPts val="2800"/>
              </a:lnSpc>
            </a:pPr>
            <a:r>
              <a:rPr lang="en-US" altLang="zh-CN" b="1" kern="100" dirty="0">
                <a:solidFill>
                  <a:srgbClr val="9A0001"/>
                </a:solidFill>
                <a:effectLst/>
                <a:latin typeface="Microsoft YaHei" panose="020B0503020204020204" pitchFamily="34" charset="-122"/>
                <a:ea typeface="Microsoft YaHei" panose="020B0503020204020204" pitchFamily="34" charset="-122"/>
                <a:cs typeface="Times New Roman" panose="02020603050405020304" pitchFamily="18" charset="0"/>
              </a:rPr>
              <a:t>②</a:t>
            </a:r>
            <a:r>
              <a:rPr lang="zh-CN" altLang="zh-CN" b="1" kern="100" dirty="0">
                <a:solidFill>
                  <a:srgbClr val="9A0001"/>
                </a:solidFill>
                <a:effectLst/>
                <a:latin typeface="Microsoft YaHei" panose="020B0503020204020204" pitchFamily="34" charset="-122"/>
                <a:ea typeface="Microsoft YaHei" panose="020B0503020204020204" pitchFamily="34" charset="-122"/>
                <a:cs typeface="Times New Roman" panose="02020603050405020304" pitchFamily="18" charset="0"/>
              </a:rPr>
              <a:t>内存</a:t>
            </a:r>
            <a:r>
              <a:rPr lang="en-US" altLang="zh-CN" b="1" kern="100" dirty="0">
                <a:solidFill>
                  <a:srgbClr val="9A0001"/>
                </a:solidFill>
                <a:effectLst/>
                <a:latin typeface="Microsoft YaHei" panose="020B0503020204020204" pitchFamily="34" charset="-122"/>
                <a:ea typeface="Microsoft YaHei" panose="020B0503020204020204" pitchFamily="34" charset="-122"/>
              </a:rPr>
              <a:t>RAM</a:t>
            </a:r>
            <a:r>
              <a:rPr lang="zh-CN" altLang="en-US" b="1" kern="100" dirty="0">
                <a:solidFill>
                  <a:srgbClr val="9A0001"/>
                </a:solidFill>
                <a:effectLst/>
                <a:latin typeface="Microsoft YaHei" panose="020B0503020204020204" pitchFamily="34" charset="-122"/>
                <a:ea typeface="Microsoft YaHei" panose="020B0503020204020204" pitchFamily="34" charset="-122"/>
              </a:rPr>
              <a:t>：</a:t>
            </a:r>
            <a:r>
              <a:rPr lang="zh-CN" altLang="zh-CN" kern="100" dirty="0">
                <a:effectLst/>
                <a:latin typeface="Microsoft YaHei" panose="020B0503020204020204" pitchFamily="34" charset="-122"/>
                <a:ea typeface="Microsoft YaHei" panose="020B0503020204020204" pitchFamily="34" charset="-122"/>
                <a:cs typeface="Times New Roman" panose="02020603050405020304" pitchFamily="18" charset="0"/>
              </a:rPr>
              <a:t>中等速度、中等价格、内容易变的</a:t>
            </a:r>
            <a:r>
              <a:rPr lang="zh-CN" altLang="en-US" kern="100" dirty="0">
                <a:effectLst/>
                <a:latin typeface="Microsoft YaHei" panose="020B0503020204020204" pitchFamily="34" charset="-122"/>
                <a:ea typeface="Microsoft YaHei" panose="020B0503020204020204" pitchFamily="34" charset="-122"/>
                <a:cs typeface="Times New Roman" panose="02020603050405020304" pitchFamily="18" charset="0"/>
              </a:rPr>
              <a:t>、</a:t>
            </a:r>
            <a:r>
              <a:rPr lang="zh-CN" altLang="zh-CN" kern="100" dirty="0">
                <a:effectLst/>
                <a:latin typeface="Microsoft YaHei" panose="020B0503020204020204" pitchFamily="34" charset="-122"/>
                <a:ea typeface="Microsoft YaHei" panose="020B0503020204020204" pitchFamily="34" charset="-122"/>
                <a:cs typeface="Times New Roman" panose="02020603050405020304" pitchFamily="18" charset="0"/>
              </a:rPr>
              <a:t>通常是</a:t>
            </a:r>
            <a:r>
              <a:rPr lang="en-US" altLang="zh-CN" kern="100" dirty="0">
                <a:effectLst/>
                <a:latin typeface="Microsoft YaHei" panose="020B0503020204020204" pitchFamily="34" charset="-122"/>
                <a:ea typeface="Microsoft YaHei" panose="020B0503020204020204" pitchFamily="34" charset="-122"/>
              </a:rPr>
              <a:t>GB</a:t>
            </a:r>
            <a:r>
              <a:rPr lang="zh-CN" altLang="zh-CN" kern="100" dirty="0">
                <a:effectLst/>
                <a:latin typeface="Microsoft YaHei" panose="020B0503020204020204" pitchFamily="34" charset="-122"/>
                <a:ea typeface="Microsoft YaHei" panose="020B0503020204020204" pitchFamily="34" charset="-122"/>
                <a:cs typeface="Times New Roman" panose="02020603050405020304" pitchFamily="18" charset="0"/>
              </a:rPr>
              <a:t>字节的数量级；</a:t>
            </a:r>
            <a:endParaRPr lang="en-US" altLang="zh-CN" kern="100" dirty="0">
              <a:effectLst/>
              <a:latin typeface="Microsoft YaHei" panose="020B0503020204020204" pitchFamily="34" charset="-122"/>
              <a:ea typeface="Microsoft YaHei" panose="020B0503020204020204" pitchFamily="34" charset="-122"/>
              <a:cs typeface="Times New Roman" panose="02020603050405020304" pitchFamily="18" charset="0"/>
            </a:endParaRPr>
          </a:p>
          <a:p>
            <a:pPr>
              <a:lnSpc>
                <a:spcPts val="2800"/>
              </a:lnSpc>
            </a:pPr>
            <a:r>
              <a:rPr lang="en-US" altLang="zh-CN" b="1" kern="100" dirty="0">
                <a:solidFill>
                  <a:srgbClr val="9A0001"/>
                </a:solidFill>
                <a:effectLst/>
                <a:latin typeface="Microsoft YaHei" panose="020B0503020204020204" pitchFamily="34" charset="-122"/>
                <a:ea typeface="Microsoft YaHei" panose="020B0503020204020204" pitchFamily="34" charset="-122"/>
                <a:cs typeface="Times New Roman" panose="02020603050405020304" pitchFamily="18" charset="0"/>
              </a:rPr>
              <a:t>③</a:t>
            </a:r>
            <a:r>
              <a:rPr lang="zh-CN" altLang="en-US" b="1" kern="100" dirty="0">
                <a:solidFill>
                  <a:srgbClr val="9A0001"/>
                </a:solidFill>
                <a:effectLst/>
                <a:latin typeface="Microsoft YaHei" panose="020B0503020204020204" pitchFamily="34" charset="-122"/>
                <a:ea typeface="Microsoft YaHei" panose="020B0503020204020204" pitchFamily="34" charset="-122"/>
                <a:cs typeface="Times New Roman" panose="02020603050405020304" pitchFamily="18" charset="0"/>
              </a:rPr>
              <a:t>外存</a:t>
            </a:r>
            <a:r>
              <a:rPr lang="zh-CN" altLang="zh-CN" b="1" kern="100" dirty="0">
                <a:solidFill>
                  <a:srgbClr val="9A0001"/>
                </a:solidFill>
                <a:effectLst/>
                <a:latin typeface="Microsoft YaHei" panose="020B0503020204020204" pitchFamily="34" charset="-122"/>
                <a:ea typeface="Microsoft YaHei" panose="020B0503020204020204" pitchFamily="34" charset="-122"/>
                <a:cs typeface="Times New Roman" panose="02020603050405020304" pitchFamily="18" charset="0"/>
              </a:rPr>
              <a:t>磁盘</a:t>
            </a:r>
            <a:r>
              <a:rPr lang="zh-CN" altLang="en-US" b="1" kern="100" dirty="0">
                <a:solidFill>
                  <a:srgbClr val="9A0001"/>
                </a:solidFill>
                <a:effectLst/>
                <a:latin typeface="Microsoft YaHei" panose="020B0503020204020204" pitchFamily="34" charset="-122"/>
                <a:ea typeface="Microsoft YaHei" panose="020B0503020204020204" pitchFamily="34" charset="-122"/>
                <a:cs typeface="Times New Roman" panose="02020603050405020304" pitchFamily="18" charset="0"/>
              </a:rPr>
              <a:t>：</a:t>
            </a:r>
            <a:r>
              <a:rPr lang="zh-CN" altLang="zh-CN" kern="100" dirty="0">
                <a:effectLst/>
                <a:latin typeface="Microsoft YaHei" panose="020B0503020204020204" pitchFamily="34" charset="-122"/>
                <a:ea typeface="Microsoft YaHei" panose="020B0503020204020204" pitchFamily="34" charset="-122"/>
                <a:cs typeface="Times New Roman" panose="02020603050405020304" pitchFamily="18" charset="0"/>
              </a:rPr>
              <a:t>低速、价廉、内容不易变的，通常是</a:t>
            </a:r>
            <a:r>
              <a:rPr lang="en-US" altLang="zh-CN" kern="100" dirty="0">
                <a:effectLst/>
                <a:latin typeface="Microsoft YaHei" panose="020B0503020204020204" pitchFamily="34" charset="-122"/>
                <a:ea typeface="Microsoft YaHei" panose="020B0503020204020204" pitchFamily="34" charset="-122"/>
              </a:rPr>
              <a:t>TB</a:t>
            </a:r>
            <a:r>
              <a:rPr lang="zh-CN" altLang="zh-CN" kern="100" dirty="0">
                <a:effectLst/>
                <a:latin typeface="Microsoft YaHei" panose="020B0503020204020204" pitchFamily="34" charset="-122"/>
                <a:ea typeface="Microsoft YaHei" panose="020B0503020204020204" pitchFamily="34" charset="-122"/>
                <a:cs typeface="Times New Roman" panose="02020603050405020304" pitchFamily="18" charset="0"/>
              </a:rPr>
              <a:t>字节的数量级；</a:t>
            </a:r>
            <a:endParaRPr lang="en-US" altLang="zh-CN" kern="100" dirty="0">
              <a:effectLst/>
              <a:latin typeface="Microsoft YaHei" panose="020B0503020204020204" pitchFamily="34" charset="-122"/>
              <a:ea typeface="Microsoft YaHei" panose="020B0503020204020204" pitchFamily="34" charset="-122"/>
              <a:cs typeface="Times New Roman" panose="02020603050405020304" pitchFamily="18" charset="0"/>
            </a:endParaRPr>
          </a:p>
          <a:p>
            <a:pPr>
              <a:lnSpc>
                <a:spcPts val="2800"/>
              </a:lnSpc>
            </a:pPr>
            <a:r>
              <a:rPr lang="en-US" altLang="zh-CN" b="1" kern="100" dirty="0">
                <a:solidFill>
                  <a:srgbClr val="9A0001"/>
                </a:solidFill>
                <a:effectLst/>
                <a:latin typeface="Microsoft YaHei" panose="020B0503020204020204" pitchFamily="34" charset="-122"/>
                <a:ea typeface="Microsoft YaHei" panose="020B0503020204020204" pitchFamily="34" charset="-122"/>
                <a:cs typeface="Times New Roman" panose="02020603050405020304" pitchFamily="18" charset="0"/>
              </a:rPr>
              <a:t>④</a:t>
            </a:r>
            <a:r>
              <a:rPr lang="zh-CN" altLang="zh-CN" b="1" kern="100" dirty="0">
                <a:solidFill>
                  <a:srgbClr val="9A0001"/>
                </a:solidFill>
                <a:effectLst/>
                <a:latin typeface="Microsoft YaHei" panose="020B0503020204020204" pitchFamily="34" charset="-122"/>
                <a:ea typeface="Microsoft YaHei" panose="020B0503020204020204" pitchFamily="34" charset="-122"/>
                <a:cs typeface="Times New Roman" panose="02020603050405020304" pitchFamily="18" charset="0"/>
              </a:rPr>
              <a:t>外存部件</a:t>
            </a:r>
            <a:r>
              <a:rPr lang="zh-CN" altLang="en-US" b="1" kern="100" dirty="0">
                <a:solidFill>
                  <a:srgbClr val="9A0001"/>
                </a:solidFill>
                <a:effectLst/>
                <a:latin typeface="Microsoft YaHei" panose="020B0503020204020204" pitchFamily="34" charset="-122"/>
                <a:ea typeface="Microsoft YaHei" panose="020B0503020204020204" pitchFamily="34" charset="-122"/>
                <a:cs typeface="Times New Roman" panose="02020603050405020304" pitchFamily="18" charset="0"/>
              </a:rPr>
              <a:t>：</a:t>
            </a:r>
            <a:r>
              <a:rPr lang="zh-CN" altLang="zh-CN" kern="100" dirty="0">
                <a:effectLst/>
                <a:latin typeface="Microsoft YaHei" panose="020B0503020204020204" pitchFamily="34" charset="-122"/>
                <a:ea typeface="Microsoft YaHei" panose="020B0503020204020204" pitchFamily="34" charset="-122"/>
                <a:cs typeface="Times New Roman" panose="02020603050405020304" pitchFamily="18" charset="0"/>
              </a:rPr>
              <a:t>还包括光盘、磁带机等，总容量可以增大至</a:t>
            </a:r>
            <a:r>
              <a:rPr lang="en-US" altLang="zh-CN" kern="100" dirty="0">
                <a:effectLst/>
                <a:latin typeface="Microsoft YaHei" panose="020B0503020204020204" pitchFamily="34" charset="-122"/>
                <a:ea typeface="Microsoft YaHei" panose="020B0503020204020204" pitchFamily="34" charset="-122"/>
              </a:rPr>
              <a:t>TB</a:t>
            </a:r>
            <a:r>
              <a:rPr lang="zh-CN" altLang="zh-CN" kern="100" dirty="0">
                <a:effectLst/>
                <a:latin typeface="Microsoft YaHei" panose="020B0503020204020204" pitchFamily="34" charset="-122"/>
                <a:ea typeface="Microsoft YaHei" panose="020B0503020204020204" pitchFamily="34" charset="-122"/>
                <a:cs typeface="Times New Roman" panose="02020603050405020304" pitchFamily="18" charset="0"/>
              </a:rPr>
              <a:t>或</a:t>
            </a:r>
            <a:r>
              <a:rPr lang="en-US" altLang="zh-CN" kern="100" dirty="0">
                <a:effectLst/>
                <a:latin typeface="Microsoft YaHei" panose="020B0503020204020204" pitchFamily="34" charset="-122"/>
                <a:ea typeface="Microsoft YaHei" panose="020B0503020204020204" pitchFamily="34" charset="-122"/>
              </a:rPr>
              <a:t>PB</a:t>
            </a:r>
            <a:r>
              <a:rPr lang="zh-CN" altLang="zh-CN" kern="100" dirty="0">
                <a:effectLst/>
                <a:latin typeface="Microsoft YaHei" panose="020B0503020204020204" pitchFamily="34" charset="-122"/>
                <a:ea typeface="Microsoft YaHei" panose="020B0503020204020204" pitchFamily="34" charset="-122"/>
                <a:cs typeface="Times New Roman" panose="02020603050405020304" pitchFamily="18" charset="0"/>
              </a:rPr>
              <a:t>字节；</a:t>
            </a:r>
            <a:endParaRPr lang="en-US" altLang="zh-CN" kern="100" dirty="0">
              <a:effectLst/>
              <a:latin typeface="Microsoft YaHei" panose="020B0503020204020204" pitchFamily="34" charset="-122"/>
              <a:ea typeface="Microsoft YaHei" panose="020B0503020204020204" pitchFamily="34" charset="-122"/>
              <a:cs typeface="Times New Roman" panose="02020603050405020304" pitchFamily="18" charset="0"/>
            </a:endParaRPr>
          </a:p>
          <a:p>
            <a:pPr>
              <a:lnSpc>
                <a:spcPts val="2800"/>
              </a:lnSpc>
            </a:pPr>
            <a:r>
              <a:rPr lang="en-US" altLang="zh-CN" b="1" kern="100" dirty="0">
                <a:solidFill>
                  <a:srgbClr val="9A0001"/>
                </a:solidFill>
                <a:effectLst/>
                <a:latin typeface="Microsoft YaHei" panose="020B0503020204020204" pitchFamily="34" charset="-122"/>
                <a:ea typeface="Microsoft YaHei" panose="020B0503020204020204" pitchFamily="34" charset="-122"/>
                <a:cs typeface="Times New Roman" panose="02020603050405020304" pitchFamily="18" charset="0"/>
              </a:rPr>
              <a:t>⑤</a:t>
            </a:r>
            <a:r>
              <a:rPr lang="zh-CN" altLang="zh-CN" b="1" kern="100" dirty="0">
                <a:solidFill>
                  <a:srgbClr val="9A0001"/>
                </a:solidFill>
                <a:effectLst/>
                <a:latin typeface="Microsoft YaHei" panose="020B0503020204020204" pitchFamily="34" charset="-122"/>
                <a:ea typeface="Microsoft YaHei" panose="020B0503020204020204" pitchFamily="34" charset="-122"/>
                <a:cs typeface="Times New Roman" panose="02020603050405020304" pitchFamily="18" charset="0"/>
              </a:rPr>
              <a:t>云存储</a:t>
            </a:r>
            <a:r>
              <a:rPr lang="zh-CN" altLang="en-US" b="1" kern="100" dirty="0">
                <a:solidFill>
                  <a:srgbClr val="9A0001"/>
                </a:solidFill>
                <a:effectLst/>
                <a:latin typeface="Microsoft YaHei" panose="020B0503020204020204" pitchFamily="34" charset="-122"/>
                <a:ea typeface="Microsoft YaHei" panose="020B0503020204020204" pitchFamily="34" charset="-122"/>
                <a:cs typeface="Times New Roman" panose="02020603050405020304" pitchFamily="18" charset="0"/>
              </a:rPr>
              <a:t>：</a:t>
            </a:r>
            <a:r>
              <a:rPr lang="zh-CN" altLang="zh-CN" kern="100" dirty="0">
                <a:effectLst/>
                <a:latin typeface="Microsoft YaHei" panose="020B0503020204020204" pitchFamily="34" charset="-122"/>
                <a:ea typeface="Microsoft YaHei" panose="020B0503020204020204" pitchFamily="34" charset="-122"/>
                <a:cs typeface="Times New Roman" panose="02020603050405020304" pitchFamily="18" charset="0"/>
              </a:rPr>
              <a:t>大量外存部件有组织地组合在一起并通过高速网络和用户连接</a:t>
            </a:r>
            <a:endParaRPr lang="zh-CN" altLang="en-US" dirty="0">
              <a:latin typeface="Microsoft YaHei" panose="020B0503020204020204" pitchFamily="34" charset="-122"/>
              <a:ea typeface="Microsoft YaHei" panose="020B0503020204020204" pitchFamily="34" charset="-122"/>
            </a:endParaRPr>
          </a:p>
        </p:txBody>
      </p:sp>
      <p:sp>
        <p:nvSpPr>
          <p:cNvPr id="20" name="文本框 19">
            <a:extLst>
              <a:ext uri="{FF2B5EF4-FFF2-40B4-BE49-F238E27FC236}">
                <a16:creationId xmlns:a16="http://schemas.microsoft.com/office/drawing/2014/main" xmlns="" id="{3B87C593-7CC6-AD04-346B-16BD156FC761}"/>
              </a:ext>
            </a:extLst>
          </p:cNvPr>
          <p:cNvSpPr txBox="1"/>
          <p:nvPr/>
        </p:nvSpPr>
        <p:spPr>
          <a:xfrm>
            <a:off x="533863" y="3034691"/>
            <a:ext cx="11192916" cy="874407"/>
          </a:xfrm>
          <a:prstGeom prst="rect">
            <a:avLst/>
          </a:prstGeom>
          <a:noFill/>
        </p:spPr>
        <p:txBody>
          <a:bodyPr wrap="square" rtlCol="0">
            <a:spAutoFit/>
          </a:bodyPr>
          <a:lstStyle/>
          <a:p>
            <a:pPr>
              <a:lnSpc>
                <a:spcPct val="150000"/>
              </a:lnSpc>
            </a:pPr>
            <a:r>
              <a:rPr lang="zh-CN" altLang="zh-CN" kern="100" dirty="0">
                <a:effectLst/>
                <a:latin typeface="Microsoft YaHei" panose="020B0503020204020204" pitchFamily="34" charset="-122"/>
                <a:ea typeface="Microsoft YaHei" panose="020B0503020204020204" pitchFamily="34" charset="-122"/>
              </a:rPr>
              <a:t>快速存储设备和大容量存储设备必须构成为统一的整体，由操作系统协调这些存储器的使用</a:t>
            </a:r>
            <a:endParaRPr lang="en-US" altLang="zh-CN" kern="100" dirty="0">
              <a:effectLst/>
              <a:latin typeface="Microsoft YaHei" panose="020B0503020204020204" pitchFamily="34" charset="-122"/>
              <a:ea typeface="Microsoft YaHei" panose="020B0503020204020204" pitchFamily="34" charset="-122"/>
            </a:endParaRPr>
          </a:p>
          <a:p>
            <a:pPr>
              <a:lnSpc>
                <a:spcPct val="150000"/>
              </a:lnSpc>
            </a:pPr>
            <a:r>
              <a:rPr lang="zh-CN" altLang="zh-CN" b="1" kern="100" dirty="0">
                <a:solidFill>
                  <a:srgbClr val="9A0001"/>
                </a:solidFill>
                <a:effectLst/>
                <a:latin typeface="Microsoft YaHei" panose="020B0503020204020204" pitchFamily="34" charset="-122"/>
                <a:ea typeface="Microsoft YaHei" panose="020B0503020204020204" pitchFamily="34" charset="-122"/>
              </a:rPr>
              <a:t>各种速度和容量的存储器硬件，在操作系统协调之下形成了一种存储器层次结构，或称存储体系</a:t>
            </a:r>
          </a:p>
        </p:txBody>
      </p:sp>
      <p:grpSp>
        <p:nvGrpSpPr>
          <p:cNvPr id="2" name="组合 1">
            <a:extLst>
              <a:ext uri="{FF2B5EF4-FFF2-40B4-BE49-F238E27FC236}">
                <a16:creationId xmlns:a16="http://schemas.microsoft.com/office/drawing/2014/main" xmlns="" id="{D4201661-F5BE-24D8-113D-F0598CB439DA}"/>
              </a:ext>
            </a:extLst>
          </p:cNvPr>
          <p:cNvGrpSpPr/>
          <p:nvPr/>
        </p:nvGrpSpPr>
        <p:grpSpPr>
          <a:xfrm>
            <a:off x="2332497" y="4443713"/>
            <a:ext cx="7165988" cy="2302767"/>
            <a:chOff x="48485" y="2366168"/>
            <a:chExt cx="11698078" cy="4436465"/>
          </a:xfrm>
        </p:grpSpPr>
        <p:sp>
          <p:nvSpPr>
            <p:cNvPr id="10" name="圆角矩形 9">
              <a:extLst>
                <a:ext uri="{FF2B5EF4-FFF2-40B4-BE49-F238E27FC236}">
                  <a16:creationId xmlns:a16="http://schemas.microsoft.com/office/drawing/2014/main" xmlns="" id="{7B0E6B98-96E3-C036-130E-08D914D19AD8}"/>
                </a:ext>
              </a:extLst>
            </p:cNvPr>
            <p:cNvSpPr/>
            <p:nvPr/>
          </p:nvSpPr>
          <p:spPr>
            <a:xfrm>
              <a:off x="2942896" y="5507421"/>
              <a:ext cx="5980386" cy="504497"/>
            </a:xfrm>
            <a:prstGeom prst="roundRect">
              <a:avLst>
                <a:gd name="adj" fmla="val 10417"/>
              </a:avLst>
            </a:pr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zh-CN" sz="1200" kern="1200" dirty="0">
                  <a:solidFill>
                    <a:schemeClr val="bg1"/>
                  </a:solidFill>
                  <a:effectLst/>
                  <a:latin typeface="Microsoft YaHei" panose="020B0503020204020204" pitchFamily="34" charset="-122"/>
                  <a:ea typeface="Microsoft YaHei" panose="020B0503020204020204" pitchFamily="34" charset="-122"/>
                  <a:cs typeface="Times New Roman" panose="02020603050405020304" pitchFamily="18" charset="0"/>
                </a:rPr>
                <a:t>云存储</a:t>
              </a:r>
              <a:r>
                <a:rPr lang="en-US" altLang="zh-CN" sz="1200" kern="1200" dirty="0">
                  <a:solidFill>
                    <a:schemeClr val="bg1"/>
                  </a:solidFill>
                  <a:effectLst/>
                  <a:latin typeface="Microsoft YaHei" panose="020B0503020204020204" pitchFamily="34" charset="-122"/>
                  <a:ea typeface="Microsoft YaHei" panose="020B0503020204020204" pitchFamily="34" charset="-122"/>
                  <a:cs typeface="Times New Roman" panose="02020603050405020304" pitchFamily="18" charset="0"/>
                </a:rPr>
                <a:t>(Cloud Storage)</a:t>
              </a:r>
              <a:endParaRPr lang="zh-CN" altLang="zh-CN" sz="1200" dirty="0">
                <a:solidFill>
                  <a:schemeClr val="bg1"/>
                </a:solidFill>
                <a:effectLst/>
                <a:latin typeface="Microsoft YaHei" panose="020B0503020204020204" pitchFamily="34" charset="-122"/>
                <a:ea typeface="Microsoft YaHei" panose="020B0503020204020204" pitchFamily="34" charset="-122"/>
                <a:cs typeface="宋体" panose="02010600030101010101" pitchFamily="2" charset="-122"/>
              </a:endParaRPr>
            </a:p>
          </p:txBody>
        </p:sp>
        <p:sp>
          <p:nvSpPr>
            <p:cNvPr id="17" name="圆角矩形 16">
              <a:extLst>
                <a:ext uri="{FF2B5EF4-FFF2-40B4-BE49-F238E27FC236}">
                  <a16:creationId xmlns:a16="http://schemas.microsoft.com/office/drawing/2014/main" xmlns="" id="{8B37CD2C-0D51-305D-48B1-363A6D43F50B}"/>
                </a:ext>
              </a:extLst>
            </p:cNvPr>
            <p:cNvSpPr/>
            <p:nvPr/>
          </p:nvSpPr>
          <p:spPr>
            <a:xfrm>
              <a:off x="3218792" y="4838044"/>
              <a:ext cx="5428594" cy="504497"/>
            </a:xfrm>
            <a:prstGeom prst="roundRect">
              <a:avLst>
                <a:gd name="adj" fmla="val 10417"/>
              </a:avLst>
            </a:pr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36830" algn="ctr"/>
              <a:r>
                <a:rPr lang="zh-CN" altLang="zh-CN" sz="1200" kern="1200" dirty="0">
                  <a:solidFill>
                    <a:schemeClr val="bg1"/>
                  </a:solidFill>
                  <a:effectLst/>
                  <a:latin typeface="Microsoft YaHei" panose="020B0503020204020204" pitchFamily="34" charset="-122"/>
                  <a:ea typeface="Microsoft YaHei" panose="020B0503020204020204" pitchFamily="34" charset="-122"/>
                  <a:cs typeface="Times New Roman" panose="02020603050405020304" pitchFamily="18" charset="0"/>
                </a:rPr>
                <a:t>外存</a:t>
              </a:r>
              <a:r>
                <a:rPr lang="en-US" altLang="zh-CN" sz="1200" kern="1200" dirty="0">
                  <a:solidFill>
                    <a:schemeClr val="bg1"/>
                  </a:solidFill>
                  <a:effectLst/>
                  <a:latin typeface="Microsoft YaHei" panose="020B0503020204020204" pitchFamily="34" charset="-122"/>
                  <a:ea typeface="Microsoft YaHei" panose="020B0503020204020204" pitchFamily="34" charset="-122"/>
                  <a:cs typeface="Times New Roman" panose="02020603050405020304" pitchFamily="18" charset="0"/>
                </a:rPr>
                <a:t>(Secondary Storage)</a:t>
              </a:r>
              <a:endParaRPr lang="zh-CN" altLang="zh-CN" sz="1200" dirty="0">
                <a:solidFill>
                  <a:schemeClr val="bg1"/>
                </a:solidFill>
                <a:effectLst/>
                <a:latin typeface="Microsoft YaHei" panose="020B0503020204020204" pitchFamily="34" charset="-122"/>
                <a:ea typeface="Microsoft YaHei" panose="020B0503020204020204" pitchFamily="34" charset="-122"/>
                <a:cs typeface="宋体" panose="02010600030101010101" pitchFamily="2" charset="-122"/>
              </a:endParaRPr>
            </a:p>
          </p:txBody>
        </p:sp>
        <p:sp>
          <p:nvSpPr>
            <p:cNvPr id="18" name="圆角矩形 17">
              <a:extLst>
                <a:ext uri="{FF2B5EF4-FFF2-40B4-BE49-F238E27FC236}">
                  <a16:creationId xmlns:a16="http://schemas.microsoft.com/office/drawing/2014/main" xmlns="" id="{FD97429C-59D8-0DA1-38D5-4732F22F337C}"/>
                </a:ext>
              </a:extLst>
            </p:cNvPr>
            <p:cNvSpPr/>
            <p:nvPr/>
          </p:nvSpPr>
          <p:spPr>
            <a:xfrm>
              <a:off x="3544613" y="4168667"/>
              <a:ext cx="4776953" cy="504497"/>
            </a:xfrm>
            <a:prstGeom prst="roundRect">
              <a:avLst>
                <a:gd name="adj" fmla="val 10417"/>
              </a:avLst>
            </a:pr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36830" algn="ctr"/>
              <a:r>
                <a:rPr lang="zh-CN" altLang="zh-CN" sz="1200" kern="1200" dirty="0">
                  <a:solidFill>
                    <a:schemeClr val="bg1"/>
                  </a:solidFill>
                  <a:effectLst/>
                  <a:latin typeface="Microsoft YaHei" panose="020B0503020204020204" pitchFamily="34" charset="-122"/>
                  <a:ea typeface="Microsoft YaHei" panose="020B0503020204020204" pitchFamily="34" charset="-122"/>
                  <a:cs typeface="Times New Roman" panose="02020603050405020304" pitchFamily="18" charset="0"/>
                </a:rPr>
                <a:t>内存</a:t>
              </a:r>
              <a:r>
                <a:rPr lang="en-US" altLang="zh-CN" sz="1200" kern="1200" dirty="0">
                  <a:solidFill>
                    <a:schemeClr val="bg1"/>
                  </a:solidFill>
                  <a:effectLst/>
                  <a:latin typeface="Microsoft YaHei" panose="020B0503020204020204" pitchFamily="34" charset="-122"/>
                  <a:ea typeface="Microsoft YaHei" panose="020B0503020204020204" pitchFamily="34" charset="-122"/>
                  <a:cs typeface="Times New Roman" panose="02020603050405020304" pitchFamily="18" charset="0"/>
                </a:rPr>
                <a:t>(Primary Storage)</a:t>
              </a:r>
              <a:endParaRPr lang="zh-CN" altLang="zh-CN" sz="1200" dirty="0">
                <a:solidFill>
                  <a:schemeClr val="bg1"/>
                </a:solidFill>
                <a:effectLst/>
                <a:latin typeface="Microsoft YaHei" panose="020B0503020204020204" pitchFamily="34" charset="-122"/>
                <a:ea typeface="Microsoft YaHei" panose="020B0503020204020204" pitchFamily="34" charset="-122"/>
                <a:cs typeface="宋体" panose="02010600030101010101" pitchFamily="2" charset="-122"/>
              </a:endParaRPr>
            </a:p>
          </p:txBody>
        </p:sp>
        <p:sp>
          <p:nvSpPr>
            <p:cNvPr id="19" name="圆角矩形 18">
              <a:extLst>
                <a:ext uri="{FF2B5EF4-FFF2-40B4-BE49-F238E27FC236}">
                  <a16:creationId xmlns:a16="http://schemas.microsoft.com/office/drawing/2014/main" xmlns="" id="{830EC7BB-BC88-0A9A-3553-CC1E883550B3}"/>
                </a:ext>
              </a:extLst>
            </p:cNvPr>
            <p:cNvSpPr/>
            <p:nvPr/>
          </p:nvSpPr>
          <p:spPr>
            <a:xfrm>
              <a:off x="4008381" y="3499289"/>
              <a:ext cx="3849416" cy="504497"/>
            </a:xfrm>
            <a:prstGeom prst="roundRect">
              <a:avLst>
                <a:gd name="adj" fmla="val 10417"/>
              </a:avLst>
            </a:pr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36830" algn="ctr"/>
              <a:r>
                <a:rPr lang="zh-CN" altLang="zh-CN" sz="1200" kern="1200" dirty="0">
                  <a:solidFill>
                    <a:schemeClr val="bg1"/>
                  </a:solidFill>
                  <a:effectLst/>
                  <a:latin typeface="Microsoft YaHei" panose="020B0503020204020204" pitchFamily="34" charset="-122"/>
                  <a:ea typeface="Microsoft YaHei" panose="020B0503020204020204" pitchFamily="34" charset="-122"/>
                  <a:cs typeface="Times New Roman" panose="02020603050405020304" pitchFamily="18" charset="0"/>
                </a:rPr>
                <a:t>高速缓存</a:t>
              </a:r>
              <a:r>
                <a:rPr lang="en-US" altLang="zh-CN" sz="1200" kern="1200" dirty="0">
                  <a:solidFill>
                    <a:schemeClr val="bg1"/>
                  </a:solidFill>
                  <a:effectLst/>
                  <a:latin typeface="Microsoft YaHei" panose="020B0503020204020204" pitchFamily="34" charset="-122"/>
                  <a:ea typeface="Microsoft YaHei" panose="020B0503020204020204" pitchFamily="34" charset="-122"/>
                  <a:cs typeface="Times New Roman" panose="02020603050405020304" pitchFamily="18" charset="0"/>
                </a:rPr>
                <a:t>(Cache)</a:t>
              </a:r>
              <a:endParaRPr lang="zh-CN" altLang="zh-CN" sz="1200" dirty="0">
                <a:solidFill>
                  <a:schemeClr val="bg1"/>
                </a:solidFill>
                <a:effectLst/>
                <a:latin typeface="Microsoft YaHei" panose="020B0503020204020204" pitchFamily="34" charset="-122"/>
                <a:ea typeface="Microsoft YaHei" panose="020B0503020204020204" pitchFamily="34" charset="-122"/>
                <a:cs typeface="宋体" panose="02010600030101010101" pitchFamily="2" charset="-122"/>
              </a:endParaRPr>
            </a:p>
          </p:txBody>
        </p:sp>
        <p:sp>
          <p:nvSpPr>
            <p:cNvPr id="21" name="圆角矩形 20">
              <a:extLst>
                <a:ext uri="{FF2B5EF4-FFF2-40B4-BE49-F238E27FC236}">
                  <a16:creationId xmlns:a16="http://schemas.microsoft.com/office/drawing/2014/main" xmlns="" id="{985933B9-4C93-3B4C-51C5-9C8F2D4DD990}"/>
                </a:ext>
              </a:extLst>
            </p:cNvPr>
            <p:cNvSpPr/>
            <p:nvPr/>
          </p:nvSpPr>
          <p:spPr>
            <a:xfrm>
              <a:off x="4495798" y="2829911"/>
              <a:ext cx="2874582" cy="504497"/>
            </a:xfrm>
            <a:prstGeom prst="roundRect">
              <a:avLst>
                <a:gd name="adj" fmla="val 10417"/>
              </a:avLst>
            </a:pr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36830" algn="ctr"/>
              <a:r>
                <a:rPr lang="zh-CN" altLang="zh-CN" sz="1200" kern="1200" dirty="0">
                  <a:solidFill>
                    <a:schemeClr val="bg1"/>
                  </a:solidFill>
                  <a:effectLst/>
                  <a:latin typeface="Microsoft YaHei" panose="020B0503020204020204" pitchFamily="34" charset="-122"/>
                  <a:ea typeface="Microsoft YaHei" panose="020B0503020204020204" pitchFamily="34" charset="-122"/>
                  <a:cs typeface="Times New Roman" panose="02020603050405020304" pitchFamily="18" charset="0"/>
                </a:rPr>
                <a:t>寄存器</a:t>
              </a:r>
              <a:r>
                <a:rPr lang="en-US" altLang="zh-CN" sz="1200" kern="1200" dirty="0">
                  <a:solidFill>
                    <a:schemeClr val="bg1"/>
                  </a:solidFill>
                  <a:effectLst/>
                  <a:latin typeface="Microsoft YaHei" panose="020B0503020204020204" pitchFamily="34" charset="-122"/>
                  <a:ea typeface="Microsoft YaHei" panose="020B0503020204020204" pitchFamily="34" charset="-122"/>
                  <a:cs typeface="Times New Roman" panose="02020603050405020304" pitchFamily="18" charset="0"/>
                </a:rPr>
                <a:t>(Register)</a:t>
              </a:r>
              <a:endParaRPr lang="zh-CN" altLang="zh-CN" sz="1200" dirty="0">
                <a:solidFill>
                  <a:schemeClr val="bg1"/>
                </a:solidFill>
                <a:effectLst/>
                <a:latin typeface="Microsoft YaHei" panose="020B0503020204020204" pitchFamily="34" charset="-122"/>
                <a:ea typeface="Microsoft YaHei" panose="020B0503020204020204" pitchFamily="34" charset="-122"/>
                <a:cs typeface="宋体" panose="02010600030101010101" pitchFamily="2" charset="-122"/>
              </a:endParaRPr>
            </a:p>
          </p:txBody>
        </p:sp>
        <p:cxnSp>
          <p:nvCxnSpPr>
            <p:cNvPr id="22" name="直线箭头连接符 21">
              <a:extLst>
                <a:ext uri="{FF2B5EF4-FFF2-40B4-BE49-F238E27FC236}">
                  <a16:creationId xmlns:a16="http://schemas.microsoft.com/office/drawing/2014/main" xmlns="" id="{21188C45-F2B0-FF11-FBE7-FEA694D9797C}"/>
                </a:ext>
              </a:extLst>
            </p:cNvPr>
            <p:cNvCxnSpPr/>
            <p:nvPr/>
          </p:nvCxnSpPr>
          <p:spPr>
            <a:xfrm>
              <a:off x="2041451" y="2923953"/>
              <a:ext cx="0" cy="3087965"/>
            </a:xfrm>
            <a:prstGeom prst="straightConnector1">
              <a:avLst/>
            </a:prstGeom>
            <a:ln w="22225">
              <a:tailEnd type="triangle"/>
            </a:ln>
          </p:spPr>
          <p:style>
            <a:lnRef idx="1">
              <a:schemeClr val="accent1"/>
            </a:lnRef>
            <a:fillRef idx="0">
              <a:schemeClr val="accent1"/>
            </a:fillRef>
            <a:effectRef idx="0">
              <a:schemeClr val="accent1"/>
            </a:effectRef>
            <a:fontRef idx="minor">
              <a:schemeClr val="tx1"/>
            </a:fontRef>
          </p:style>
        </p:cxnSp>
        <p:cxnSp>
          <p:nvCxnSpPr>
            <p:cNvPr id="23" name="直线箭头连接符 22">
              <a:extLst>
                <a:ext uri="{FF2B5EF4-FFF2-40B4-BE49-F238E27FC236}">
                  <a16:creationId xmlns:a16="http://schemas.microsoft.com/office/drawing/2014/main" xmlns="" id="{72095BBD-1CA0-8651-559F-385B5F7587E9}"/>
                </a:ext>
              </a:extLst>
            </p:cNvPr>
            <p:cNvCxnSpPr>
              <a:cxnSpLocks/>
            </p:cNvCxnSpPr>
            <p:nvPr/>
          </p:nvCxnSpPr>
          <p:spPr>
            <a:xfrm rot="10800000">
              <a:off x="9753600" y="2829911"/>
              <a:ext cx="0" cy="3087965"/>
            </a:xfrm>
            <a:prstGeom prst="straightConnector1">
              <a:avLst/>
            </a:prstGeom>
            <a:ln w="22225">
              <a:tailEnd type="triangle"/>
            </a:ln>
          </p:spPr>
          <p:style>
            <a:lnRef idx="1">
              <a:schemeClr val="accent1"/>
            </a:lnRef>
            <a:fillRef idx="0">
              <a:schemeClr val="accent1"/>
            </a:fillRef>
            <a:effectRef idx="0">
              <a:schemeClr val="accent1"/>
            </a:effectRef>
            <a:fontRef idx="minor">
              <a:schemeClr val="tx1"/>
            </a:fontRef>
          </p:style>
        </p:cxnSp>
        <p:sp>
          <p:nvSpPr>
            <p:cNvPr id="24" name="文本框 23">
              <a:extLst>
                <a:ext uri="{FF2B5EF4-FFF2-40B4-BE49-F238E27FC236}">
                  <a16:creationId xmlns:a16="http://schemas.microsoft.com/office/drawing/2014/main" xmlns="" id="{F5E0A4F7-F97A-28DB-DDBB-3A76C8308302}"/>
                </a:ext>
              </a:extLst>
            </p:cNvPr>
            <p:cNvSpPr txBox="1"/>
            <p:nvPr/>
          </p:nvSpPr>
          <p:spPr>
            <a:xfrm>
              <a:off x="48485" y="2366168"/>
              <a:ext cx="3985930" cy="652251"/>
            </a:xfrm>
            <a:prstGeom prst="rect">
              <a:avLst/>
            </a:prstGeom>
            <a:noFill/>
          </p:spPr>
          <p:txBody>
            <a:bodyPr wrap="none" rtlCol="0">
              <a:spAutoFit/>
            </a:bodyPr>
            <a:lstStyle/>
            <a:p>
              <a:pPr algn="ctr"/>
              <a:r>
                <a:rPr lang="zh-CN" altLang="zh-CN" sz="1600" kern="100" dirty="0">
                  <a:effectLst/>
                  <a:latin typeface="Microsoft YaHei" panose="020B0503020204020204" pitchFamily="34" charset="-122"/>
                  <a:ea typeface="Microsoft YaHei" panose="020B0503020204020204" pitchFamily="34" charset="-122"/>
                </a:rPr>
                <a:t>容量大、速度慢、成本低</a:t>
              </a:r>
            </a:p>
          </p:txBody>
        </p:sp>
        <p:sp>
          <p:nvSpPr>
            <p:cNvPr id="25" name="文本框 24">
              <a:extLst>
                <a:ext uri="{FF2B5EF4-FFF2-40B4-BE49-F238E27FC236}">
                  <a16:creationId xmlns:a16="http://schemas.microsoft.com/office/drawing/2014/main" xmlns="" id="{79CBD486-9BA3-35A3-02CC-6A8E2F838D7C}"/>
                </a:ext>
              </a:extLst>
            </p:cNvPr>
            <p:cNvSpPr txBox="1"/>
            <p:nvPr/>
          </p:nvSpPr>
          <p:spPr>
            <a:xfrm>
              <a:off x="7760633" y="2366168"/>
              <a:ext cx="3985930" cy="652251"/>
            </a:xfrm>
            <a:prstGeom prst="rect">
              <a:avLst/>
            </a:prstGeom>
            <a:noFill/>
          </p:spPr>
          <p:txBody>
            <a:bodyPr wrap="none" rtlCol="0">
              <a:spAutoFit/>
            </a:bodyPr>
            <a:lstStyle/>
            <a:p>
              <a:pPr algn="ctr"/>
              <a:r>
                <a:rPr lang="zh-CN" altLang="zh-CN" sz="1600" kern="100" dirty="0">
                  <a:effectLst/>
                  <a:latin typeface="Microsoft YaHei" panose="020B0503020204020204" pitchFamily="34" charset="-122"/>
                  <a:ea typeface="Microsoft YaHei" panose="020B0503020204020204" pitchFamily="34" charset="-122"/>
                </a:rPr>
                <a:t>容量小、速度快、成本高</a:t>
              </a:r>
              <a:endParaRPr kumimoji="1" lang="zh-CN" altLang="en-US" sz="1600" dirty="0">
                <a:latin typeface="Microsoft YaHei" panose="020B0503020204020204" pitchFamily="34" charset="-122"/>
                <a:ea typeface="Microsoft YaHei" panose="020B0503020204020204" pitchFamily="34" charset="-122"/>
                <a:cs typeface="+mn-ea"/>
                <a:sym typeface="Arial" panose="020B0604020202020204" pitchFamily="34" charset="0"/>
              </a:endParaRPr>
            </a:p>
          </p:txBody>
        </p:sp>
        <p:sp>
          <p:nvSpPr>
            <p:cNvPr id="26" name="文本框 25">
              <a:extLst>
                <a:ext uri="{FF2B5EF4-FFF2-40B4-BE49-F238E27FC236}">
                  <a16:creationId xmlns:a16="http://schemas.microsoft.com/office/drawing/2014/main" xmlns="" id="{D3448065-E89A-582D-4927-B03F7E6FD137}"/>
                </a:ext>
              </a:extLst>
            </p:cNvPr>
            <p:cNvSpPr txBox="1"/>
            <p:nvPr/>
          </p:nvSpPr>
          <p:spPr>
            <a:xfrm>
              <a:off x="4770963" y="6209676"/>
              <a:ext cx="2324253" cy="592957"/>
            </a:xfrm>
            <a:prstGeom prst="rect">
              <a:avLst/>
            </a:prstGeom>
            <a:noFill/>
          </p:spPr>
          <p:txBody>
            <a:bodyPr wrap="none" rtlCol="0">
              <a:spAutoFit/>
            </a:bodyPr>
            <a:lstStyle/>
            <a:p>
              <a:pPr algn="ctr"/>
              <a:r>
                <a:rPr kumimoji="1" lang="zh-CN" altLang="en-US" sz="1400" dirty="0">
                  <a:latin typeface="Microsoft YaHei" panose="020B0503020204020204" pitchFamily="34" charset="-122"/>
                  <a:ea typeface="Microsoft YaHei" panose="020B0503020204020204" pitchFamily="34" charset="-122"/>
                  <a:cs typeface="+mn-ea"/>
                  <a:sym typeface="Arial" panose="020B0604020202020204" pitchFamily="34" charset="0"/>
                </a:rPr>
                <a:t>图</a:t>
              </a:r>
              <a:r>
                <a:rPr kumimoji="1" lang="en-US" altLang="zh-CN" sz="1400" dirty="0">
                  <a:latin typeface="Microsoft YaHei" panose="020B0503020204020204" pitchFamily="34" charset="-122"/>
                  <a:ea typeface="Microsoft YaHei" panose="020B0503020204020204" pitchFamily="34" charset="-122"/>
                  <a:cs typeface="+mn-ea"/>
                  <a:sym typeface="Arial" panose="020B0604020202020204" pitchFamily="34" charset="0"/>
                </a:rPr>
                <a:t>5-1 </a:t>
              </a:r>
              <a:r>
                <a:rPr kumimoji="1" lang="zh-CN" altLang="en-US" sz="1400" dirty="0">
                  <a:latin typeface="Microsoft YaHei" panose="020B0503020204020204" pitchFamily="34" charset="-122"/>
                  <a:ea typeface="Microsoft YaHei" panose="020B0503020204020204" pitchFamily="34" charset="-122"/>
                  <a:cs typeface="+mn-ea"/>
                  <a:sym typeface="Arial" panose="020B0604020202020204" pitchFamily="34" charset="0"/>
                </a:rPr>
                <a:t>存储体系</a:t>
              </a:r>
            </a:p>
          </p:txBody>
        </p:sp>
      </p:grpSp>
    </p:spTree>
    <p:extLst>
      <p:ext uri="{BB962C8B-B14F-4D97-AF65-F5344CB8AC3E}">
        <p14:creationId xmlns:p14="http://schemas.microsoft.com/office/powerpoint/2010/main" xmlns="" val="2750068661"/>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p:txBody>
          <a:bodyPr/>
          <a:lstStyle/>
          <a:p>
            <a:r>
              <a:rPr lang="en-US" altLang="zh-CN" dirty="0">
                <a:sym typeface="Arial" panose="020B0604020202020204" pitchFamily="34" charset="0"/>
              </a:rPr>
              <a:t>5.1.2</a:t>
            </a:r>
            <a:r>
              <a:rPr lang="zh-CN" altLang="en-US" dirty="0">
                <a:sym typeface="Arial" panose="020B0604020202020204" pitchFamily="34" charset="0"/>
              </a:rPr>
              <a:t>存储管理的任务</a:t>
            </a:r>
          </a:p>
        </p:txBody>
      </p:sp>
      <p:sp>
        <p:nvSpPr>
          <p:cNvPr id="10" name="文本框 9">
            <a:extLst>
              <a:ext uri="{FF2B5EF4-FFF2-40B4-BE49-F238E27FC236}">
                <a16:creationId xmlns:a16="http://schemas.microsoft.com/office/drawing/2014/main" xmlns="" id="{4F6A6A87-1304-C5A9-1112-C174C226B76D}"/>
              </a:ext>
            </a:extLst>
          </p:cNvPr>
          <p:cNvSpPr txBox="1"/>
          <p:nvPr/>
        </p:nvSpPr>
        <p:spPr>
          <a:xfrm>
            <a:off x="442913" y="1093494"/>
            <a:ext cx="11331992" cy="2211952"/>
          </a:xfrm>
          <a:prstGeom prst="rect">
            <a:avLst/>
          </a:prstGeom>
          <a:noFill/>
        </p:spPr>
        <p:txBody>
          <a:bodyPr wrap="square">
            <a:spAutoFit/>
          </a:bodyPr>
          <a:lstStyle/>
          <a:p>
            <a:pPr marL="285750" indent="-285750" algn="just">
              <a:lnSpc>
                <a:spcPts val="2800"/>
              </a:lnSpc>
              <a:buFont typeface="Arial" panose="020B0604020202020204" pitchFamily="34" charset="0"/>
              <a:buChar char="•"/>
            </a:pPr>
            <a:r>
              <a:rPr lang="zh-CN" altLang="zh-CN" kern="100" dirty="0">
                <a:effectLst/>
                <a:latin typeface="Microsoft YaHei" panose="020B0503020204020204" pitchFamily="34" charset="-122"/>
                <a:ea typeface="Microsoft YaHei" panose="020B0503020204020204" pitchFamily="34" charset="-122"/>
              </a:rPr>
              <a:t>程序需要有一个可以长久存放的外存空间，通常是磁盘</a:t>
            </a:r>
            <a:endParaRPr lang="en-US" altLang="zh-CN" kern="100" dirty="0">
              <a:effectLst/>
              <a:latin typeface="Microsoft YaHei" panose="020B0503020204020204" pitchFamily="34" charset="-122"/>
              <a:ea typeface="Microsoft YaHei" panose="020B0503020204020204" pitchFamily="34" charset="-122"/>
            </a:endParaRPr>
          </a:p>
          <a:p>
            <a:pPr marL="285750" indent="-285750" algn="just">
              <a:lnSpc>
                <a:spcPts val="2800"/>
              </a:lnSpc>
              <a:buFont typeface="Arial" panose="020B0604020202020204" pitchFamily="34" charset="0"/>
              <a:buChar char="•"/>
            </a:pPr>
            <a:r>
              <a:rPr lang="zh-CN" altLang="zh-CN" kern="100" dirty="0">
                <a:effectLst/>
                <a:latin typeface="Microsoft YaHei" panose="020B0503020204020204" pitchFamily="34" charset="-122"/>
                <a:ea typeface="Microsoft YaHei" panose="020B0503020204020204" pitchFamily="34" charset="-122"/>
              </a:rPr>
              <a:t>程序能够快速运行必须是处理器能够直接访问，因此必须占用一定的内存空间</a:t>
            </a:r>
            <a:endParaRPr lang="en-US" altLang="zh-CN" kern="100" dirty="0">
              <a:effectLst/>
              <a:latin typeface="Microsoft YaHei" panose="020B0503020204020204" pitchFamily="34" charset="-122"/>
              <a:ea typeface="Microsoft YaHei" panose="020B0503020204020204" pitchFamily="34" charset="-122"/>
            </a:endParaRPr>
          </a:p>
          <a:p>
            <a:pPr marL="285750" indent="-285750" algn="just">
              <a:lnSpc>
                <a:spcPts val="2800"/>
              </a:lnSpc>
              <a:buFont typeface="Arial" panose="020B0604020202020204" pitchFamily="34" charset="0"/>
              <a:buChar char="•"/>
            </a:pPr>
            <a:r>
              <a:rPr lang="zh-CN" altLang="zh-CN" kern="100" dirty="0">
                <a:effectLst/>
                <a:latin typeface="Microsoft YaHei" panose="020B0503020204020204" pitchFamily="34" charset="-122"/>
                <a:ea typeface="Microsoft YaHei" panose="020B0503020204020204" pitchFamily="34" charset="-122"/>
              </a:rPr>
              <a:t>外存管理通常通过文件系统来实现</a:t>
            </a:r>
            <a:endParaRPr lang="en-US" altLang="zh-CN" kern="100" dirty="0">
              <a:effectLst/>
              <a:latin typeface="Microsoft YaHei" panose="020B0503020204020204" pitchFamily="34" charset="-122"/>
              <a:ea typeface="Microsoft YaHei" panose="020B0503020204020204" pitchFamily="34" charset="-122"/>
            </a:endParaRPr>
          </a:p>
          <a:p>
            <a:pPr marL="285750" indent="-285750" algn="just">
              <a:lnSpc>
                <a:spcPts val="2800"/>
              </a:lnSpc>
              <a:buFont typeface="Arial" panose="020B0604020202020204" pitchFamily="34" charset="0"/>
              <a:buChar char="•"/>
            </a:pPr>
            <a:r>
              <a:rPr lang="zh-CN" altLang="zh-CN" kern="100" dirty="0">
                <a:effectLst/>
                <a:latin typeface="Microsoft YaHei" panose="020B0503020204020204" pitchFamily="34" charset="-122"/>
                <a:ea typeface="Microsoft YaHei" panose="020B0503020204020204" pitchFamily="34" charset="-122"/>
              </a:rPr>
              <a:t>内存管理是对处理器直接访问的内存空间进行管理，所谓内存空间</a:t>
            </a:r>
            <a:endParaRPr lang="en-US" altLang="zh-CN" kern="100" dirty="0">
              <a:effectLst/>
              <a:latin typeface="Microsoft YaHei" panose="020B0503020204020204" pitchFamily="34" charset="-122"/>
              <a:ea typeface="Microsoft YaHei" panose="020B0503020204020204" pitchFamily="34" charset="-122"/>
            </a:endParaRPr>
          </a:p>
          <a:p>
            <a:pPr marL="285750" indent="-285750" algn="just">
              <a:lnSpc>
                <a:spcPts val="2800"/>
              </a:lnSpc>
              <a:buFont typeface="Arial" panose="020B0604020202020204" pitchFamily="34" charset="0"/>
              <a:buChar char="•"/>
            </a:pPr>
            <a:r>
              <a:rPr lang="zh-CN" altLang="zh-CN" kern="100" dirty="0">
                <a:effectLst/>
                <a:latin typeface="Microsoft YaHei" panose="020B0503020204020204" pitchFamily="34" charset="-122"/>
                <a:ea typeface="Microsoft YaHei" panose="020B0503020204020204" pitchFamily="34" charset="-122"/>
              </a:rPr>
              <a:t>是由存储单元（字节或字）组成的一维连续的地址空间，简称内存空间，用来存放当前正在运行程序的代码及数据，是程序中指令本身地址所指的、亦即程序计数器所指的存储器</a:t>
            </a:r>
          </a:p>
        </p:txBody>
      </p:sp>
      <p:grpSp>
        <p:nvGrpSpPr>
          <p:cNvPr id="23" name="组合 22">
            <a:extLst>
              <a:ext uri="{FF2B5EF4-FFF2-40B4-BE49-F238E27FC236}">
                <a16:creationId xmlns:a16="http://schemas.microsoft.com/office/drawing/2014/main" xmlns="" id="{50939BE7-E135-17FD-D9EB-BFDFE719AEBE}"/>
              </a:ext>
            </a:extLst>
          </p:cNvPr>
          <p:cNvGrpSpPr/>
          <p:nvPr/>
        </p:nvGrpSpPr>
        <p:grpSpPr>
          <a:xfrm>
            <a:off x="706114" y="4384154"/>
            <a:ext cx="1266290" cy="554804"/>
            <a:chOff x="737171" y="5636574"/>
            <a:chExt cx="1266290" cy="554804"/>
          </a:xfrm>
        </p:grpSpPr>
        <p:sp>
          <p:nvSpPr>
            <p:cNvPr id="22" name="圆角矩形 21">
              <a:extLst>
                <a:ext uri="{FF2B5EF4-FFF2-40B4-BE49-F238E27FC236}">
                  <a16:creationId xmlns:a16="http://schemas.microsoft.com/office/drawing/2014/main" xmlns="" id="{12EA92B4-29F5-D6B6-C85A-4F6144B3A4D5}"/>
                </a:ext>
              </a:extLst>
            </p:cNvPr>
            <p:cNvSpPr/>
            <p:nvPr/>
          </p:nvSpPr>
          <p:spPr>
            <a:xfrm>
              <a:off x="737171" y="5636574"/>
              <a:ext cx="1266290" cy="554804"/>
            </a:xfrm>
            <a:prstGeom prst="roundRect">
              <a:avLst>
                <a:gd name="adj" fmla="val 1111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Microsoft YaHei" panose="020B0503020204020204" pitchFamily="34" charset="-122"/>
                <a:ea typeface="Microsoft YaHei" panose="020B0503020204020204" pitchFamily="34" charset="-122"/>
              </a:endParaRPr>
            </a:p>
          </p:txBody>
        </p:sp>
        <p:sp>
          <p:nvSpPr>
            <p:cNvPr id="21" name="文本框 20">
              <a:extLst>
                <a:ext uri="{FF2B5EF4-FFF2-40B4-BE49-F238E27FC236}">
                  <a16:creationId xmlns:a16="http://schemas.microsoft.com/office/drawing/2014/main" xmlns="" id="{20366536-9DC4-3874-DF32-B7CC20B0C011}"/>
                </a:ext>
              </a:extLst>
            </p:cNvPr>
            <p:cNvSpPr txBox="1"/>
            <p:nvPr/>
          </p:nvSpPr>
          <p:spPr>
            <a:xfrm>
              <a:off x="737171" y="5713921"/>
              <a:ext cx="1266290" cy="400110"/>
            </a:xfrm>
            <a:prstGeom prst="rect">
              <a:avLst/>
            </a:prstGeom>
            <a:noFill/>
          </p:spPr>
          <p:txBody>
            <a:bodyPr wrap="square">
              <a:spAutoFit/>
            </a:bodyPr>
            <a:lstStyle/>
            <a:p>
              <a:pPr algn="ctr"/>
              <a:r>
                <a:rPr lang="zh-CN" altLang="zh-CN" sz="2000" b="1" kern="100" dirty="0">
                  <a:solidFill>
                    <a:schemeClr val="bg1"/>
                  </a:solidFill>
                  <a:effectLst/>
                  <a:latin typeface="Microsoft YaHei" panose="020B0503020204020204" pitchFamily="34" charset="-122"/>
                  <a:ea typeface="Microsoft YaHei" panose="020B0503020204020204" pitchFamily="34" charset="-122"/>
                </a:rPr>
                <a:t>内存空间</a:t>
              </a:r>
              <a:endParaRPr lang="zh-CN" altLang="en-US" sz="2000" b="1" dirty="0">
                <a:solidFill>
                  <a:schemeClr val="bg1"/>
                </a:solidFill>
                <a:latin typeface="Microsoft YaHei" panose="020B0503020204020204" pitchFamily="34" charset="-122"/>
                <a:ea typeface="Microsoft YaHei" panose="020B0503020204020204" pitchFamily="34" charset="-122"/>
              </a:endParaRPr>
            </a:p>
          </p:txBody>
        </p:sp>
      </p:grpSp>
      <p:cxnSp>
        <p:nvCxnSpPr>
          <p:cNvPr id="25" name="直线连接符 24">
            <a:extLst>
              <a:ext uri="{FF2B5EF4-FFF2-40B4-BE49-F238E27FC236}">
                <a16:creationId xmlns:a16="http://schemas.microsoft.com/office/drawing/2014/main" xmlns="" id="{70F26C79-4564-3582-8007-64FB931D91FD}"/>
              </a:ext>
            </a:extLst>
          </p:cNvPr>
          <p:cNvCxnSpPr>
            <a:cxnSpLocks/>
            <a:stCxn id="21" idx="3"/>
            <a:endCxn id="31" idx="1"/>
          </p:cNvCxnSpPr>
          <p:nvPr/>
        </p:nvCxnSpPr>
        <p:spPr>
          <a:xfrm>
            <a:off x="1972404" y="4661556"/>
            <a:ext cx="516507" cy="851235"/>
          </a:xfrm>
          <a:prstGeom prst="line">
            <a:avLst/>
          </a:prstGeom>
        </p:spPr>
        <p:style>
          <a:lnRef idx="1">
            <a:schemeClr val="accent1"/>
          </a:lnRef>
          <a:fillRef idx="0">
            <a:schemeClr val="accent1"/>
          </a:fillRef>
          <a:effectRef idx="0">
            <a:schemeClr val="accent1"/>
          </a:effectRef>
          <a:fontRef idx="minor">
            <a:schemeClr val="tx1"/>
          </a:fontRef>
        </p:style>
      </p:cxnSp>
      <p:cxnSp>
        <p:nvCxnSpPr>
          <p:cNvPr id="27" name="直线连接符 26">
            <a:extLst>
              <a:ext uri="{FF2B5EF4-FFF2-40B4-BE49-F238E27FC236}">
                <a16:creationId xmlns:a16="http://schemas.microsoft.com/office/drawing/2014/main" xmlns="" id="{39D25804-C980-7D84-982D-35C69939654C}"/>
              </a:ext>
            </a:extLst>
          </p:cNvPr>
          <p:cNvCxnSpPr>
            <a:cxnSpLocks/>
            <a:endCxn id="29" idx="1"/>
          </p:cNvCxnSpPr>
          <p:nvPr/>
        </p:nvCxnSpPr>
        <p:spPr>
          <a:xfrm flipV="1">
            <a:off x="1972404" y="4030249"/>
            <a:ext cx="516507" cy="592634"/>
          </a:xfrm>
          <a:prstGeom prst="line">
            <a:avLst/>
          </a:prstGeom>
        </p:spPr>
        <p:style>
          <a:lnRef idx="1">
            <a:schemeClr val="accent1"/>
          </a:lnRef>
          <a:fillRef idx="0">
            <a:schemeClr val="accent1"/>
          </a:fillRef>
          <a:effectRef idx="0">
            <a:schemeClr val="accent1"/>
          </a:effectRef>
          <a:fontRef idx="minor">
            <a:schemeClr val="tx1"/>
          </a:fontRef>
        </p:style>
      </p:cxnSp>
      <p:graphicFrame>
        <p:nvGraphicFramePr>
          <p:cNvPr id="29" name="表格 29">
            <a:extLst>
              <a:ext uri="{FF2B5EF4-FFF2-40B4-BE49-F238E27FC236}">
                <a16:creationId xmlns:a16="http://schemas.microsoft.com/office/drawing/2014/main" xmlns="" id="{BFE62AD0-BBA7-257C-F56D-D563B71D8492}"/>
              </a:ext>
            </a:extLst>
          </p:cNvPr>
          <p:cNvGraphicFramePr>
            <a:graphicFrameLocks noGrp="1"/>
          </p:cNvGraphicFramePr>
          <p:nvPr>
            <p:extLst>
              <p:ext uri="{D42A27DB-BD31-4B8C-83A1-F6EECF244321}">
                <p14:modId xmlns:p14="http://schemas.microsoft.com/office/powerpoint/2010/main" xmlns="" val="2660603598"/>
              </p:ext>
            </p:extLst>
          </p:nvPr>
        </p:nvGraphicFramePr>
        <p:xfrm>
          <a:off x="2488911" y="3646169"/>
          <a:ext cx="9130328" cy="802640"/>
        </p:xfrm>
        <a:graphic>
          <a:graphicData uri="http://schemas.openxmlformats.org/drawingml/2006/table">
            <a:tbl>
              <a:tblPr firstRow="1" bandRow="1">
                <a:tableStyleId>{D27102A9-8310-4765-A935-A1911B00CA55}</a:tableStyleId>
              </a:tblPr>
              <a:tblGrid>
                <a:gridCol w="1309100">
                  <a:extLst>
                    <a:ext uri="{9D8B030D-6E8A-4147-A177-3AD203B41FA5}">
                      <a16:colId xmlns:a16="http://schemas.microsoft.com/office/drawing/2014/main" xmlns="" val="2903926652"/>
                    </a:ext>
                  </a:extLst>
                </a:gridCol>
                <a:gridCol w="7821228">
                  <a:extLst>
                    <a:ext uri="{9D8B030D-6E8A-4147-A177-3AD203B41FA5}">
                      <a16:colId xmlns:a16="http://schemas.microsoft.com/office/drawing/2014/main" xmlns="" val="440310169"/>
                    </a:ext>
                  </a:extLst>
                </a:gridCol>
              </a:tblGrid>
              <a:tr h="370840">
                <a:tc>
                  <a:txBody>
                    <a:bodyPr/>
                    <a:lstStyle/>
                    <a:p>
                      <a:pPr algn="ctr">
                        <a:lnSpc>
                          <a:spcPts val="2800"/>
                        </a:lnSpc>
                      </a:pPr>
                      <a:r>
                        <a:rPr lang="zh-CN" altLang="zh-CN" sz="1800" b="0" kern="100" dirty="0">
                          <a:effectLst/>
                          <a:latin typeface="Microsoft YaHei" panose="020B0503020204020204" pitchFamily="34" charset="-122"/>
                          <a:ea typeface="Microsoft YaHei" panose="020B0503020204020204" pitchFamily="34" charset="-122"/>
                        </a:rPr>
                        <a:t>系统区</a:t>
                      </a:r>
                      <a:endParaRPr lang="zh-CN" altLang="en-US" b="0" dirty="0">
                        <a:latin typeface="Microsoft YaHei" panose="020B0503020204020204" pitchFamily="34" charset="-122"/>
                        <a:ea typeface="Microsoft YaHei" panose="020B0503020204020204" pitchFamily="34" charset="-122"/>
                      </a:endParaRPr>
                    </a:p>
                  </a:txBody>
                  <a:tcPr anchor="ctr">
                    <a:lnL w="12700" cap="flat" cmpd="sng" algn="ctr">
                      <a:solidFill>
                        <a:schemeClr val="tx1"/>
                      </a:solidFill>
                      <a:prstDash val="solid"/>
                      <a:round/>
                      <a:headEnd type="none" w="med" len="med"/>
                      <a:tailEnd type="none" w="med" len="med"/>
                    </a:lnL>
                    <a:lnR w="12700" cap="flat" cmpd="sng" algn="ctr">
                      <a:solidFill>
                        <a:srgbClr val="9A000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nSpc>
                          <a:spcPts val="2800"/>
                        </a:lnSpc>
                      </a:pPr>
                      <a:r>
                        <a:rPr lang="zh-CN" altLang="zh-CN" sz="1800" b="0" kern="100" dirty="0">
                          <a:effectLst/>
                          <a:latin typeface="Microsoft YaHei" panose="020B0503020204020204" pitchFamily="34" charset="-122"/>
                          <a:ea typeface="Microsoft YaHei" panose="020B0503020204020204" pitchFamily="34" charset="-122"/>
                        </a:rPr>
                        <a:t>存放操作系统常驻内存部分，用户不能占用这部分空间</a:t>
                      </a:r>
                      <a:endParaRPr lang="en-US" altLang="zh-CN" sz="1800" b="0" kern="100" dirty="0">
                        <a:effectLst/>
                        <a:latin typeface="Microsoft YaHei" panose="020B0503020204020204" pitchFamily="34" charset="-122"/>
                        <a:ea typeface="Microsoft YaHei" panose="020B0503020204020204" pitchFamily="34" charset="-122"/>
                      </a:endParaRPr>
                    </a:p>
                    <a:p>
                      <a:pPr>
                        <a:lnSpc>
                          <a:spcPts val="2800"/>
                        </a:lnSpc>
                      </a:pPr>
                      <a:r>
                        <a:rPr lang="zh-CN" altLang="zh-CN" sz="1800" b="0" kern="100" dirty="0">
                          <a:solidFill>
                            <a:srgbClr val="9A0001"/>
                          </a:solidFill>
                          <a:effectLst/>
                          <a:latin typeface="Microsoft YaHei" panose="020B0503020204020204" pitchFamily="34" charset="-122"/>
                          <a:ea typeface="Microsoft YaHei" panose="020B0503020204020204" pitchFamily="34" charset="-122"/>
                        </a:rPr>
                        <a:t>操作系统本身还有一部分可以被用户使用的公共代码和数据也存放在系统区</a:t>
                      </a:r>
                      <a:endParaRPr lang="zh-CN" altLang="en-US" b="0" dirty="0">
                        <a:solidFill>
                          <a:srgbClr val="9A0001"/>
                        </a:solidFill>
                        <a:latin typeface="Microsoft YaHei" panose="020B0503020204020204" pitchFamily="34" charset="-122"/>
                        <a:ea typeface="Microsoft YaHei" panose="020B0503020204020204" pitchFamily="34" charset="-122"/>
                      </a:endParaRPr>
                    </a:p>
                  </a:txBody>
                  <a:tcPr>
                    <a:lnL w="12700" cap="flat" cmpd="sng" algn="ctr">
                      <a:solidFill>
                        <a:srgbClr val="9A000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xmlns="" val="1780451136"/>
                  </a:ext>
                </a:extLst>
              </a:tr>
            </a:tbl>
          </a:graphicData>
        </a:graphic>
      </p:graphicFrame>
      <p:graphicFrame>
        <p:nvGraphicFramePr>
          <p:cNvPr id="31" name="表格 29">
            <a:extLst>
              <a:ext uri="{FF2B5EF4-FFF2-40B4-BE49-F238E27FC236}">
                <a16:creationId xmlns:a16="http://schemas.microsoft.com/office/drawing/2014/main" xmlns="" id="{2BD97149-AD39-8D0C-1298-4B15D5435535}"/>
              </a:ext>
            </a:extLst>
          </p:cNvPr>
          <p:cNvGraphicFramePr>
            <a:graphicFrameLocks noGrp="1"/>
          </p:cNvGraphicFramePr>
          <p:nvPr>
            <p:extLst>
              <p:ext uri="{D42A27DB-BD31-4B8C-83A1-F6EECF244321}">
                <p14:modId xmlns:p14="http://schemas.microsoft.com/office/powerpoint/2010/main" xmlns="" val="1639129111"/>
              </p:ext>
            </p:extLst>
          </p:nvPr>
        </p:nvGraphicFramePr>
        <p:xfrm>
          <a:off x="2488911" y="4950911"/>
          <a:ext cx="9130328" cy="1158240"/>
        </p:xfrm>
        <a:graphic>
          <a:graphicData uri="http://schemas.openxmlformats.org/drawingml/2006/table">
            <a:tbl>
              <a:tblPr firstRow="1" bandRow="1">
                <a:tableStyleId>{D27102A9-8310-4765-A935-A1911B00CA55}</a:tableStyleId>
              </a:tblPr>
              <a:tblGrid>
                <a:gridCol w="1309100">
                  <a:extLst>
                    <a:ext uri="{9D8B030D-6E8A-4147-A177-3AD203B41FA5}">
                      <a16:colId xmlns:a16="http://schemas.microsoft.com/office/drawing/2014/main" xmlns="" val="2903926652"/>
                    </a:ext>
                  </a:extLst>
                </a:gridCol>
                <a:gridCol w="7821228">
                  <a:extLst>
                    <a:ext uri="{9D8B030D-6E8A-4147-A177-3AD203B41FA5}">
                      <a16:colId xmlns:a16="http://schemas.microsoft.com/office/drawing/2014/main" xmlns="" val="440310169"/>
                    </a:ext>
                  </a:extLst>
                </a:gridCol>
              </a:tblGrid>
              <a:tr h="370840">
                <a:tc>
                  <a:txBody>
                    <a:bodyPr/>
                    <a:lstStyle/>
                    <a:p>
                      <a:pPr algn="ctr">
                        <a:lnSpc>
                          <a:spcPts val="2800"/>
                        </a:lnSpc>
                      </a:pPr>
                      <a:r>
                        <a:rPr lang="zh-CN" altLang="zh-CN" sz="1800" b="0" kern="100" dirty="0">
                          <a:effectLst/>
                          <a:latin typeface="Microsoft YaHei" panose="020B0503020204020204" pitchFamily="34" charset="-122"/>
                          <a:ea typeface="Microsoft YaHei" panose="020B0503020204020204" pitchFamily="34" charset="-122"/>
                        </a:rPr>
                        <a:t>用户区</a:t>
                      </a:r>
                      <a:endParaRPr lang="zh-CN" altLang="en-US" b="0" dirty="0">
                        <a:latin typeface="Microsoft YaHei" panose="020B0503020204020204" pitchFamily="34" charset="-122"/>
                        <a:ea typeface="Microsoft YaHei" panose="020B0503020204020204" pitchFamily="34" charset="-122"/>
                      </a:endParaRPr>
                    </a:p>
                  </a:txBody>
                  <a:tcPr anchor="ctr">
                    <a:lnL w="12700" cap="flat" cmpd="sng" algn="ctr">
                      <a:solidFill>
                        <a:schemeClr val="tx1"/>
                      </a:solidFill>
                      <a:prstDash val="solid"/>
                      <a:round/>
                      <a:headEnd type="none" w="med" len="med"/>
                      <a:tailEnd type="none" w="med" len="med"/>
                    </a:lnL>
                    <a:lnR w="12700" cap="flat" cmpd="sng" algn="ctr">
                      <a:solidFill>
                        <a:srgbClr val="9A000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nSpc>
                          <a:spcPts val="2800"/>
                        </a:lnSpc>
                      </a:pPr>
                      <a:r>
                        <a:rPr lang="zh-CN" altLang="zh-CN" sz="1800" b="0" kern="100" dirty="0">
                          <a:effectLst/>
                          <a:latin typeface="Microsoft YaHei" panose="020B0503020204020204" pitchFamily="34" charset="-122"/>
                          <a:ea typeface="Microsoft YaHei" panose="020B0503020204020204" pitchFamily="34" charset="-122"/>
                        </a:rPr>
                        <a:t>用于装入并存放用户程序和数据，这部分的信息随时都在发生变化</a:t>
                      </a:r>
                      <a:endParaRPr lang="en-US" altLang="zh-CN" sz="1800" b="0" kern="100" dirty="0">
                        <a:effectLst/>
                        <a:latin typeface="Microsoft YaHei" panose="020B0503020204020204" pitchFamily="34" charset="-122"/>
                        <a:ea typeface="Microsoft YaHei" panose="020B0503020204020204" pitchFamily="34" charset="-122"/>
                      </a:endParaRPr>
                    </a:p>
                    <a:p>
                      <a:pPr>
                        <a:lnSpc>
                          <a:spcPts val="2800"/>
                        </a:lnSpc>
                      </a:pPr>
                      <a:r>
                        <a:rPr lang="zh-CN" altLang="zh-CN" sz="1800" b="0" kern="100" dirty="0">
                          <a:effectLst/>
                          <a:latin typeface="Microsoft YaHei" panose="020B0503020204020204" pitchFamily="34" charset="-122"/>
                          <a:ea typeface="Microsoft YaHei" panose="020B0503020204020204" pitchFamily="34" charset="-122"/>
                        </a:rPr>
                        <a:t>内存管理</a:t>
                      </a:r>
                      <a:r>
                        <a:rPr lang="zh-CN" altLang="en-US" sz="1800" b="0" kern="100" dirty="0">
                          <a:effectLst/>
                          <a:latin typeface="Microsoft YaHei" panose="020B0503020204020204" pitchFamily="34" charset="-122"/>
                          <a:ea typeface="Microsoft YaHei" panose="020B0503020204020204" pitchFamily="34" charset="-122"/>
                        </a:rPr>
                        <a:t>本质</a:t>
                      </a:r>
                      <a:r>
                        <a:rPr lang="zh-CN" altLang="zh-CN" sz="1800" b="0" kern="100" dirty="0">
                          <a:effectLst/>
                          <a:latin typeface="Microsoft YaHei" panose="020B0503020204020204" pitchFamily="34" charset="-122"/>
                          <a:ea typeface="Microsoft YaHei" panose="020B0503020204020204" pitchFamily="34" charset="-122"/>
                        </a:rPr>
                        <a:t>是管理用户使用空间</a:t>
                      </a:r>
                      <a:r>
                        <a:rPr lang="zh-CN" altLang="zh-CN" sz="1800" b="0" kern="100" dirty="0">
                          <a:solidFill>
                            <a:srgbClr val="9A0001"/>
                          </a:solidFill>
                          <a:effectLst/>
                          <a:latin typeface="Microsoft YaHei" panose="020B0503020204020204" pitchFamily="34" charset="-122"/>
                          <a:ea typeface="Microsoft YaHei" panose="020B0503020204020204" pitchFamily="34" charset="-122"/>
                        </a:rPr>
                        <a:t>以及协调用户调用操作系统公共代码和数据的使用</a:t>
                      </a:r>
                      <a:endParaRPr lang="zh-CN" altLang="en-US" b="0" dirty="0">
                        <a:solidFill>
                          <a:srgbClr val="9A0001"/>
                        </a:solidFill>
                        <a:latin typeface="Microsoft YaHei" panose="020B0503020204020204" pitchFamily="34" charset="-122"/>
                        <a:ea typeface="Microsoft YaHei" panose="020B0503020204020204" pitchFamily="34" charset="-122"/>
                      </a:endParaRPr>
                    </a:p>
                  </a:txBody>
                  <a:tcPr>
                    <a:lnL w="12700" cap="flat" cmpd="sng" algn="ctr">
                      <a:solidFill>
                        <a:srgbClr val="9A000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xmlns="" val="1780451136"/>
                  </a:ext>
                </a:extLst>
              </a:tr>
            </a:tbl>
          </a:graphicData>
        </a:graphic>
      </p:graphicFrame>
    </p:spTree>
    <p:extLst>
      <p:ext uri="{BB962C8B-B14F-4D97-AF65-F5344CB8AC3E}">
        <p14:creationId xmlns:p14="http://schemas.microsoft.com/office/powerpoint/2010/main" xmlns="" val="1466251207"/>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p:txBody>
          <a:bodyPr/>
          <a:lstStyle/>
          <a:p>
            <a:r>
              <a:rPr lang="en-US" altLang="zh-CN" dirty="0">
                <a:sym typeface="Arial" panose="020B0604020202020204" pitchFamily="34" charset="0"/>
              </a:rPr>
              <a:t>5.1.2</a:t>
            </a:r>
            <a:r>
              <a:rPr lang="zh-CN" altLang="en-US" dirty="0">
                <a:sym typeface="Arial" panose="020B0604020202020204" pitchFamily="34" charset="0"/>
              </a:rPr>
              <a:t>存储管理的任务</a:t>
            </a:r>
          </a:p>
        </p:txBody>
      </p:sp>
      <p:grpSp>
        <p:nvGrpSpPr>
          <p:cNvPr id="30" name="组合 29">
            <a:extLst>
              <a:ext uri="{FF2B5EF4-FFF2-40B4-BE49-F238E27FC236}">
                <a16:creationId xmlns:a16="http://schemas.microsoft.com/office/drawing/2014/main" xmlns="" id="{444DC95C-8FD6-B590-31D6-ED52E8817E46}"/>
              </a:ext>
            </a:extLst>
          </p:cNvPr>
          <p:cNvGrpSpPr/>
          <p:nvPr/>
        </p:nvGrpSpPr>
        <p:grpSpPr>
          <a:xfrm>
            <a:off x="1313786" y="3208283"/>
            <a:ext cx="8879953" cy="989019"/>
            <a:chOff x="1681648" y="1914570"/>
            <a:chExt cx="8879953" cy="989019"/>
          </a:xfrm>
        </p:grpSpPr>
        <p:sp>
          <p:nvSpPr>
            <p:cNvPr id="3" name="文本框 2">
              <a:extLst>
                <a:ext uri="{FF2B5EF4-FFF2-40B4-BE49-F238E27FC236}">
                  <a16:creationId xmlns:a16="http://schemas.microsoft.com/office/drawing/2014/main" xmlns="" id="{95A1050E-31A7-DFA7-3B68-118DA57609B6}"/>
                </a:ext>
              </a:extLst>
            </p:cNvPr>
            <p:cNvSpPr txBox="1"/>
            <p:nvPr/>
          </p:nvSpPr>
          <p:spPr>
            <a:xfrm>
              <a:off x="1681648" y="2507006"/>
              <a:ext cx="2525293" cy="396583"/>
            </a:xfrm>
            <a:prstGeom prst="rect">
              <a:avLst/>
            </a:prstGeom>
            <a:noFill/>
          </p:spPr>
          <p:txBody>
            <a:bodyPr wrap="square" rtlCol="0">
              <a:spAutoFit/>
            </a:bodyPr>
            <a:lstStyle/>
            <a:p>
              <a:pPr algn="ctr">
                <a:lnSpc>
                  <a:spcPct val="120000"/>
                </a:lnSpc>
              </a:pPr>
              <a:r>
                <a:rPr lang="zh-CN" altLang="zh-CN" kern="100" dirty="0">
                  <a:effectLst/>
                  <a:latin typeface="Microsoft YaHei" panose="020B0503020204020204" pitchFamily="34" charset="-122"/>
                  <a:ea typeface="Microsoft YaHei" panose="020B0503020204020204" pitchFamily="34" charset="-122"/>
                </a:rPr>
                <a:t>内存管理方法</a:t>
              </a:r>
              <a:endParaRPr lang="zh-CN" altLang="en-US" dirty="0">
                <a:solidFill>
                  <a:schemeClr val="tx1">
                    <a:lumMod val="65000"/>
                    <a:lumOff val="35000"/>
                  </a:schemeClr>
                </a:solidFill>
                <a:latin typeface="Microsoft YaHei" panose="020B0503020204020204" pitchFamily="34" charset="-122"/>
                <a:ea typeface="Microsoft YaHei" panose="020B0503020204020204" pitchFamily="34" charset="-122"/>
                <a:cs typeface="+mn-ea"/>
                <a:sym typeface="Arial" panose="020B0604020202020204" pitchFamily="34" charset="0"/>
              </a:endParaRPr>
            </a:p>
          </p:txBody>
        </p:sp>
        <p:sp>
          <p:nvSpPr>
            <p:cNvPr id="4" name="文本框 3">
              <a:extLst>
                <a:ext uri="{FF2B5EF4-FFF2-40B4-BE49-F238E27FC236}">
                  <a16:creationId xmlns:a16="http://schemas.microsoft.com/office/drawing/2014/main" xmlns="" id="{D75979DC-64EE-6146-7639-35D0BB066D62}"/>
                </a:ext>
              </a:extLst>
            </p:cNvPr>
            <p:cNvSpPr txBox="1"/>
            <p:nvPr/>
          </p:nvSpPr>
          <p:spPr>
            <a:xfrm>
              <a:off x="4722391" y="2507006"/>
              <a:ext cx="2525293" cy="396583"/>
            </a:xfrm>
            <a:prstGeom prst="rect">
              <a:avLst/>
            </a:prstGeom>
            <a:noFill/>
          </p:spPr>
          <p:txBody>
            <a:bodyPr wrap="square" rtlCol="0">
              <a:spAutoFit/>
            </a:bodyPr>
            <a:lstStyle/>
            <a:p>
              <a:pPr algn="ctr">
                <a:lnSpc>
                  <a:spcPct val="120000"/>
                </a:lnSpc>
              </a:pPr>
              <a:r>
                <a:rPr lang="zh-CN" altLang="zh-CN" kern="100" dirty="0">
                  <a:effectLst/>
                  <a:latin typeface="Microsoft YaHei" panose="020B0503020204020204" pitchFamily="34" charset="-122"/>
                  <a:ea typeface="Microsoft YaHei" panose="020B0503020204020204" pitchFamily="34" charset="-122"/>
                </a:rPr>
                <a:t>内存的分配和释放算法</a:t>
              </a:r>
              <a:endParaRPr lang="zh-CN" altLang="en-US" dirty="0">
                <a:solidFill>
                  <a:schemeClr val="tx1">
                    <a:lumMod val="65000"/>
                    <a:lumOff val="35000"/>
                  </a:schemeClr>
                </a:solidFill>
                <a:latin typeface="Microsoft YaHei" panose="020B0503020204020204" pitchFamily="34" charset="-122"/>
                <a:ea typeface="Microsoft YaHei" panose="020B0503020204020204" pitchFamily="34" charset="-122"/>
                <a:cs typeface="+mn-ea"/>
                <a:sym typeface="Arial" panose="020B0604020202020204" pitchFamily="34" charset="0"/>
              </a:endParaRPr>
            </a:p>
          </p:txBody>
        </p:sp>
        <p:sp>
          <p:nvSpPr>
            <p:cNvPr id="5" name="文本框 4">
              <a:extLst>
                <a:ext uri="{FF2B5EF4-FFF2-40B4-BE49-F238E27FC236}">
                  <a16:creationId xmlns:a16="http://schemas.microsoft.com/office/drawing/2014/main" xmlns="" id="{A380FCF2-F9F0-0653-B8B2-E5F0BAB8AD80}"/>
                </a:ext>
              </a:extLst>
            </p:cNvPr>
            <p:cNvSpPr txBox="1"/>
            <p:nvPr/>
          </p:nvSpPr>
          <p:spPr>
            <a:xfrm>
              <a:off x="8036308" y="2507006"/>
              <a:ext cx="2525293" cy="396583"/>
            </a:xfrm>
            <a:prstGeom prst="rect">
              <a:avLst/>
            </a:prstGeom>
            <a:noFill/>
          </p:spPr>
          <p:txBody>
            <a:bodyPr wrap="square" rtlCol="0">
              <a:spAutoFit/>
            </a:bodyPr>
            <a:lstStyle/>
            <a:p>
              <a:pPr algn="ctr">
                <a:lnSpc>
                  <a:spcPct val="120000"/>
                </a:lnSpc>
              </a:pPr>
              <a:r>
                <a:rPr lang="zh-CN" altLang="zh-CN" kern="100" dirty="0">
                  <a:effectLst/>
                  <a:latin typeface="Microsoft YaHei" panose="020B0503020204020204" pitchFamily="34" charset="-122"/>
                  <a:ea typeface="Microsoft YaHei" panose="020B0503020204020204" pitchFamily="34" charset="-122"/>
                </a:rPr>
                <a:t>虚拟存储器的管理</a:t>
              </a:r>
              <a:endParaRPr lang="zh-CN" altLang="en-US" dirty="0">
                <a:solidFill>
                  <a:schemeClr val="tx1">
                    <a:lumMod val="65000"/>
                    <a:lumOff val="35000"/>
                  </a:schemeClr>
                </a:solidFill>
                <a:latin typeface="Microsoft YaHei" panose="020B0503020204020204" pitchFamily="34" charset="-122"/>
                <a:ea typeface="Microsoft YaHei" panose="020B0503020204020204" pitchFamily="34" charset="-122"/>
                <a:cs typeface="+mn-ea"/>
                <a:sym typeface="Arial" panose="020B0604020202020204" pitchFamily="34" charset="0"/>
              </a:endParaRPr>
            </a:p>
          </p:txBody>
        </p:sp>
        <p:grpSp>
          <p:nvGrpSpPr>
            <p:cNvPr id="11" name="Group 14">
              <a:extLst>
                <a:ext uri="{FF2B5EF4-FFF2-40B4-BE49-F238E27FC236}">
                  <a16:creationId xmlns:a16="http://schemas.microsoft.com/office/drawing/2014/main" xmlns="" id="{6AB40141-F21F-5D49-C9AC-FBB14DDB6311}"/>
                </a:ext>
              </a:extLst>
            </p:cNvPr>
            <p:cNvGrpSpPr/>
            <p:nvPr/>
          </p:nvGrpSpPr>
          <p:grpSpPr>
            <a:xfrm>
              <a:off x="2607302" y="1947791"/>
              <a:ext cx="367871" cy="330474"/>
              <a:chOff x="922337" y="1337071"/>
              <a:chExt cx="301625" cy="270961"/>
            </a:xfrm>
            <a:solidFill>
              <a:srgbClr val="9A0001"/>
            </a:solidFill>
          </p:grpSpPr>
          <p:sp>
            <p:nvSpPr>
              <p:cNvPr id="12" name="Freeform 5">
                <a:extLst>
                  <a:ext uri="{FF2B5EF4-FFF2-40B4-BE49-F238E27FC236}">
                    <a16:creationId xmlns:a16="http://schemas.microsoft.com/office/drawing/2014/main" xmlns="" id="{B7CD98B4-D8F3-7807-388C-4F5A6A7A7641}"/>
                  </a:ext>
                </a:extLst>
              </p:cNvPr>
              <p:cNvSpPr/>
              <p:nvPr/>
            </p:nvSpPr>
            <p:spPr>
              <a:xfrm>
                <a:off x="922337" y="1337071"/>
                <a:ext cx="301625" cy="257970"/>
              </a:xfrm>
              <a:custGeom>
                <a:avLst/>
                <a:gdLst>
                  <a:gd name="T0" fmla="*/ 0 w 10600"/>
                  <a:gd name="T1" fmla="*/ 7875 h 9081"/>
                  <a:gd name="T2" fmla="*/ 1206 w 10600"/>
                  <a:gd name="T3" fmla="*/ 9081 h 9081"/>
                  <a:gd name="T4" fmla="*/ 1474 w 10600"/>
                  <a:gd name="T5" fmla="*/ 9081 h 9081"/>
                  <a:gd name="T6" fmla="*/ 8836 w 10600"/>
                  <a:gd name="T7" fmla="*/ 9081 h 9081"/>
                  <a:gd name="T8" fmla="*/ 9372 w 10600"/>
                  <a:gd name="T9" fmla="*/ 9081 h 9081"/>
                  <a:gd name="T10" fmla="*/ 9930 w 10600"/>
                  <a:gd name="T11" fmla="*/ 9081 h 9081"/>
                  <a:gd name="T12" fmla="*/ 9930 w 10600"/>
                  <a:gd name="T13" fmla="*/ 8545 h 9081"/>
                  <a:gd name="T14" fmla="*/ 9372 w 10600"/>
                  <a:gd name="T15" fmla="*/ 8545 h 9081"/>
                  <a:gd name="T16" fmla="*/ 9372 w 10600"/>
                  <a:gd name="T17" fmla="*/ 7204 h 9081"/>
                  <a:gd name="T18" fmla="*/ 9930 w 10600"/>
                  <a:gd name="T19" fmla="*/ 7204 h 9081"/>
                  <a:gd name="T20" fmla="*/ 9930 w 10600"/>
                  <a:gd name="T21" fmla="*/ 6970 h 9081"/>
                  <a:gd name="T22" fmla="*/ 10198 w 10600"/>
                  <a:gd name="T23" fmla="*/ 6970 h 9081"/>
                  <a:gd name="T24" fmla="*/ 10600 w 10600"/>
                  <a:gd name="T25" fmla="*/ 6970 h 9081"/>
                  <a:gd name="T26" fmla="*/ 10600 w 10600"/>
                  <a:gd name="T27" fmla="*/ 6434 h 9081"/>
                  <a:gd name="T28" fmla="*/ 10198 w 10600"/>
                  <a:gd name="T29" fmla="*/ 6434 h 9081"/>
                  <a:gd name="T30" fmla="*/ 10198 w 10600"/>
                  <a:gd name="T31" fmla="*/ 5093 h 9081"/>
                  <a:gd name="T32" fmla="*/ 10600 w 10600"/>
                  <a:gd name="T33" fmla="*/ 5093 h 9081"/>
                  <a:gd name="T34" fmla="*/ 10600 w 10600"/>
                  <a:gd name="T35" fmla="*/ 4557 h 9081"/>
                  <a:gd name="T36" fmla="*/ 10198 w 10600"/>
                  <a:gd name="T37" fmla="*/ 4557 h 9081"/>
                  <a:gd name="T38" fmla="*/ 10165 w 10600"/>
                  <a:gd name="T39" fmla="*/ 4557 h 9081"/>
                  <a:gd name="T40" fmla="*/ 10165 w 10600"/>
                  <a:gd name="T41" fmla="*/ 4378 h 9081"/>
                  <a:gd name="T42" fmla="*/ 10165 w 10600"/>
                  <a:gd name="T43" fmla="*/ 4110 h 9081"/>
                  <a:gd name="T44" fmla="*/ 10165 w 10600"/>
                  <a:gd name="T45" fmla="*/ 4099 h 9081"/>
                  <a:gd name="T46" fmla="*/ 9503 w 10600"/>
                  <a:gd name="T47" fmla="*/ 2859 h 9081"/>
                  <a:gd name="T48" fmla="*/ 10198 w 10600"/>
                  <a:gd name="T49" fmla="*/ 2859 h 9081"/>
                  <a:gd name="T50" fmla="*/ 10198 w 10600"/>
                  <a:gd name="T51" fmla="*/ 2138 h 9081"/>
                  <a:gd name="T52" fmla="*/ 8449 w 10600"/>
                  <a:gd name="T53" fmla="*/ 0 h 9081"/>
                  <a:gd name="T54" fmla="*/ 2277 w 10600"/>
                  <a:gd name="T55" fmla="*/ 0 h 9081"/>
                  <a:gd name="T56" fmla="*/ 685 w 10600"/>
                  <a:gd name="T57" fmla="*/ 2508 h 9081"/>
                  <a:gd name="T58" fmla="*/ 235 w 10600"/>
                  <a:gd name="T59" fmla="*/ 3440 h 9081"/>
                  <a:gd name="T60" fmla="*/ 1429 w 10600"/>
                  <a:gd name="T61" fmla="*/ 4645 h 9081"/>
                  <a:gd name="T62" fmla="*/ 670 w 10600"/>
                  <a:gd name="T63" fmla="*/ 5763 h 9081"/>
                  <a:gd name="T64" fmla="*/ 1100 w 10600"/>
                  <a:gd name="T65" fmla="*/ 6679 h 9081"/>
                  <a:gd name="T66" fmla="*/ 0 w 10600"/>
                  <a:gd name="T67" fmla="*/ 7875 h 9081"/>
                  <a:gd name="T68" fmla="*/ 771 w 10600"/>
                  <a:gd name="T69" fmla="*/ 3440 h 9081"/>
                  <a:gd name="T70" fmla="*/ 1113 w 10600"/>
                  <a:gd name="T71" fmla="*/ 2859 h 9081"/>
                  <a:gd name="T72" fmla="*/ 9104 w 10600"/>
                  <a:gd name="T73" fmla="*/ 2859 h 9081"/>
                  <a:gd name="T74" fmla="*/ 9104 w 10600"/>
                  <a:gd name="T75" fmla="*/ 4110 h 9081"/>
                  <a:gd name="T76" fmla="*/ 1441 w 10600"/>
                  <a:gd name="T77" fmla="*/ 4110 h 9081"/>
                  <a:gd name="T78" fmla="*/ 771 w 10600"/>
                  <a:gd name="T79" fmla="*/ 3440 h 9081"/>
                  <a:gd name="T80" fmla="*/ 1877 w 10600"/>
                  <a:gd name="T81" fmla="*/ 5093 h 9081"/>
                  <a:gd name="T82" fmla="*/ 2145 w 10600"/>
                  <a:gd name="T83" fmla="*/ 5093 h 9081"/>
                  <a:gd name="T84" fmla="*/ 9662 w 10600"/>
                  <a:gd name="T85" fmla="*/ 5093 h 9081"/>
                  <a:gd name="T86" fmla="*/ 9662 w 10600"/>
                  <a:gd name="T87" fmla="*/ 6434 h 9081"/>
                  <a:gd name="T88" fmla="*/ 2145 w 10600"/>
                  <a:gd name="T89" fmla="*/ 6434 h 9081"/>
                  <a:gd name="T90" fmla="*/ 1877 w 10600"/>
                  <a:gd name="T91" fmla="*/ 6434 h 9081"/>
                  <a:gd name="T92" fmla="*/ 1206 w 10600"/>
                  <a:gd name="T93" fmla="*/ 5763 h 9081"/>
                  <a:gd name="T94" fmla="*/ 1877 w 10600"/>
                  <a:gd name="T95" fmla="*/ 5093 h 9081"/>
                  <a:gd name="T96" fmla="*/ 1206 w 10600"/>
                  <a:gd name="T97" fmla="*/ 7204 h 9081"/>
                  <a:gd name="T98" fmla="*/ 1475 w 10600"/>
                  <a:gd name="T99" fmla="*/ 7204 h 9081"/>
                  <a:gd name="T100" fmla="*/ 8836 w 10600"/>
                  <a:gd name="T101" fmla="*/ 7204 h 9081"/>
                  <a:gd name="T102" fmla="*/ 8836 w 10600"/>
                  <a:gd name="T103" fmla="*/ 8545 h 9081"/>
                  <a:gd name="T104" fmla="*/ 1474 w 10600"/>
                  <a:gd name="T105" fmla="*/ 8545 h 9081"/>
                  <a:gd name="T106" fmla="*/ 1206 w 10600"/>
                  <a:gd name="T107" fmla="*/ 8545 h 9081"/>
                  <a:gd name="T108" fmla="*/ 536 w 10600"/>
                  <a:gd name="T109" fmla="*/ 7875 h 9081"/>
                  <a:gd name="T110" fmla="*/ 1206 w 10600"/>
                  <a:gd name="T111" fmla="*/ 7204 h 90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600" h="9081">
                    <a:moveTo>
                      <a:pt x="0" y="7875"/>
                    </a:moveTo>
                    <a:cubicBezTo>
                      <a:pt x="0" y="8540"/>
                      <a:pt x="541" y="9081"/>
                      <a:pt x="1206" y="9081"/>
                    </a:cubicBezTo>
                    <a:lnTo>
                      <a:pt x="1474" y="9081"/>
                    </a:lnTo>
                    <a:lnTo>
                      <a:pt x="8836" y="9081"/>
                    </a:lnTo>
                    <a:lnTo>
                      <a:pt x="9372" y="9081"/>
                    </a:lnTo>
                    <a:lnTo>
                      <a:pt x="9930" y="9081"/>
                    </a:lnTo>
                    <a:lnTo>
                      <a:pt x="9930" y="8545"/>
                    </a:lnTo>
                    <a:lnTo>
                      <a:pt x="9372" y="8545"/>
                    </a:lnTo>
                    <a:lnTo>
                      <a:pt x="9372" y="7204"/>
                    </a:lnTo>
                    <a:lnTo>
                      <a:pt x="9930" y="7204"/>
                    </a:lnTo>
                    <a:lnTo>
                      <a:pt x="9930" y="6970"/>
                    </a:lnTo>
                    <a:lnTo>
                      <a:pt x="10198" y="6970"/>
                    </a:lnTo>
                    <a:lnTo>
                      <a:pt x="10600" y="6970"/>
                    </a:lnTo>
                    <a:lnTo>
                      <a:pt x="10600" y="6434"/>
                    </a:lnTo>
                    <a:lnTo>
                      <a:pt x="10198" y="6434"/>
                    </a:lnTo>
                    <a:lnTo>
                      <a:pt x="10198" y="5093"/>
                    </a:lnTo>
                    <a:lnTo>
                      <a:pt x="10600" y="5093"/>
                    </a:lnTo>
                    <a:lnTo>
                      <a:pt x="10600" y="4557"/>
                    </a:lnTo>
                    <a:lnTo>
                      <a:pt x="10198" y="4557"/>
                    </a:lnTo>
                    <a:lnTo>
                      <a:pt x="10165" y="4557"/>
                    </a:lnTo>
                    <a:lnTo>
                      <a:pt x="10165" y="4378"/>
                    </a:lnTo>
                    <a:lnTo>
                      <a:pt x="10165" y="4110"/>
                    </a:lnTo>
                    <a:lnTo>
                      <a:pt x="10165" y="4099"/>
                    </a:lnTo>
                    <a:lnTo>
                      <a:pt x="9503" y="2859"/>
                    </a:lnTo>
                    <a:lnTo>
                      <a:pt x="10198" y="2859"/>
                    </a:lnTo>
                    <a:lnTo>
                      <a:pt x="10198" y="2138"/>
                    </a:lnTo>
                    <a:lnTo>
                      <a:pt x="8449" y="0"/>
                    </a:lnTo>
                    <a:lnTo>
                      <a:pt x="2277" y="0"/>
                    </a:lnTo>
                    <a:lnTo>
                      <a:pt x="685" y="2508"/>
                    </a:lnTo>
                    <a:cubicBezTo>
                      <a:pt x="413" y="2729"/>
                      <a:pt x="235" y="3063"/>
                      <a:pt x="235" y="3440"/>
                    </a:cubicBezTo>
                    <a:cubicBezTo>
                      <a:pt x="235" y="4101"/>
                      <a:pt x="769" y="4639"/>
                      <a:pt x="1429" y="4645"/>
                    </a:cubicBezTo>
                    <a:cubicBezTo>
                      <a:pt x="985" y="4824"/>
                      <a:pt x="670" y="5257"/>
                      <a:pt x="670" y="5763"/>
                    </a:cubicBezTo>
                    <a:cubicBezTo>
                      <a:pt x="670" y="6131"/>
                      <a:pt x="839" y="6457"/>
                      <a:pt x="1100" y="6679"/>
                    </a:cubicBezTo>
                    <a:cubicBezTo>
                      <a:pt x="485" y="6734"/>
                      <a:pt x="0" y="7246"/>
                      <a:pt x="0" y="7875"/>
                    </a:cubicBezTo>
                    <a:close/>
                    <a:moveTo>
                      <a:pt x="771" y="3440"/>
                    </a:moveTo>
                    <a:cubicBezTo>
                      <a:pt x="771" y="3190"/>
                      <a:pt x="910" y="2974"/>
                      <a:pt x="1113" y="2859"/>
                    </a:cubicBezTo>
                    <a:lnTo>
                      <a:pt x="9104" y="2859"/>
                    </a:lnTo>
                    <a:lnTo>
                      <a:pt x="9104" y="4110"/>
                    </a:lnTo>
                    <a:lnTo>
                      <a:pt x="1441" y="4110"/>
                    </a:lnTo>
                    <a:cubicBezTo>
                      <a:pt x="1071" y="4110"/>
                      <a:pt x="771" y="3810"/>
                      <a:pt x="771" y="3440"/>
                    </a:cubicBezTo>
                    <a:close/>
                    <a:moveTo>
                      <a:pt x="1877" y="5093"/>
                    </a:moveTo>
                    <a:lnTo>
                      <a:pt x="2145" y="5093"/>
                    </a:lnTo>
                    <a:lnTo>
                      <a:pt x="9662" y="5093"/>
                    </a:lnTo>
                    <a:lnTo>
                      <a:pt x="9662" y="6434"/>
                    </a:lnTo>
                    <a:lnTo>
                      <a:pt x="2145" y="6434"/>
                    </a:lnTo>
                    <a:lnTo>
                      <a:pt x="1877" y="6434"/>
                    </a:lnTo>
                    <a:cubicBezTo>
                      <a:pt x="1507" y="6434"/>
                      <a:pt x="1206" y="6133"/>
                      <a:pt x="1206" y="5763"/>
                    </a:cubicBezTo>
                    <a:cubicBezTo>
                      <a:pt x="1206" y="5394"/>
                      <a:pt x="1507" y="5093"/>
                      <a:pt x="1877" y="5093"/>
                    </a:cubicBezTo>
                    <a:close/>
                    <a:moveTo>
                      <a:pt x="1206" y="7204"/>
                    </a:moveTo>
                    <a:lnTo>
                      <a:pt x="1475" y="7204"/>
                    </a:lnTo>
                    <a:lnTo>
                      <a:pt x="8836" y="7204"/>
                    </a:lnTo>
                    <a:lnTo>
                      <a:pt x="8836" y="8545"/>
                    </a:lnTo>
                    <a:lnTo>
                      <a:pt x="1474" y="8545"/>
                    </a:lnTo>
                    <a:lnTo>
                      <a:pt x="1206" y="8545"/>
                    </a:lnTo>
                    <a:cubicBezTo>
                      <a:pt x="837" y="8545"/>
                      <a:pt x="536" y="8244"/>
                      <a:pt x="536" y="7875"/>
                    </a:cubicBezTo>
                    <a:cubicBezTo>
                      <a:pt x="536" y="7505"/>
                      <a:pt x="837" y="7204"/>
                      <a:pt x="1206" y="7204"/>
                    </a:cubicBezTo>
                    <a:close/>
                  </a:path>
                </a:pathLst>
              </a:custGeom>
              <a:grpFill/>
              <a:ln w="9525">
                <a:noFill/>
              </a:ln>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sz="975">
                  <a:solidFill>
                    <a:schemeClr val="accent1"/>
                  </a:solidFill>
                  <a:latin typeface="Microsoft YaHei" panose="020B0503020204020204" pitchFamily="34" charset="-122"/>
                  <a:ea typeface="Microsoft YaHei" panose="020B0503020204020204" pitchFamily="34" charset="-122"/>
                  <a:cs typeface="+mn-ea"/>
                  <a:sym typeface="Arial" panose="020B0604020202020204" pitchFamily="34" charset="0"/>
                </a:endParaRPr>
              </a:p>
            </p:txBody>
          </p:sp>
          <p:sp>
            <p:nvSpPr>
              <p:cNvPr id="13" name="Rectangle 6">
                <a:extLst>
                  <a:ext uri="{FF2B5EF4-FFF2-40B4-BE49-F238E27FC236}">
                    <a16:creationId xmlns:a16="http://schemas.microsoft.com/office/drawing/2014/main" xmlns="" id="{D2DB71C7-B1F2-1A2E-1F5E-869F18378D12}"/>
                  </a:ext>
                </a:extLst>
              </p:cNvPr>
              <p:cNvSpPr/>
              <p:nvPr/>
            </p:nvSpPr>
            <p:spPr>
              <a:xfrm>
                <a:off x="1017587" y="1512991"/>
                <a:ext cx="111125" cy="95041"/>
              </a:xfrm>
              <a:custGeom>
                <a:avLst/>
                <a:gdLst>
                  <a:gd name="T0" fmla="*/ 0 w 10600"/>
                  <a:gd name="T1" fmla="*/ 7875 h 9081"/>
                  <a:gd name="T2" fmla="*/ 1206 w 10600"/>
                  <a:gd name="T3" fmla="*/ 9081 h 9081"/>
                  <a:gd name="T4" fmla="*/ 1474 w 10600"/>
                  <a:gd name="T5" fmla="*/ 9081 h 9081"/>
                  <a:gd name="T6" fmla="*/ 8836 w 10600"/>
                  <a:gd name="T7" fmla="*/ 9081 h 9081"/>
                  <a:gd name="T8" fmla="*/ 9372 w 10600"/>
                  <a:gd name="T9" fmla="*/ 9081 h 9081"/>
                  <a:gd name="T10" fmla="*/ 9930 w 10600"/>
                  <a:gd name="T11" fmla="*/ 9081 h 9081"/>
                  <a:gd name="T12" fmla="*/ 9930 w 10600"/>
                  <a:gd name="T13" fmla="*/ 8545 h 9081"/>
                  <a:gd name="T14" fmla="*/ 9372 w 10600"/>
                  <a:gd name="T15" fmla="*/ 8545 h 9081"/>
                  <a:gd name="T16" fmla="*/ 9372 w 10600"/>
                  <a:gd name="T17" fmla="*/ 7204 h 9081"/>
                  <a:gd name="T18" fmla="*/ 9930 w 10600"/>
                  <a:gd name="T19" fmla="*/ 7204 h 9081"/>
                  <a:gd name="T20" fmla="*/ 9930 w 10600"/>
                  <a:gd name="T21" fmla="*/ 6970 h 9081"/>
                  <a:gd name="T22" fmla="*/ 10198 w 10600"/>
                  <a:gd name="T23" fmla="*/ 6970 h 9081"/>
                  <a:gd name="T24" fmla="*/ 10600 w 10600"/>
                  <a:gd name="T25" fmla="*/ 6970 h 9081"/>
                  <a:gd name="T26" fmla="*/ 10600 w 10600"/>
                  <a:gd name="T27" fmla="*/ 6434 h 9081"/>
                  <a:gd name="T28" fmla="*/ 10198 w 10600"/>
                  <a:gd name="T29" fmla="*/ 6434 h 9081"/>
                  <a:gd name="T30" fmla="*/ 10198 w 10600"/>
                  <a:gd name="T31" fmla="*/ 5093 h 9081"/>
                  <a:gd name="T32" fmla="*/ 10600 w 10600"/>
                  <a:gd name="T33" fmla="*/ 5093 h 9081"/>
                  <a:gd name="T34" fmla="*/ 10600 w 10600"/>
                  <a:gd name="T35" fmla="*/ 4557 h 9081"/>
                  <a:gd name="T36" fmla="*/ 10198 w 10600"/>
                  <a:gd name="T37" fmla="*/ 4557 h 9081"/>
                  <a:gd name="T38" fmla="*/ 10165 w 10600"/>
                  <a:gd name="T39" fmla="*/ 4557 h 9081"/>
                  <a:gd name="T40" fmla="*/ 10165 w 10600"/>
                  <a:gd name="T41" fmla="*/ 4378 h 9081"/>
                  <a:gd name="T42" fmla="*/ 10165 w 10600"/>
                  <a:gd name="T43" fmla="*/ 4110 h 9081"/>
                  <a:gd name="T44" fmla="*/ 10165 w 10600"/>
                  <a:gd name="T45" fmla="*/ 4099 h 9081"/>
                  <a:gd name="T46" fmla="*/ 9503 w 10600"/>
                  <a:gd name="T47" fmla="*/ 2859 h 9081"/>
                  <a:gd name="T48" fmla="*/ 10198 w 10600"/>
                  <a:gd name="T49" fmla="*/ 2859 h 9081"/>
                  <a:gd name="T50" fmla="*/ 10198 w 10600"/>
                  <a:gd name="T51" fmla="*/ 2138 h 9081"/>
                  <a:gd name="T52" fmla="*/ 8449 w 10600"/>
                  <a:gd name="T53" fmla="*/ 0 h 9081"/>
                  <a:gd name="T54" fmla="*/ 2277 w 10600"/>
                  <a:gd name="T55" fmla="*/ 0 h 9081"/>
                  <a:gd name="T56" fmla="*/ 685 w 10600"/>
                  <a:gd name="T57" fmla="*/ 2508 h 9081"/>
                  <a:gd name="T58" fmla="*/ 235 w 10600"/>
                  <a:gd name="T59" fmla="*/ 3440 h 9081"/>
                  <a:gd name="T60" fmla="*/ 1429 w 10600"/>
                  <a:gd name="T61" fmla="*/ 4645 h 9081"/>
                  <a:gd name="T62" fmla="*/ 670 w 10600"/>
                  <a:gd name="T63" fmla="*/ 5763 h 9081"/>
                  <a:gd name="T64" fmla="*/ 1100 w 10600"/>
                  <a:gd name="T65" fmla="*/ 6679 h 9081"/>
                  <a:gd name="T66" fmla="*/ 0 w 10600"/>
                  <a:gd name="T67" fmla="*/ 7875 h 9081"/>
                  <a:gd name="T68" fmla="*/ 771 w 10600"/>
                  <a:gd name="T69" fmla="*/ 3440 h 9081"/>
                  <a:gd name="T70" fmla="*/ 1113 w 10600"/>
                  <a:gd name="T71" fmla="*/ 2859 h 9081"/>
                  <a:gd name="T72" fmla="*/ 9104 w 10600"/>
                  <a:gd name="T73" fmla="*/ 2859 h 9081"/>
                  <a:gd name="T74" fmla="*/ 9104 w 10600"/>
                  <a:gd name="T75" fmla="*/ 4110 h 9081"/>
                  <a:gd name="T76" fmla="*/ 1441 w 10600"/>
                  <a:gd name="T77" fmla="*/ 4110 h 9081"/>
                  <a:gd name="T78" fmla="*/ 771 w 10600"/>
                  <a:gd name="T79" fmla="*/ 3440 h 9081"/>
                  <a:gd name="T80" fmla="*/ 1877 w 10600"/>
                  <a:gd name="T81" fmla="*/ 5093 h 9081"/>
                  <a:gd name="T82" fmla="*/ 2145 w 10600"/>
                  <a:gd name="T83" fmla="*/ 5093 h 9081"/>
                  <a:gd name="T84" fmla="*/ 9662 w 10600"/>
                  <a:gd name="T85" fmla="*/ 5093 h 9081"/>
                  <a:gd name="T86" fmla="*/ 9662 w 10600"/>
                  <a:gd name="T87" fmla="*/ 6434 h 9081"/>
                  <a:gd name="T88" fmla="*/ 2145 w 10600"/>
                  <a:gd name="T89" fmla="*/ 6434 h 9081"/>
                  <a:gd name="T90" fmla="*/ 1877 w 10600"/>
                  <a:gd name="T91" fmla="*/ 6434 h 9081"/>
                  <a:gd name="T92" fmla="*/ 1206 w 10600"/>
                  <a:gd name="T93" fmla="*/ 5763 h 9081"/>
                  <a:gd name="T94" fmla="*/ 1877 w 10600"/>
                  <a:gd name="T95" fmla="*/ 5093 h 9081"/>
                  <a:gd name="T96" fmla="*/ 1206 w 10600"/>
                  <a:gd name="T97" fmla="*/ 7204 h 9081"/>
                  <a:gd name="T98" fmla="*/ 1475 w 10600"/>
                  <a:gd name="T99" fmla="*/ 7204 h 9081"/>
                  <a:gd name="T100" fmla="*/ 8836 w 10600"/>
                  <a:gd name="T101" fmla="*/ 7204 h 9081"/>
                  <a:gd name="T102" fmla="*/ 8836 w 10600"/>
                  <a:gd name="T103" fmla="*/ 8545 h 9081"/>
                  <a:gd name="T104" fmla="*/ 1474 w 10600"/>
                  <a:gd name="T105" fmla="*/ 8545 h 9081"/>
                  <a:gd name="T106" fmla="*/ 1206 w 10600"/>
                  <a:gd name="T107" fmla="*/ 8545 h 9081"/>
                  <a:gd name="T108" fmla="*/ 536 w 10600"/>
                  <a:gd name="T109" fmla="*/ 7875 h 9081"/>
                  <a:gd name="T110" fmla="*/ 1206 w 10600"/>
                  <a:gd name="T111" fmla="*/ 7204 h 90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600" h="9081">
                    <a:moveTo>
                      <a:pt x="0" y="7875"/>
                    </a:moveTo>
                    <a:cubicBezTo>
                      <a:pt x="0" y="8540"/>
                      <a:pt x="541" y="9081"/>
                      <a:pt x="1206" y="9081"/>
                    </a:cubicBezTo>
                    <a:lnTo>
                      <a:pt x="1474" y="9081"/>
                    </a:lnTo>
                    <a:lnTo>
                      <a:pt x="8836" y="9081"/>
                    </a:lnTo>
                    <a:lnTo>
                      <a:pt x="9372" y="9081"/>
                    </a:lnTo>
                    <a:lnTo>
                      <a:pt x="9930" y="9081"/>
                    </a:lnTo>
                    <a:lnTo>
                      <a:pt x="9930" y="8545"/>
                    </a:lnTo>
                    <a:lnTo>
                      <a:pt x="9372" y="8545"/>
                    </a:lnTo>
                    <a:lnTo>
                      <a:pt x="9372" y="7204"/>
                    </a:lnTo>
                    <a:lnTo>
                      <a:pt x="9930" y="7204"/>
                    </a:lnTo>
                    <a:lnTo>
                      <a:pt x="9930" y="6970"/>
                    </a:lnTo>
                    <a:lnTo>
                      <a:pt x="10198" y="6970"/>
                    </a:lnTo>
                    <a:lnTo>
                      <a:pt x="10600" y="6970"/>
                    </a:lnTo>
                    <a:lnTo>
                      <a:pt x="10600" y="6434"/>
                    </a:lnTo>
                    <a:lnTo>
                      <a:pt x="10198" y="6434"/>
                    </a:lnTo>
                    <a:lnTo>
                      <a:pt x="10198" y="5093"/>
                    </a:lnTo>
                    <a:lnTo>
                      <a:pt x="10600" y="5093"/>
                    </a:lnTo>
                    <a:lnTo>
                      <a:pt x="10600" y="4557"/>
                    </a:lnTo>
                    <a:lnTo>
                      <a:pt x="10198" y="4557"/>
                    </a:lnTo>
                    <a:lnTo>
                      <a:pt x="10165" y="4557"/>
                    </a:lnTo>
                    <a:lnTo>
                      <a:pt x="10165" y="4378"/>
                    </a:lnTo>
                    <a:lnTo>
                      <a:pt x="10165" y="4110"/>
                    </a:lnTo>
                    <a:lnTo>
                      <a:pt x="10165" y="4099"/>
                    </a:lnTo>
                    <a:lnTo>
                      <a:pt x="9503" y="2859"/>
                    </a:lnTo>
                    <a:lnTo>
                      <a:pt x="10198" y="2859"/>
                    </a:lnTo>
                    <a:lnTo>
                      <a:pt x="10198" y="2138"/>
                    </a:lnTo>
                    <a:lnTo>
                      <a:pt x="8449" y="0"/>
                    </a:lnTo>
                    <a:lnTo>
                      <a:pt x="2277" y="0"/>
                    </a:lnTo>
                    <a:lnTo>
                      <a:pt x="685" y="2508"/>
                    </a:lnTo>
                    <a:cubicBezTo>
                      <a:pt x="413" y="2729"/>
                      <a:pt x="235" y="3063"/>
                      <a:pt x="235" y="3440"/>
                    </a:cubicBezTo>
                    <a:cubicBezTo>
                      <a:pt x="235" y="4101"/>
                      <a:pt x="769" y="4639"/>
                      <a:pt x="1429" y="4645"/>
                    </a:cubicBezTo>
                    <a:cubicBezTo>
                      <a:pt x="985" y="4824"/>
                      <a:pt x="670" y="5257"/>
                      <a:pt x="670" y="5763"/>
                    </a:cubicBezTo>
                    <a:cubicBezTo>
                      <a:pt x="670" y="6131"/>
                      <a:pt x="839" y="6457"/>
                      <a:pt x="1100" y="6679"/>
                    </a:cubicBezTo>
                    <a:cubicBezTo>
                      <a:pt x="485" y="6734"/>
                      <a:pt x="0" y="7246"/>
                      <a:pt x="0" y="7875"/>
                    </a:cubicBezTo>
                    <a:close/>
                    <a:moveTo>
                      <a:pt x="771" y="3440"/>
                    </a:moveTo>
                    <a:cubicBezTo>
                      <a:pt x="771" y="3190"/>
                      <a:pt x="910" y="2974"/>
                      <a:pt x="1113" y="2859"/>
                    </a:cubicBezTo>
                    <a:lnTo>
                      <a:pt x="9104" y="2859"/>
                    </a:lnTo>
                    <a:lnTo>
                      <a:pt x="9104" y="4110"/>
                    </a:lnTo>
                    <a:lnTo>
                      <a:pt x="1441" y="4110"/>
                    </a:lnTo>
                    <a:cubicBezTo>
                      <a:pt x="1071" y="4110"/>
                      <a:pt x="771" y="3810"/>
                      <a:pt x="771" y="3440"/>
                    </a:cubicBezTo>
                    <a:close/>
                    <a:moveTo>
                      <a:pt x="1877" y="5093"/>
                    </a:moveTo>
                    <a:lnTo>
                      <a:pt x="2145" y="5093"/>
                    </a:lnTo>
                    <a:lnTo>
                      <a:pt x="9662" y="5093"/>
                    </a:lnTo>
                    <a:lnTo>
                      <a:pt x="9662" y="6434"/>
                    </a:lnTo>
                    <a:lnTo>
                      <a:pt x="2145" y="6434"/>
                    </a:lnTo>
                    <a:lnTo>
                      <a:pt x="1877" y="6434"/>
                    </a:lnTo>
                    <a:cubicBezTo>
                      <a:pt x="1507" y="6434"/>
                      <a:pt x="1206" y="6133"/>
                      <a:pt x="1206" y="5763"/>
                    </a:cubicBezTo>
                    <a:cubicBezTo>
                      <a:pt x="1206" y="5394"/>
                      <a:pt x="1507" y="5093"/>
                      <a:pt x="1877" y="5093"/>
                    </a:cubicBezTo>
                    <a:close/>
                    <a:moveTo>
                      <a:pt x="1206" y="7204"/>
                    </a:moveTo>
                    <a:lnTo>
                      <a:pt x="1475" y="7204"/>
                    </a:lnTo>
                    <a:lnTo>
                      <a:pt x="8836" y="7204"/>
                    </a:lnTo>
                    <a:lnTo>
                      <a:pt x="8836" y="8545"/>
                    </a:lnTo>
                    <a:lnTo>
                      <a:pt x="1474" y="8545"/>
                    </a:lnTo>
                    <a:lnTo>
                      <a:pt x="1206" y="8545"/>
                    </a:lnTo>
                    <a:cubicBezTo>
                      <a:pt x="837" y="8545"/>
                      <a:pt x="536" y="8244"/>
                      <a:pt x="536" y="7875"/>
                    </a:cubicBezTo>
                    <a:cubicBezTo>
                      <a:pt x="536" y="7505"/>
                      <a:pt x="837" y="7204"/>
                      <a:pt x="1206" y="7204"/>
                    </a:cubicBezTo>
                    <a:close/>
                  </a:path>
                </a:pathLst>
              </a:custGeom>
              <a:grpFill/>
              <a:ln w="9525">
                <a:noFill/>
                <a:miter/>
              </a:ln>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eaLnBrk="1" hangingPunct="1"/>
                <a:endParaRPr lang="zh-CN" altLang="en-US" sz="1323" dirty="0">
                  <a:solidFill>
                    <a:schemeClr val="accent1"/>
                  </a:solidFill>
                  <a:latin typeface="Microsoft YaHei" panose="020B0503020204020204" pitchFamily="34" charset="-122"/>
                  <a:ea typeface="Microsoft YaHei" panose="020B0503020204020204" pitchFamily="34" charset="-122"/>
                  <a:cs typeface="+mn-ea"/>
                  <a:sym typeface="Arial" panose="020B0604020202020204" pitchFamily="34" charset="0"/>
                </a:endParaRPr>
              </a:p>
            </p:txBody>
          </p:sp>
          <p:sp>
            <p:nvSpPr>
              <p:cNvPr id="14" name="Rectangle 7">
                <a:extLst>
                  <a:ext uri="{FF2B5EF4-FFF2-40B4-BE49-F238E27FC236}">
                    <a16:creationId xmlns:a16="http://schemas.microsoft.com/office/drawing/2014/main" xmlns="" id="{4C77C2FA-6F10-E1B7-54BD-2C235384986B}"/>
                  </a:ext>
                </a:extLst>
              </p:cNvPr>
              <p:cNvSpPr/>
              <p:nvPr/>
            </p:nvSpPr>
            <p:spPr>
              <a:xfrm>
                <a:off x="1017587" y="1512991"/>
                <a:ext cx="111125" cy="95041"/>
              </a:xfrm>
              <a:custGeom>
                <a:avLst/>
                <a:gdLst>
                  <a:gd name="T0" fmla="*/ 0 w 10600"/>
                  <a:gd name="T1" fmla="*/ 7875 h 9081"/>
                  <a:gd name="T2" fmla="*/ 1206 w 10600"/>
                  <a:gd name="T3" fmla="*/ 9081 h 9081"/>
                  <a:gd name="T4" fmla="*/ 1474 w 10600"/>
                  <a:gd name="T5" fmla="*/ 9081 h 9081"/>
                  <a:gd name="T6" fmla="*/ 8836 w 10600"/>
                  <a:gd name="T7" fmla="*/ 9081 h 9081"/>
                  <a:gd name="T8" fmla="*/ 9372 w 10600"/>
                  <a:gd name="T9" fmla="*/ 9081 h 9081"/>
                  <a:gd name="T10" fmla="*/ 9930 w 10600"/>
                  <a:gd name="T11" fmla="*/ 9081 h 9081"/>
                  <a:gd name="T12" fmla="*/ 9930 w 10600"/>
                  <a:gd name="T13" fmla="*/ 8545 h 9081"/>
                  <a:gd name="T14" fmla="*/ 9372 w 10600"/>
                  <a:gd name="T15" fmla="*/ 8545 h 9081"/>
                  <a:gd name="T16" fmla="*/ 9372 w 10600"/>
                  <a:gd name="T17" fmla="*/ 7204 h 9081"/>
                  <a:gd name="T18" fmla="*/ 9930 w 10600"/>
                  <a:gd name="T19" fmla="*/ 7204 h 9081"/>
                  <a:gd name="T20" fmla="*/ 9930 w 10600"/>
                  <a:gd name="T21" fmla="*/ 6970 h 9081"/>
                  <a:gd name="T22" fmla="*/ 10198 w 10600"/>
                  <a:gd name="T23" fmla="*/ 6970 h 9081"/>
                  <a:gd name="T24" fmla="*/ 10600 w 10600"/>
                  <a:gd name="T25" fmla="*/ 6970 h 9081"/>
                  <a:gd name="T26" fmla="*/ 10600 w 10600"/>
                  <a:gd name="T27" fmla="*/ 6434 h 9081"/>
                  <a:gd name="T28" fmla="*/ 10198 w 10600"/>
                  <a:gd name="T29" fmla="*/ 6434 h 9081"/>
                  <a:gd name="T30" fmla="*/ 10198 w 10600"/>
                  <a:gd name="T31" fmla="*/ 5093 h 9081"/>
                  <a:gd name="T32" fmla="*/ 10600 w 10600"/>
                  <a:gd name="T33" fmla="*/ 5093 h 9081"/>
                  <a:gd name="T34" fmla="*/ 10600 w 10600"/>
                  <a:gd name="T35" fmla="*/ 4557 h 9081"/>
                  <a:gd name="T36" fmla="*/ 10198 w 10600"/>
                  <a:gd name="T37" fmla="*/ 4557 h 9081"/>
                  <a:gd name="T38" fmla="*/ 10165 w 10600"/>
                  <a:gd name="T39" fmla="*/ 4557 h 9081"/>
                  <a:gd name="T40" fmla="*/ 10165 w 10600"/>
                  <a:gd name="T41" fmla="*/ 4378 h 9081"/>
                  <a:gd name="T42" fmla="*/ 10165 w 10600"/>
                  <a:gd name="T43" fmla="*/ 4110 h 9081"/>
                  <a:gd name="T44" fmla="*/ 10165 w 10600"/>
                  <a:gd name="T45" fmla="*/ 4099 h 9081"/>
                  <a:gd name="T46" fmla="*/ 9503 w 10600"/>
                  <a:gd name="T47" fmla="*/ 2859 h 9081"/>
                  <a:gd name="T48" fmla="*/ 10198 w 10600"/>
                  <a:gd name="T49" fmla="*/ 2859 h 9081"/>
                  <a:gd name="T50" fmla="*/ 10198 w 10600"/>
                  <a:gd name="T51" fmla="*/ 2138 h 9081"/>
                  <a:gd name="T52" fmla="*/ 8449 w 10600"/>
                  <a:gd name="T53" fmla="*/ 0 h 9081"/>
                  <a:gd name="T54" fmla="*/ 2277 w 10600"/>
                  <a:gd name="T55" fmla="*/ 0 h 9081"/>
                  <a:gd name="T56" fmla="*/ 685 w 10600"/>
                  <a:gd name="T57" fmla="*/ 2508 h 9081"/>
                  <a:gd name="T58" fmla="*/ 235 w 10600"/>
                  <a:gd name="T59" fmla="*/ 3440 h 9081"/>
                  <a:gd name="T60" fmla="*/ 1429 w 10600"/>
                  <a:gd name="T61" fmla="*/ 4645 h 9081"/>
                  <a:gd name="T62" fmla="*/ 670 w 10600"/>
                  <a:gd name="T63" fmla="*/ 5763 h 9081"/>
                  <a:gd name="T64" fmla="*/ 1100 w 10600"/>
                  <a:gd name="T65" fmla="*/ 6679 h 9081"/>
                  <a:gd name="T66" fmla="*/ 0 w 10600"/>
                  <a:gd name="T67" fmla="*/ 7875 h 9081"/>
                  <a:gd name="T68" fmla="*/ 771 w 10600"/>
                  <a:gd name="T69" fmla="*/ 3440 h 9081"/>
                  <a:gd name="T70" fmla="*/ 1113 w 10600"/>
                  <a:gd name="T71" fmla="*/ 2859 h 9081"/>
                  <a:gd name="T72" fmla="*/ 9104 w 10600"/>
                  <a:gd name="T73" fmla="*/ 2859 h 9081"/>
                  <a:gd name="T74" fmla="*/ 9104 w 10600"/>
                  <a:gd name="T75" fmla="*/ 4110 h 9081"/>
                  <a:gd name="T76" fmla="*/ 1441 w 10600"/>
                  <a:gd name="T77" fmla="*/ 4110 h 9081"/>
                  <a:gd name="T78" fmla="*/ 771 w 10600"/>
                  <a:gd name="T79" fmla="*/ 3440 h 9081"/>
                  <a:gd name="T80" fmla="*/ 1877 w 10600"/>
                  <a:gd name="T81" fmla="*/ 5093 h 9081"/>
                  <a:gd name="T82" fmla="*/ 2145 w 10600"/>
                  <a:gd name="T83" fmla="*/ 5093 h 9081"/>
                  <a:gd name="T84" fmla="*/ 9662 w 10600"/>
                  <a:gd name="T85" fmla="*/ 5093 h 9081"/>
                  <a:gd name="T86" fmla="*/ 9662 w 10600"/>
                  <a:gd name="T87" fmla="*/ 6434 h 9081"/>
                  <a:gd name="T88" fmla="*/ 2145 w 10600"/>
                  <a:gd name="T89" fmla="*/ 6434 h 9081"/>
                  <a:gd name="T90" fmla="*/ 1877 w 10600"/>
                  <a:gd name="T91" fmla="*/ 6434 h 9081"/>
                  <a:gd name="T92" fmla="*/ 1206 w 10600"/>
                  <a:gd name="T93" fmla="*/ 5763 h 9081"/>
                  <a:gd name="T94" fmla="*/ 1877 w 10600"/>
                  <a:gd name="T95" fmla="*/ 5093 h 9081"/>
                  <a:gd name="T96" fmla="*/ 1206 w 10600"/>
                  <a:gd name="T97" fmla="*/ 7204 h 9081"/>
                  <a:gd name="T98" fmla="*/ 1475 w 10600"/>
                  <a:gd name="T99" fmla="*/ 7204 h 9081"/>
                  <a:gd name="T100" fmla="*/ 8836 w 10600"/>
                  <a:gd name="T101" fmla="*/ 7204 h 9081"/>
                  <a:gd name="T102" fmla="*/ 8836 w 10600"/>
                  <a:gd name="T103" fmla="*/ 8545 h 9081"/>
                  <a:gd name="T104" fmla="*/ 1474 w 10600"/>
                  <a:gd name="T105" fmla="*/ 8545 h 9081"/>
                  <a:gd name="T106" fmla="*/ 1206 w 10600"/>
                  <a:gd name="T107" fmla="*/ 8545 h 9081"/>
                  <a:gd name="T108" fmla="*/ 536 w 10600"/>
                  <a:gd name="T109" fmla="*/ 7875 h 9081"/>
                  <a:gd name="T110" fmla="*/ 1206 w 10600"/>
                  <a:gd name="T111" fmla="*/ 7204 h 90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600" h="9081">
                    <a:moveTo>
                      <a:pt x="0" y="7875"/>
                    </a:moveTo>
                    <a:cubicBezTo>
                      <a:pt x="0" y="8540"/>
                      <a:pt x="541" y="9081"/>
                      <a:pt x="1206" y="9081"/>
                    </a:cubicBezTo>
                    <a:lnTo>
                      <a:pt x="1474" y="9081"/>
                    </a:lnTo>
                    <a:lnTo>
                      <a:pt x="8836" y="9081"/>
                    </a:lnTo>
                    <a:lnTo>
                      <a:pt x="9372" y="9081"/>
                    </a:lnTo>
                    <a:lnTo>
                      <a:pt x="9930" y="9081"/>
                    </a:lnTo>
                    <a:lnTo>
                      <a:pt x="9930" y="8545"/>
                    </a:lnTo>
                    <a:lnTo>
                      <a:pt x="9372" y="8545"/>
                    </a:lnTo>
                    <a:lnTo>
                      <a:pt x="9372" y="7204"/>
                    </a:lnTo>
                    <a:lnTo>
                      <a:pt x="9930" y="7204"/>
                    </a:lnTo>
                    <a:lnTo>
                      <a:pt x="9930" y="6970"/>
                    </a:lnTo>
                    <a:lnTo>
                      <a:pt x="10198" y="6970"/>
                    </a:lnTo>
                    <a:lnTo>
                      <a:pt x="10600" y="6970"/>
                    </a:lnTo>
                    <a:lnTo>
                      <a:pt x="10600" y="6434"/>
                    </a:lnTo>
                    <a:lnTo>
                      <a:pt x="10198" y="6434"/>
                    </a:lnTo>
                    <a:lnTo>
                      <a:pt x="10198" y="5093"/>
                    </a:lnTo>
                    <a:lnTo>
                      <a:pt x="10600" y="5093"/>
                    </a:lnTo>
                    <a:lnTo>
                      <a:pt x="10600" y="4557"/>
                    </a:lnTo>
                    <a:lnTo>
                      <a:pt x="10198" y="4557"/>
                    </a:lnTo>
                    <a:lnTo>
                      <a:pt x="10165" y="4557"/>
                    </a:lnTo>
                    <a:lnTo>
                      <a:pt x="10165" y="4378"/>
                    </a:lnTo>
                    <a:lnTo>
                      <a:pt x="10165" y="4110"/>
                    </a:lnTo>
                    <a:lnTo>
                      <a:pt x="10165" y="4099"/>
                    </a:lnTo>
                    <a:lnTo>
                      <a:pt x="9503" y="2859"/>
                    </a:lnTo>
                    <a:lnTo>
                      <a:pt x="10198" y="2859"/>
                    </a:lnTo>
                    <a:lnTo>
                      <a:pt x="10198" y="2138"/>
                    </a:lnTo>
                    <a:lnTo>
                      <a:pt x="8449" y="0"/>
                    </a:lnTo>
                    <a:lnTo>
                      <a:pt x="2277" y="0"/>
                    </a:lnTo>
                    <a:lnTo>
                      <a:pt x="685" y="2508"/>
                    </a:lnTo>
                    <a:cubicBezTo>
                      <a:pt x="413" y="2729"/>
                      <a:pt x="235" y="3063"/>
                      <a:pt x="235" y="3440"/>
                    </a:cubicBezTo>
                    <a:cubicBezTo>
                      <a:pt x="235" y="4101"/>
                      <a:pt x="769" y="4639"/>
                      <a:pt x="1429" y="4645"/>
                    </a:cubicBezTo>
                    <a:cubicBezTo>
                      <a:pt x="985" y="4824"/>
                      <a:pt x="670" y="5257"/>
                      <a:pt x="670" y="5763"/>
                    </a:cubicBezTo>
                    <a:cubicBezTo>
                      <a:pt x="670" y="6131"/>
                      <a:pt x="839" y="6457"/>
                      <a:pt x="1100" y="6679"/>
                    </a:cubicBezTo>
                    <a:cubicBezTo>
                      <a:pt x="485" y="6734"/>
                      <a:pt x="0" y="7246"/>
                      <a:pt x="0" y="7875"/>
                    </a:cubicBezTo>
                    <a:close/>
                    <a:moveTo>
                      <a:pt x="771" y="3440"/>
                    </a:moveTo>
                    <a:cubicBezTo>
                      <a:pt x="771" y="3190"/>
                      <a:pt x="910" y="2974"/>
                      <a:pt x="1113" y="2859"/>
                    </a:cubicBezTo>
                    <a:lnTo>
                      <a:pt x="9104" y="2859"/>
                    </a:lnTo>
                    <a:lnTo>
                      <a:pt x="9104" y="4110"/>
                    </a:lnTo>
                    <a:lnTo>
                      <a:pt x="1441" y="4110"/>
                    </a:lnTo>
                    <a:cubicBezTo>
                      <a:pt x="1071" y="4110"/>
                      <a:pt x="771" y="3810"/>
                      <a:pt x="771" y="3440"/>
                    </a:cubicBezTo>
                    <a:close/>
                    <a:moveTo>
                      <a:pt x="1877" y="5093"/>
                    </a:moveTo>
                    <a:lnTo>
                      <a:pt x="2145" y="5093"/>
                    </a:lnTo>
                    <a:lnTo>
                      <a:pt x="9662" y="5093"/>
                    </a:lnTo>
                    <a:lnTo>
                      <a:pt x="9662" y="6434"/>
                    </a:lnTo>
                    <a:lnTo>
                      <a:pt x="2145" y="6434"/>
                    </a:lnTo>
                    <a:lnTo>
                      <a:pt x="1877" y="6434"/>
                    </a:lnTo>
                    <a:cubicBezTo>
                      <a:pt x="1507" y="6434"/>
                      <a:pt x="1206" y="6133"/>
                      <a:pt x="1206" y="5763"/>
                    </a:cubicBezTo>
                    <a:cubicBezTo>
                      <a:pt x="1206" y="5394"/>
                      <a:pt x="1507" y="5093"/>
                      <a:pt x="1877" y="5093"/>
                    </a:cubicBezTo>
                    <a:close/>
                    <a:moveTo>
                      <a:pt x="1206" y="7204"/>
                    </a:moveTo>
                    <a:lnTo>
                      <a:pt x="1475" y="7204"/>
                    </a:lnTo>
                    <a:lnTo>
                      <a:pt x="8836" y="7204"/>
                    </a:lnTo>
                    <a:lnTo>
                      <a:pt x="8836" y="8545"/>
                    </a:lnTo>
                    <a:lnTo>
                      <a:pt x="1474" y="8545"/>
                    </a:lnTo>
                    <a:lnTo>
                      <a:pt x="1206" y="8545"/>
                    </a:lnTo>
                    <a:cubicBezTo>
                      <a:pt x="837" y="8545"/>
                      <a:pt x="536" y="8244"/>
                      <a:pt x="536" y="7875"/>
                    </a:cubicBezTo>
                    <a:cubicBezTo>
                      <a:pt x="536" y="7505"/>
                      <a:pt x="837" y="7204"/>
                      <a:pt x="1206" y="7204"/>
                    </a:cubicBezTo>
                    <a:close/>
                  </a:path>
                </a:pathLst>
              </a:custGeom>
              <a:grpFill/>
              <a:ln w="9525">
                <a:noFill/>
                <a:miter/>
              </a:ln>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eaLnBrk="1" hangingPunct="1"/>
                <a:endParaRPr lang="zh-CN" altLang="en-US" sz="1323" dirty="0">
                  <a:solidFill>
                    <a:schemeClr val="accent1"/>
                  </a:solidFill>
                  <a:latin typeface="Microsoft YaHei" panose="020B0503020204020204" pitchFamily="34" charset="-122"/>
                  <a:ea typeface="Microsoft YaHei" panose="020B0503020204020204" pitchFamily="34" charset="-122"/>
                  <a:cs typeface="+mn-ea"/>
                  <a:sym typeface="Arial" panose="020B0604020202020204" pitchFamily="34" charset="0"/>
                </a:endParaRPr>
              </a:p>
            </p:txBody>
          </p:sp>
          <p:sp>
            <p:nvSpPr>
              <p:cNvPr id="15" name="Rectangle 8">
                <a:extLst>
                  <a:ext uri="{FF2B5EF4-FFF2-40B4-BE49-F238E27FC236}">
                    <a16:creationId xmlns:a16="http://schemas.microsoft.com/office/drawing/2014/main" xmlns="" id="{FEC7B3BC-F8AF-437E-6DC1-A73CEAF0FBA8}"/>
                  </a:ext>
                </a:extLst>
              </p:cNvPr>
              <p:cNvSpPr/>
              <p:nvPr/>
            </p:nvSpPr>
            <p:spPr>
              <a:xfrm>
                <a:off x="1017587" y="1512991"/>
                <a:ext cx="111125" cy="95041"/>
              </a:xfrm>
              <a:custGeom>
                <a:avLst/>
                <a:gdLst>
                  <a:gd name="T0" fmla="*/ 0 w 10600"/>
                  <a:gd name="T1" fmla="*/ 7875 h 9081"/>
                  <a:gd name="T2" fmla="*/ 1206 w 10600"/>
                  <a:gd name="T3" fmla="*/ 9081 h 9081"/>
                  <a:gd name="T4" fmla="*/ 1474 w 10600"/>
                  <a:gd name="T5" fmla="*/ 9081 h 9081"/>
                  <a:gd name="T6" fmla="*/ 8836 w 10600"/>
                  <a:gd name="T7" fmla="*/ 9081 h 9081"/>
                  <a:gd name="T8" fmla="*/ 9372 w 10600"/>
                  <a:gd name="T9" fmla="*/ 9081 h 9081"/>
                  <a:gd name="T10" fmla="*/ 9930 w 10600"/>
                  <a:gd name="T11" fmla="*/ 9081 h 9081"/>
                  <a:gd name="T12" fmla="*/ 9930 w 10600"/>
                  <a:gd name="T13" fmla="*/ 8545 h 9081"/>
                  <a:gd name="T14" fmla="*/ 9372 w 10600"/>
                  <a:gd name="T15" fmla="*/ 8545 h 9081"/>
                  <a:gd name="T16" fmla="*/ 9372 w 10600"/>
                  <a:gd name="T17" fmla="*/ 7204 h 9081"/>
                  <a:gd name="T18" fmla="*/ 9930 w 10600"/>
                  <a:gd name="T19" fmla="*/ 7204 h 9081"/>
                  <a:gd name="T20" fmla="*/ 9930 w 10600"/>
                  <a:gd name="T21" fmla="*/ 6970 h 9081"/>
                  <a:gd name="T22" fmla="*/ 10198 w 10600"/>
                  <a:gd name="T23" fmla="*/ 6970 h 9081"/>
                  <a:gd name="T24" fmla="*/ 10600 w 10600"/>
                  <a:gd name="T25" fmla="*/ 6970 h 9081"/>
                  <a:gd name="T26" fmla="*/ 10600 w 10600"/>
                  <a:gd name="T27" fmla="*/ 6434 h 9081"/>
                  <a:gd name="T28" fmla="*/ 10198 w 10600"/>
                  <a:gd name="T29" fmla="*/ 6434 h 9081"/>
                  <a:gd name="T30" fmla="*/ 10198 w 10600"/>
                  <a:gd name="T31" fmla="*/ 5093 h 9081"/>
                  <a:gd name="T32" fmla="*/ 10600 w 10600"/>
                  <a:gd name="T33" fmla="*/ 5093 h 9081"/>
                  <a:gd name="T34" fmla="*/ 10600 w 10600"/>
                  <a:gd name="T35" fmla="*/ 4557 h 9081"/>
                  <a:gd name="T36" fmla="*/ 10198 w 10600"/>
                  <a:gd name="T37" fmla="*/ 4557 h 9081"/>
                  <a:gd name="T38" fmla="*/ 10165 w 10600"/>
                  <a:gd name="T39" fmla="*/ 4557 h 9081"/>
                  <a:gd name="T40" fmla="*/ 10165 w 10600"/>
                  <a:gd name="T41" fmla="*/ 4378 h 9081"/>
                  <a:gd name="T42" fmla="*/ 10165 w 10600"/>
                  <a:gd name="T43" fmla="*/ 4110 h 9081"/>
                  <a:gd name="T44" fmla="*/ 10165 w 10600"/>
                  <a:gd name="T45" fmla="*/ 4099 h 9081"/>
                  <a:gd name="T46" fmla="*/ 9503 w 10600"/>
                  <a:gd name="T47" fmla="*/ 2859 h 9081"/>
                  <a:gd name="T48" fmla="*/ 10198 w 10600"/>
                  <a:gd name="T49" fmla="*/ 2859 h 9081"/>
                  <a:gd name="T50" fmla="*/ 10198 w 10600"/>
                  <a:gd name="T51" fmla="*/ 2138 h 9081"/>
                  <a:gd name="T52" fmla="*/ 8449 w 10600"/>
                  <a:gd name="T53" fmla="*/ 0 h 9081"/>
                  <a:gd name="T54" fmla="*/ 2277 w 10600"/>
                  <a:gd name="T55" fmla="*/ 0 h 9081"/>
                  <a:gd name="T56" fmla="*/ 685 w 10600"/>
                  <a:gd name="T57" fmla="*/ 2508 h 9081"/>
                  <a:gd name="T58" fmla="*/ 235 w 10600"/>
                  <a:gd name="T59" fmla="*/ 3440 h 9081"/>
                  <a:gd name="T60" fmla="*/ 1429 w 10600"/>
                  <a:gd name="T61" fmla="*/ 4645 h 9081"/>
                  <a:gd name="T62" fmla="*/ 670 w 10600"/>
                  <a:gd name="T63" fmla="*/ 5763 h 9081"/>
                  <a:gd name="T64" fmla="*/ 1100 w 10600"/>
                  <a:gd name="T65" fmla="*/ 6679 h 9081"/>
                  <a:gd name="T66" fmla="*/ 0 w 10600"/>
                  <a:gd name="T67" fmla="*/ 7875 h 9081"/>
                  <a:gd name="T68" fmla="*/ 771 w 10600"/>
                  <a:gd name="T69" fmla="*/ 3440 h 9081"/>
                  <a:gd name="T70" fmla="*/ 1113 w 10600"/>
                  <a:gd name="T71" fmla="*/ 2859 h 9081"/>
                  <a:gd name="T72" fmla="*/ 9104 w 10600"/>
                  <a:gd name="T73" fmla="*/ 2859 h 9081"/>
                  <a:gd name="T74" fmla="*/ 9104 w 10600"/>
                  <a:gd name="T75" fmla="*/ 4110 h 9081"/>
                  <a:gd name="T76" fmla="*/ 1441 w 10600"/>
                  <a:gd name="T77" fmla="*/ 4110 h 9081"/>
                  <a:gd name="T78" fmla="*/ 771 w 10600"/>
                  <a:gd name="T79" fmla="*/ 3440 h 9081"/>
                  <a:gd name="T80" fmla="*/ 1877 w 10600"/>
                  <a:gd name="T81" fmla="*/ 5093 h 9081"/>
                  <a:gd name="T82" fmla="*/ 2145 w 10600"/>
                  <a:gd name="T83" fmla="*/ 5093 h 9081"/>
                  <a:gd name="T84" fmla="*/ 9662 w 10600"/>
                  <a:gd name="T85" fmla="*/ 5093 h 9081"/>
                  <a:gd name="T86" fmla="*/ 9662 w 10600"/>
                  <a:gd name="T87" fmla="*/ 6434 h 9081"/>
                  <a:gd name="T88" fmla="*/ 2145 w 10600"/>
                  <a:gd name="T89" fmla="*/ 6434 h 9081"/>
                  <a:gd name="T90" fmla="*/ 1877 w 10600"/>
                  <a:gd name="T91" fmla="*/ 6434 h 9081"/>
                  <a:gd name="T92" fmla="*/ 1206 w 10600"/>
                  <a:gd name="T93" fmla="*/ 5763 h 9081"/>
                  <a:gd name="T94" fmla="*/ 1877 w 10600"/>
                  <a:gd name="T95" fmla="*/ 5093 h 9081"/>
                  <a:gd name="T96" fmla="*/ 1206 w 10600"/>
                  <a:gd name="T97" fmla="*/ 7204 h 9081"/>
                  <a:gd name="T98" fmla="*/ 1475 w 10600"/>
                  <a:gd name="T99" fmla="*/ 7204 h 9081"/>
                  <a:gd name="T100" fmla="*/ 8836 w 10600"/>
                  <a:gd name="T101" fmla="*/ 7204 h 9081"/>
                  <a:gd name="T102" fmla="*/ 8836 w 10600"/>
                  <a:gd name="T103" fmla="*/ 8545 h 9081"/>
                  <a:gd name="T104" fmla="*/ 1474 w 10600"/>
                  <a:gd name="T105" fmla="*/ 8545 h 9081"/>
                  <a:gd name="T106" fmla="*/ 1206 w 10600"/>
                  <a:gd name="T107" fmla="*/ 8545 h 9081"/>
                  <a:gd name="T108" fmla="*/ 536 w 10600"/>
                  <a:gd name="T109" fmla="*/ 7875 h 9081"/>
                  <a:gd name="T110" fmla="*/ 1206 w 10600"/>
                  <a:gd name="T111" fmla="*/ 7204 h 90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600" h="9081">
                    <a:moveTo>
                      <a:pt x="0" y="7875"/>
                    </a:moveTo>
                    <a:cubicBezTo>
                      <a:pt x="0" y="8540"/>
                      <a:pt x="541" y="9081"/>
                      <a:pt x="1206" y="9081"/>
                    </a:cubicBezTo>
                    <a:lnTo>
                      <a:pt x="1474" y="9081"/>
                    </a:lnTo>
                    <a:lnTo>
                      <a:pt x="8836" y="9081"/>
                    </a:lnTo>
                    <a:lnTo>
                      <a:pt x="9372" y="9081"/>
                    </a:lnTo>
                    <a:lnTo>
                      <a:pt x="9930" y="9081"/>
                    </a:lnTo>
                    <a:lnTo>
                      <a:pt x="9930" y="8545"/>
                    </a:lnTo>
                    <a:lnTo>
                      <a:pt x="9372" y="8545"/>
                    </a:lnTo>
                    <a:lnTo>
                      <a:pt x="9372" y="7204"/>
                    </a:lnTo>
                    <a:lnTo>
                      <a:pt x="9930" y="7204"/>
                    </a:lnTo>
                    <a:lnTo>
                      <a:pt x="9930" y="6970"/>
                    </a:lnTo>
                    <a:lnTo>
                      <a:pt x="10198" y="6970"/>
                    </a:lnTo>
                    <a:lnTo>
                      <a:pt x="10600" y="6970"/>
                    </a:lnTo>
                    <a:lnTo>
                      <a:pt x="10600" y="6434"/>
                    </a:lnTo>
                    <a:lnTo>
                      <a:pt x="10198" y="6434"/>
                    </a:lnTo>
                    <a:lnTo>
                      <a:pt x="10198" y="5093"/>
                    </a:lnTo>
                    <a:lnTo>
                      <a:pt x="10600" y="5093"/>
                    </a:lnTo>
                    <a:lnTo>
                      <a:pt x="10600" y="4557"/>
                    </a:lnTo>
                    <a:lnTo>
                      <a:pt x="10198" y="4557"/>
                    </a:lnTo>
                    <a:lnTo>
                      <a:pt x="10165" y="4557"/>
                    </a:lnTo>
                    <a:lnTo>
                      <a:pt x="10165" y="4378"/>
                    </a:lnTo>
                    <a:lnTo>
                      <a:pt x="10165" y="4110"/>
                    </a:lnTo>
                    <a:lnTo>
                      <a:pt x="10165" y="4099"/>
                    </a:lnTo>
                    <a:lnTo>
                      <a:pt x="9503" y="2859"/>
                    </a:lnTo>
                    <a:lnTo>
                      <a:pt x="10198" y="2859"/>
                    </a:lnTo>
                    <a:lnTo>
                      <a:pt x="10198" y="2138"/>
                    </a:lnTo>
                    <a:lnTo>
                      <a:pt x="8449" y="0"/>
                    </a:lnTo>
                    <a:lnTo>
                      <a:pt x="2277" y="0"/>
                    </a:lnTo>
                    <a:lnTo>
                      <a:pt x="685" y="2508"/>
                    </a:lnTo>
                    <a:cubicBezTo>
                      <a:pt x="413" y="2729"/>
                      <a:pt x="235" y="3063"/>
                      <a:pt x="235" y="3440"/>
                    </a:cubicBezTo>
                    <a:cubicBezTo>
                      <a:pt x="235" y="4101"/>
                      <a:pt x="769" y="4639"/>
                      <a:pt x="1429" y="4645"/>
                    </a:cubicBezTo>
                    <a:cubicBezTo>
                      <a:pt x="985" y="4824"/>
                      <a:pt x="670" y="5257"/>
                      <a:pt x="670" y="5763"/>
                    </a:cubicBezTo>
                    <a:cubicBezTo>
                      <a:pt x="670" y="6131"/>
                      <a:pt x="839" y="6457"/>
                      <a:pt x="1100" y="6679"/>
                    </a:cubicBezTo>
                    <a:cubicBezTo>
                      <a:pt x="485" y="6734"/>
                      <a:pt x="0" y="7246"/>
                      <a:pt x="0" y="7875"/>
                    </a:cubicBezTo>
                    <a:close/>
                    <a:moveTo>
                      <a:pt x="771" y="3440"/>
                    </a:moveTo>
                    <a:cubicBezTo>
                      <a:pt x="771" y="3190"/>
                      <a:pt x="910" y="2974"/>
                      <a:pt x="1113" y="2859"/>
                    </a:cubicBezTo>
                    <a:lnTo>
                      <a:pt x="9104" y="2859"/>
                    </a:lnTo>
                    <a:lnTo>
                      <a:pt x="9104" y="4110"/>
                    </a:lnTo>
                    <a:lnTo>
                      <a:pt x="1441" y="4110"/>
                    </a:lnTo>
                    <a:cubicBezTo>
                      <a:pt x="1071" y="4110"/>
                      <a:pt x="771" y="3810"/>
                      <a:pt x="771" y="3440"/>
                    </a:cubicBezTo>
                    <a:close/>
                    <a:moveTo>
                      <a:pt x="1877" y="5093"/>
                    </a:moveTo>
                    <a:lnTo>
                      <a:pt x="2145" y="5093"/>
                    </a:lnTo>
                    <a:lnTo>
                      <a:pt x="9662" y="5093"/>
                    </a:lnTo>
                    <a:lnTo>
                      <a:pt x="9662" y="6434"/>
                    </a:lnTo>
                    <a:lnTo>
                      <a:pt x="2145" y="6434"/>
                    </a:lnTo>
                    <a:lnTo>
                      <a:pt x="1877" y="6434"/>
                    </a:lnTo>
                    <a:cubicBezTo>
                      <a:pt x="1507" y="6434"/>
                      <a:pt x="1206" y="6133"/>
                      <a:pt x="1206" y="5763"/>
                    </a:cubicBezTo>
                    <a:cubicBezTo>
                      <a:pt x="1206" y="5394"/>
                      <a:pt x="1507" y="5093"/>
                      <a:pt x="1877" y="5093"/>
                    </a:cubicBezTo>
                    <a:close/>
                    <a:moveTo>
                      <a:pt x="1206" y="7204"/>
                    </a:moveTo>
                    <a:lnTo>
                      <a:pt x="1475" y="7204"/>
                    </a:lnTo>
                    <a:lnTo>
                      <a:pt x="8836" y="7204"/>
                    </a:lnTo>
                    <a:lnTo>
                      <a:pt x="8836" y="8545"/>
                    </a:lnTo>
                    <a:lnTo>
                      <a:pt x="1474" y="8545"/>
                    </a:lnTo>
                    <a:lnTo>
                      <a:pt x="1206" y="8545"/>
                    </a:lnTo>
                    <a:cubicBezTo>
                      <a:pt x="837" y="8545"/>
                      <a:pt x="536" y="8244"/>
                      <a:pt x="536" y="7875"/>
                    </a:cubicBezTo>
                    <a:cubicBezTo>
                      <a:pt x="536" y="7505"/>
                      <a:pt x="837" y="7204"/>
                      <a:pt x="1206" y="7204"/>
                    </a:cubicBezTo>
                    <a:close/>
                  </a:path>
                </a:pathLst>
              </a:custGeom>
              <a:grpFill/>
              <a:ln w="9525">
                <a:noFill/>
                <a:miter/>
              </a:ln>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eaLnBrk="1" hangingPunct="1"/>
                <a:endParaRPr lang="zh-CN" altLang="en-US" sz="1323" dirty="0">
                  <a:solidFill>
                    <a:schemeClr val="accent1"/>
                  </a:solidFill>
                  <a:latin typeface="Microsoft YaHei" panose="020B0503020204020204" pitchFamily="34" charset="-122"/>
                  <a:ea typeface="Microsoft YaHei" panose="020B0503020204020204" pitchFamily="34" charset="-122"/>
                  <a:cs typeface="+mn-ea"/>
                  <a:sym typeface="Arial" panose="020B0604020202020204" pitchFamily="34" charset="0"/>
                </a:endParaRPr>
              </a:p>
            </p:txBody>
          </p:sp>
          <p:sp>
            <p:nvSpPr>
              <p:cNvPr id="16" name="Rectangle 9">
                <a:extLst>
                  <a:ext uri="{FF2B5EF4-FFF2-40B4-BE49-F238E27FC236}">
                    <a16:creationId xmlns:a16="http://schemas.microsoft.com/office/drawing/2014/main" xmlns="" id="{7EF413EA-F441-8450-E1B4-ED38A323D07A}"/>
                  </a:ext>
                </a:extLst>
              </p:cNvPr>
              <p:cNvSpPr/>
              <p:nvPr/>
            </p:nvSpPr>
            <p:spPr>
              <a:xfrm>
                <a:off x="1017587" y="1512991"/>
                <a:ext cx="111125" cy="95041"/>
              </a:xfrm>
              <a:custGeom>
                <a:avLst/>
                <a:gdLst>
                  <a:gd name="T0" fmla="*/ 0 w 10600"/>
                  <a:gd name="T1" fmla="*/ 7875 h 9081"/>
                  <a:gd name="T2" fmla="*/ 1206 w 10600"/>
                  <a:gd name="T3" fmla="*/ 9081 h 9081"/>
                  <a:gd name="T4" fmla="*/ 1474 w 10600"/>
                  <a:gd name="T5" fmla="*/ 9081 h 9081"/>
                  <a:gd name="T6" fmla="*/ 8836 w 10600"/>
                  <a:gd name="T7" fmla="*/ 9081 h 9081"/>
                  <a:gd name="T8" fmla="*/ 9372 w 10600"/>
                  <a:gd name="T9" fmla="*/ 9081 h 9081"/>
                  <a:gd name="T10" fmla="*/ 9930 w 10600"/>
                  <a:gd name="T11" fmla="*/ 9081 h 9081"/>
                  <a:gd name="T12" fmla="*/ 9930 w 10600"/>
                  <a:gd name="T13" fmla="*/ 8545 h 9081"/>
                  <a:gd name="T14" fmla="*/ 9372 w 10600"/>
                  <a:gd name="T15" fmla="*/ 8545 h 9081"/>
                  <a:gd name="T16" fmla="*/ 9372 w 10600"/>
                  <a:gd name="T17" fmla="*/ 7204 h 9081"/>
                  <a:gd name="T18" fmla="*/ 9930 w 10600"/>
                  <a:gd name="T19" fmla="*/ 7204 h 9081"/>
                  <a:gd name="T20" fmla="*/ 9930 w 10600"/>
                  <a:gd name="T21" fmla="*/ 6970 h 9081"/>
                  <a:gd name="T22" fmla="*/ 10198 w 10600"/>
                  <a:gd name="T23" fmla="*/ 6970 h 9081"/>
                  <a:gd name="T24" fmla="*/ 10600 w 10600"/>
                  <a:gd name="T25" fmla="*/ 6970 h 9081"/>
                  <a:gd name="T26" fmla="*/ 10600 w 10600"/>
                  <a:gd name="T27" fmla="*/ 6434 h 9081"/>
                  <a:gd name="T28" fmla="*/ 10198 w 10600"/>
                  <a:gd name="T29" fmla="*/ 6434 h 9081"/>
                  <a:gd name="T30" fmla="*/ 10198 w 10600"/>
                  <a:gd name="T31" fmla="*/ 5093 h 9081"/>
                  <a:gd name="T32" fmla="*/ 10600 w 10600"/>
                  <a:gd name="T33" fmla="*/ 5093 h 9081"/>
                  <a:gd name="T34" fmla="*/ 10600 w 10600"/>
                  <a:gd name="T35" fmla="*/ 4557 h 9081"/>
                  <a:gd name="T36" fmla="*/ 10198 w 10600"/>
                  <a:gd name="T37" fmla="*/ 4557 h 9081"/>
                  <a:gd name="T38" fmla="*/ 10165 w 10600"/>
                  <a:gd name="T39" fmla="*/ 4557 h 9081"/>
                  <a:gd name="T40" fmla="*/ 10165 w 10600"/>
                  <a:gd name="T41" fmla="*/ 4378 h 9081"/>
                  <a:gd name="T42" fmla="*/ 10165 w 10600"/>
                  <a:gd name="T43" fmla="*/ 4110 h 9081"/>
                  <a:gd name="T44" fmla="*/ 10165 w 10600"/>
                  <a:gd name="T45" fmla="*/ 4099 h 9081"/>
                  <a:gd name="T46" fmla="*/ 9503 w 10600"/>
                  <a:gd name="T47" fmla="*/ 2859 h 9081"/>
                  <a:gd name="T48" fmla="*/ 10198 w 10600"/>
                  <a:gd name="T49" fmla="*/ 2859 h 9081"/>
                  <a:gd name="T50" fmla="*/ 10198 w 10600"/>
                  <a:gd name="T51" fmla="*/ 2138 h 9081"/>
                  <a:gd name="T52" fmla="*/ 8449 w 10600"/>
                  <a:gd name="T53" fmla="*/ 0 h 9081"/>
                  <a:gd name="T54" fmla="*/ 2277 w 10600"/>
                  <a:gd name="T55" fmla="*/ 0 h 9081"/>
                  <a:gd name="T56" fmla="*/ 685 w 10600"/>
                  <a:gd name="T57" fmla="*/ 2508 h 9081"/>
                  <a:gd name="T58" fmla="*/ 235 w 10600"/>
                  <a:gd name="T59" fmla="*/ 3440 h 9081"/>
                  <a:gd name="T60" fmla="*/ 1429 w 10600"/>
                  <a:gd name="T61" fmla="*/ 4645 h 9081"/>
                  <a:gd name="T62" fmla="*/ 670 w 10600"/>
                  <a:gd name="T63" fmla="*/ 5763 h 9081"/>
                  <a:gd name="T64" fmla="*/ 1100 w 10600"/>
                  <a:gd name="T65" fmla="*/ 6679 h 9081"/>
                  <a:gd name="T66" fmla="*/ 0 w 10600"/>
                  <a:gd name="T67" fmla="*/ 7875 h 9081"/>
                  <a:gd name="T68" fmla="*/ 771 w 10600"/>
                  <a:gd name="T69" fmla="*/ 3440 h 9081"/>
                  <a:gd name="T70" fmla="*/ 1113 w 10600"/>
                  <a:gd name="T71" fmla="*/ 2859 h 9081"/>
                  <a:gd name="T72" fmla="*/ 9104 w 10600"/>
                  <a:gd name="T73" fmla="*/ 2859 h 9081"/>
                  <a:gd name="T74" fmla="*/ 9104 w 10600"/>
                  <a:gd name="T75" fmla="*/ 4110 h 9081"/>
                  <a:gd name="T76" fmla="*/ 1441 w 10600"/>
                  <a:gd name="T77" fmla="*/ 4110 h 9081"/>
                  <a:gd name="T78" fmla="*/ 771 w 10600"/>
                  <a:gd name="T79" fmla="*/ 3440 h 9081"/>
                  <a:gd name="T80" fmla="*/ 1877 w 10600"/>
                  <a:gd name="T81" fmla="*/ 5093 h 9081"/>
                  <a:gd name="T82" fmla="*/ 2145 w 10600"/>
                  <a:gd name="T83" fmla="*/ 5093 h 9081"/>
                  <a:gd name="T84" fmla="*/ 9662 w 10600"/>
                  <a:gd name="T85" fmla="*/ 5093 h 9081"/>
                  <a:gd name="T86" fmla="*/ 9662 w 10600"/>
                  <a:gd name="T87" fmla="*/ 6434 h 9081"/>
                  <a:gd name="T88" fmla="*/ 2145 w 10600"/>
                  <a:gd name="T89" fmla="*/ 6434 h 9081"/>
                  <a:gd name="T90" fmla="*/ 1877 w 10600"/>
                  <a:gd name="T91" fmla="*/ 6434 h 9081"/>
                  <a:gd name="T92" fmla="*/ 1206 w 10600"/>
                  <a:gd name="T93" fmla="*/ 5763 h 9081"/>
                  <a:gd name="T94" fmla="*/ 1877 w 10600"/>
                  <a:gd name="T95" fmla="*/ 5093 h 9081"/>
                  <a:gd name="T96" fmla="*/ 1206 w 10600"/>
                  <a:gd name="T97" fmla="*/ 7204 h 9081"/>
                  <a:gd name="T98" fmla="*/ 1475 w 10600"/>
                  <a:gd name="T99" fmla="*/ 7204 h 9081"/>
                  <a:gd name="T100" fmla="*/ 8836 w 10600"/>
                  <a:gd name="T101" fmla="*/ 7204 h 9081"/>
                  <a:gd name="T102" fmla="*/ 8836 w 10600"/>
                  <a:gd name="T103" fmla="*/ 8545 h 9081"/>
                  <a:gd name="T104" fmla="*/ 1474 w 10600"/>
                  <a:gd name="T105" fmla="*/ 8545 h 9081"/>
                  <a:gd name="T106" fmla="*/ 1206 w 10600"/>
                  <a:gd name="T107" fmla="*/ 8545 h 9081"/>
                  <a:gd name="T108" fmla="*/ 536 w 10600"/>
                  <a:gd name="T109" fmla="*/ 7875 h 9081"/>
                  <a:gd name="T110" fmla="*/ 1206 w 10600"/>
                  <a:gd name="T111" fmla="*/ 7204 h 90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600" h="9081">
                    <a:moveTo>
                      <a:pt x="0" y="7875"/>
                    </a:moveTo>
                    <a:cubicBezTo>
                      <a:pt x="0" y="8540"/>
                      <a:pt x="541" y="9081"/>
                      <a:pt x="1206" y="9081"/>
                    </a:cubicBezTo>
                    <a:lnTo>
                      <a:pt x="1474" y="9081"/>
                    </a:lnTo>
                    <a:lnTo>
                      <a:pt x="8836" y="9081"/>
                    </a:lnTo>
                    <a:lnTo>
                      <a:pt x="9372" y="9081"/>
                    </a:lnTo>
                    <a:lnTo>
                      <a:pt x="9930" y="9081"/>
                    </a:lnTo>
                    <a:lnTo>
                      <a:pt x="9930" y="8545"/>
                    </a:lnTo>
                    <a:lnTo>
                      <a:pt x="9372" y="8545"/>
                    </a:lnTo>
                    <a:lnTo>
                      <a:pt x="9372" y="7204"/>
                    </a:lnTo>
                    <a:lnTo>
                      <a:pt x="9930" y="7204"/>
                    </a:lnTo>
                    <a:lnTo>
                      <a:pt x="9930" y="6970"/>
                    </a:lnTo>
                    <a:lnTo>
                      <a:pt x="10198" y="6970"/>
                    </a:lnTo>
                    <a:lnTo>
                      <a:pt x="10600" y="6970"/>
                    </a:lnTo>
                    <a:lnTo>
                      <a:pt x="10600" y="6434"/>
                    </a:lnTo>
                    <a:lnTo>
                      <a:pt x="10198" y="6434"/>
                    </a:lnTo>
                    <a:lnTo>
                      <a:pt x="10198" y="5093"/>
                    </a:lnTo>
                    <a:lnTo>
                      <a:pt x="10600" y="5093"/>
                    </a:lnTo>
                    <a:lnTo>
                      <a:pt x="10600" y="4557"/>
                    </a:lnTo>
                    <a:lnTo>
                      <a:pt x="10198" y="4557"/>
                    </a:lnTo>
                    <a:lnTo>
                      <a:pt x="10165" y="4557"/>
                    </a:lnTo>
                    <a:lnTo>
                      <a:pt x="10165" y="4378"/>
                    </a:lnTo>
                    <a:lnTo>
                      <a:pt x="10165" y="4110"/>
                    </a:lnTo>
                    <a:lnTo>
                      <a:pt x="10165" y="4099"/>
                    </a:lnTo>
                    <a:lnTo>
                      <a:pt x="9503" y="2859"/>
                    </a:lnTo>
                    <a:lnTo>
                      <a:pt x="10198" y="2859"/>
                    </a:lnTo>
                    <a:lnTo>
                      <a:pt x="10198" y="2138"/>
                    </a:lnTo>
                    <a:lnTo>
                      <a:pt x="8449" y="0"/>
                    </a:lnTo>
                    <a:lnTo>
                      <a:pt x="2277" y="0"/>
                    </a:lnTo>
                    <a:lnTo>
                      <a:pt x="685" y="2508"/>
                    </a:lnTo>
                    <a:cubicBezTo>
                      <a:pt x="413" y="2729"/>
                      <a:pt x="235" y="3063"/>
                      <a:pt x="235" y="3440"/>
                    </a:cubicBezTo>
                    <a:cubicBezTo>
                      <a:pt x="235" y="4101"/>
                      <a:pt x="769" y="4639"/>
                      <a:pt x="1429" y="4645"/>
                    </a:cubicBezTo>
                    <a:cubicBezTo>
                      <a:pt x="985" y="4824"/>
                      <a:pt x="670" y="5257"/>
                      <a:pt x="670" y="5763"/>
                    </a:cubicBezTo>
                    <a:cubicBezTo>
                      <a:pt x="670" y="6131"/>
                      <a:pt x="839" y="6457"/>
                      <a:pt x="1100" y="6679"/>
                    </a:cubicBezTo>
                    <a:cubicBezTo>
                      <a:pt x="485" y="6734"/>
                      <a:pt x="0" y="7246"/>
                      <a:pt x="0" y="7875"/>
                    </a:cubicBezTo>
                    <a:close/>
                    <a:moveTo>
                      <a:pt x="771" y="3440"/>
                    </a:moveTo>
                    <a:cubicBezTo>
                      <a:pt x="771" y="3190"/>
                      <a:pt x="910" y="2974"/>
                      <a:pt x="1113" y="2859"/>
                    </a:cubicBezTo>
                    <a:lnTo>
                      <a:pt x="9104" y="2859"/>
                    </a:lnTo>
                    <a:lnTo>
                      <a:pt x="9104" y="4110"/>
                    </a:lnTo>
                    <a:lnTo>
                      <a:pt x="1441" y="4110"/>
                    </a:lnTo>
                    <a:cubicBezTo>
                      <a:pt x="1071" y="4110"/>
                      <a:pt x="771" y="3810"/>
                      <a:pt x="771" y="3440"/>
                    </a:cubicBezTo>
                    <a:close/>
                    <a:moveTo>
                      <a:pt x="1877" y="5093"/>
                    </a:moveTo>
                    <a:lnTo>
                      <a:pt x="2145" y="5093"/>
                    </a:lnTo>
                    <a:lnTo>
                      <a:pt x="9662" y="5093"/>
                    </a:lnTo>
                    <a:lnTo>
                      <a:pt x="9662" y="6434"/>
                    </a:lnTo>
                    <a:lnTo>
                      <a:pt x="2145" y="6434"/>
                    </a:lnTo>
                    <a:lnTo>
                      <a:pt x="1877" y="6434"/>
                    </a:lnTo>
                    <a:cubicBezTo>
                      <a:pt x="1507" y="6434"/>
                      <a:pt x="1206" y="6133"/>
                      <a:pt x="1206" y="5763"/>
                    </a:cubicBezTo>
                    <a:cubicBezTo>
                      <a:pt x="1206" y="5394"/>
                      <a:pt x="1507" y="5093"/>
                      <a:pt x="1877" y="5093"/>
                    </a:cubicBezTo>
                    <a:close/>
                    <a:moveTo>
                      <a:pt x="1206" y="7204"/>
                    </a:moveTo>
                    <a:lnTo>
                      <a:pt x="1475" y="7204"/>
                    </a:lnTo>
                    <a:lnTo>
                      <a:pt x="8836" y="7204"/>
                    </a:lnTo>
                    <a:lnTo>
                      <a:pt x="8836" y="8545"/>
                    </a:lnTo>
                    <a:lnTo>
                      <a:pt x="1474" y="8545"/>
                    </a:lnTo>
                    <a:lnTo>
                      <a:pt x="1206" y="8545"/>
                    </a:lnTo>
                    <a:cubicBezTo>
                      <a:pt x="837" y="8545"/>
                      <a:pt x="536" y="8244"/>
                      <a:pt x="536" y="7875"/>
                    </a:cubicBezTo>
                    <a:cubicBezTo>
                      <a:pt x="536" y="7505"/>
                      <a:pt x="837" y="7204"/>
                      <a:pt x="1206" y="7204"/>
                    </a:cubicBezTo>
                    <a:close/>
                  </a:path>
                </a:pathLst>
              </a:custGeom>
              <a:grpFill/>
              <a:ln w="9525">
                <a:noFill/>
                <a:miter/>
              </a:ln>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eaLnBrk="1" hangingPunct="1"/>
                <a:endParaRPr lang="zh-CN" altLang="en-US" sz="1323" dirty="0">
                  <a:solidFill>
                    <a:schemeClr val="accent1"/>
                  </a:solidFill>
                  <a:latin typeface="Microsoft YaHei" panose="020B0503020204020204" pitchFamily="34" charset="-122"/>
                  <a:ea typeface="Microsoft YaHei" panose="020B0503020204020204" pitchFamily="34" charset="-122"/>
                  <a:cs typeface="+mn-ea"/>
                  <a:sym typeface="Arial" panose="020B0604020202020204" pitchFamily="34" charset="0"/>
                </a:endParaRPr>
              </a:p>
            </p:txBody>
          </p:sp>
        </p:grpSp>
        <p:sp>
          <p:nvSpPr>
            <p:cNvPr id="17" name="Freeform 15">
              <a:extLst>
                <a:ext uri="{FF2B5EF4-FFF2-40B4-BE49-F238E27FC236}">
                  <a16:creationId xmlns:a16="http://schemas.microsoft.com/office/drawing/2014/main" xmlns="" id="{7973BB8F-40D7-13D3-D303-C9D85B7773D3}"/>
                </a:ext>
              </a:extLst>
            </p:cNvPr>
            <p:cNvSpPr>
              <a:spLocks noEditPoints="1"/>
            </p:cNvSpPr>
            <p:nvPr/>
          </p:nvSpPr>
          <p:spPr>
            <a:xfrm>
              <a:off x="5726003" y="1924092"/>
              <a:ext cx="400788" cy="391661"/>
            </a:xfrm>
            <a:custGeom>
              <a:avLst/>
              <a:gdLst>
                <a:gd name="connsiteX0" fmla="*/ 393353 w 605777"/>
                <a:gd name="connsiteY0" fmla="*/ 432895 h 591983"/>
                <a:gd name="connsiteX1" fmla="*/ 475196 w 605777"/>
                <a:gd name="connsiteY1" fmla="*/ 432895 h 591983"/>
                <a:gd name="connsiteX2" fmla="*/ 475196 w 605777"/>
                <a:gd name="connsiteY2" fmla="*/ 516117 h 591983"/>
                <a:gd name="connsiteX3" fmla="*/ 393353 w 605777"/>
                <a:gd name="connsiteY3" fmla="*/ 516117 h 591983"/>
                <a:gd name="connsiteX4" fmla="*/ 288520 w 605777"/>
                <a:gd name="connsiteY4" fmla="*/ 362776 h 591983"/>
                <a:gd name="connsiteX5" fmla="*/ 370363 w 605777"/>
                <a:gd name="connsiteY5" fmla="*/ 362776 h 591983"/>
                <a:gd name="connsiteX6" fmla="*/ 370363 w 605777"/>
                <a:gd name="connsiteY6" fmla="*/ 516117 h 591983"/>
                <a:gd name="connsiteX7" fmla="*/ 288520 w 605777"/>
                <a:gd name="connsiteY7" fmla="*/ 516117 h 591983"/>
                <a:gd name="connsiteX8" fmla="*/ 188055 w 605777"/>
                <a:gd name="connsiteY8" fmla="*/ 268059 h 591983"/>
                <a:gd name="connsiteX9" fmla="*/ 269898 w 605777"/>
                <a:gd name="connsiteY9" fmla="*/ 268059 h 591983"/>
                <a:gd name="connsiteX10" fmla="*/ 269898 w 605777"/>
                <a:gd name="connsiteY10" fmla="*/ 516117 h 591983"/>
                <a:gd name="connsiteX11" fmla="*/ 188055 w 605777"/>
                <a:gd name="connsiteY11" fmla="*/ 516117 h 591983"/>
                <a:gd name="connsiteX12" fmla="*/ 84602 w 605777"/>
                <a:gd name="connsiteY12" fmla="*/ 183457 h 591983"/>
                <a:gd name="connsiteX13" fmla="*/ 166445 w 605777"/>
                <a:gd name="connsiteY13" fmla="*/ 183457 h 591983"/>
                <a:gd name="connsiteX14" fmla="*/ 166445 w 605777"/>
                <a:gd name="connsiteY14" fmla="*/ 516117 h 591983"/>
                <a:gd name="connsiteX15" fmla="*/ 84602 w 605777"/>
                <a:gd name="connsiteY15" fmla="*/ 516117 h 591983"/>
                <a:gd name="connsiteX16" fmla="*/ 159368 w 605777"/>
                <a:gd name="connsiteY16" fmla="*/ 88970 h 591983"/>
                <a:gd name="connsiteX17" fmla="*/ 515339 w 605777"/>
                <a:gd name="connsiteY17" fmla="*/ 399936 h 591983"/>
                <a:gd name="connsiteX18" fmla="*/ 529693 w 605777"/>
                <a:gd name="connsiteY18" fmla="*/ 385606 h 591983"/>
                <a:gd name="connsiteX19" fmla="*/ 541176 w 605777"/>
                <a:gd name="connsiteY19" fmla="*/ 432895 h 591983"/>
                <a:gd name="connsiteX20" fmla="*/ 492373 w 605777"/>
                <a:gd name="connsiteY20" fmla="*/ 422864 h 591983"/>
                <a:gd name="connsiteX21" fmla="*/ 506727 w 605777"/>
                <a:gd name="connsiteY21" fmla="*/ 408534 h 591983"/>
                <a:gd name="connsiteX22" fmla="*/ 152191 w 605777"/>
                <a:gd name="connsiteY22" fmla="*/ 97568 h 591983"/>
                <a:gd name="connsiteX23" fmla="*/ 37323 w 605777"/>
                <a:gd name="connsiteY23" fmla="*/ 0 h 591983"/>
                <a:gd name="connsiteX24" fmla="*/ 74646 w 605777"/>
                <a:gd name="connsiteY24" fmla="*/ 58768 h 591983"/>
                <a:gd name="connsiteX25" fmla="*/ 50242 w 605777"/>
                <a:gd name="connsiteY25" fmla="*/ 58768 h 591983"/>
                <a:gd name="connsiteX26" fmla="*/ 50242 w 605777"/>
                <a:gd name="connsiteY26" fmla="*/ 541815 h 591983"/>
                <a:gd name="connsiteX27" fmla="*/ 545486 w 605777"/>
                <a:gd name="connsiteY27" fmla="*/ 541815 h 591983"/>
                <a:gd name="connsiteX28" fmla="*/ 545486 w 605777"/>
                <a:gd name="connsiteY28" fmla="*/ 516014 h 591983"/>
                <a:gd name="connsiteX29" fmla="*/ 605777 w 605777"/>
                <a:gd name="connsiteY29" fmla="*/ 553282 h 591983"/>
                <a:gd name="connsiteX30" fmla="*/ 545486 w 605777"/>
                <a:gd name="connsiteY30" fmla="*/ 591983 h 591983"/>
                <a:gd name="connsiteX31" fmla="*/ 545486 w 605777"/>
                <a:gd name="connsiteY31" fmla="*/ 566183 h 591983"/>
                <a:gd name="connsiteX32" fmla="*/ 25839 w 605777"/>
                <a:gd name="connsiteY32" fmla="*/ 566183 h 591983"/>
                <a:gd name="connsiteX33" fmla="*/ 25839 w 605777"/>
                <a:gd name="connsiteY33" fmla="*/ 58768 h 591983"/>
                <a:gd name="connsiteX34" fmla="*/ 0 w 605777"/>
                <a:gd name="connsiteY34" fmla="*/ 58768 h 591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605777" h="591983">
                  <a:moveTo>
                    <a:pt x="393353" y="432895"/>
                  </a:moveTo>
                  <a:lnTo>
                    <a:pt x="475196" y="432895"/>
                  </a:lnTo>
                  <a:lnTo>
                    <a:pt x="475196" y="516117"/>
                  </a:lnTo>
                  <a:lnTo>
                    <a:pt x="393353" y="516117"/>
                  </a:lnTo>
                  <a:close/>
                  <a:moveTo>
                    <a:pt x="288520" y="362776"/>
                  </a:moveTo>
                  <a:lnTo>
                    <a:pt x="370363" y="362776"/>
                  </a:lnTo>
                  <a:lnTo>
                    <a:pt x="370363" y="516117"/>
                  </a:lnTo>
                  <a:lnTo>
                    <a:pt x="288520" y="516117"/>
                  </a:lnTo>
                  <a:close/>
                  <a:moveTo>
                    <a:pt x="188055" y="268059"/>
                  </a:moveTo>
                  <a:lnTo>
                    <a:pt x="269898" y="268059"/>
                  </a:lnTo>
                  <a:lnTo>
                    <a:pt x="269898" y="516117"/>
                  </a:lnTo>
                  <a:lnTo>
                    <a:pt x="188055" y="516117"/>
                  </a:lnTo>
                  <a:close/>
                  <a:moveTo>
                    <a:pt x="84602" y="183457"/>
                  </a:moveTo>
                  <a:lnTo>
                    <a:pt x="166445" y="183457"/>
                  </a:lnTo>
                  <a:lnTo>
                    <a:pt x="166445" y="516117"/>
                  </a:lnTo>
                  <a:lnTo>
                    <a:pt x="84602" y="516117"/>
                  </a:lnTo>
                  <a:close/>
                  <a:moveTo>
                    <a:pt x="159368" y="88970"/>
                  </a:moveTo>
                  <a:lnTo>
                    <a:pt x="515339" y="399936"/>
                  </a:lnTo>
                  <a:lnTo>
                    <a:pt x="529693" y="385606"/>
                  </a:lnTo>
                  <a:lnTo>
                    <a:pt x="541176" y="432895"/>
                  </a:lnTo>
                  <a:lnTo>
                    <a:pt x="492373" y="422864"/>
                  </a:lnTo>
                  <a:lnTo>
                    <a:pt x="506727" y="408534"/>
                  </a:lnTo>
                  <a:lnTo>
                    <a:pt x="152191" y="97568"/>
                  </a:lnTo>
                  <a:close/>
                  <a:moveTo>
                    <a:pt x="37323" y="0"/>
                  </a:moveTo>
                  <a:lnTo>
                    <a:pt x="74646" y="58768"/>
                  </a:lnTo>
                  <a:lnTo>
                    <a:pt x="50242" y="58768"/>
                  </a:lnTo>
                  <a:lnTo>
                    <a:pt x="50242" y="541815"/>
                  </a:lnTo>
                  <a:lnTo>
                    <a:pt x="545486" y="541815"/>
                  </a:lnTo>
                  <a:lnTo>
                    <a:pt x="545486" y="516014"/>
                  </a:lnTo>
                  <a:lnTo>
                    <a:pt x="605777" y="553282"/>
                  </a:lnTo>
                  <a:lnTo>
                    <a:pt x="545486" y="591983"/>
                  </a:lnTo>
                  <a:lnTo>
                    <a:pt x="545486" y="566183"/>
                  </a:lnTo>
                  <a:lnTo>
                    <a:pt x="25839" y="566183"/>
                  </a:lnTo>
                  <a:lnTo>
                    <a:pt x="25839" y="58768"/>
                  </a:lnTo>
                  <a:lnTo>
                    <a:pt x="0" y="58768"/>
                  </a:lnTo>
                  <a:close/>
                </a:path>
              </a:pathLst>
            </a:custGeom>
            <a:solidFill>
              <a:srgbClr val="9A0001"/>
            </a:solidFill>
            <a:ln w="9525">
              <a:noFill/>
            </a:ln>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sz="975">
                <a:solidFill>
                  <a:schemeClr val="accent1"/>
                </a:solidFill>
                <a:latin typeface="Microsoft YaHei" panose="020B0503020204020204" pitchFamily="34" charset="-122"/>
                <a:ea typeface="Microsoft YaHei" panose="020B0503020204020204" pitchFamily="34" charset="-122"/>
                <a:cs typeface="+mn-ea"/>
                <a:sym typeface="Arial" panose="020B0604020202020204" pitchFamily="34" charset="0"/>
              </a:endParaRPr>
            </a:p>
          </p:txBody>
        </p:sp>
        <p:sp>
          <p:nvSpPr>
            <p:cNvPr id="18" name="Freeform 16">
              <a:extLst>
                <a:ext uri="{FF2B5EF4-FFF2-40B4-BE49-F238E27FC236}">
                  <a16:creationId xmlns:a16="http://schemas.microsoft.com/office/drawing/2014/main" xmlns="" id="{C3A43C75-5885-37F6-F252-0343D6AE4A60}"/>
                </a:ext>
              </a:extLst>
            </p:cNvPr>
            <p:cNvSpPr>
              <a:spLocks noEditPoints="1"/>
            </p:cNvSpPr>
            <p:nvPr/>
          </p:nvSpPr>
          <p:spPr>
            <a:xfrm>
              <a:off x="9033270" y="1914570"/>
              <a:ext cx="400788" cy="396916"/>
            </a:xfrm>
            <a:custGeom>
              <a:avLst/>
              <a:gdLst/>
              <a:ahLst/>
              <a:cxnLst>
                <a:cxn ang="0">
                  <a:pos x="317600" y="281037"/>
                </a:cxn>
                <a:cxn ang="0">
                  <a:pos x="240469" y="201712"/>
                </a:cxn>
                <a:cxn ang="0">
                  <a:pos x="238200" y="199445"/>
                </a:cxn>
                <a:cxn ang="0">
                  <a:pos x="258617" y="129186"/>
                </a:cxn>
                <a:cxn ang="0">
                  <a:pos x="129309" y="0"/>
                </a:cxn>
                <a:cxn ang="0">
                  <a:pos x="0" y="129186"/>
                </a:cxn>
                <a:cxn ang="0">
                  <a:pos x="129309" y="258372"/>
                </a:cxn>
                <a:cxn ang="0">
                  <a:pos x="199634" y="237974"/>
                </a:cxn>
                <a:cxn ang="0">
                  <a:pos x="201903" y="240241"/>
                </a:cxn>
                <a:cxn ang="0">
                  <a:pos x="281303" y="317299"/>
                </a:cxn>
                <a:cxn ang="0">
                  <a:pos x="299452" y="326365"/>
                </a:cxn>
                <a:cxn ang="0">
                  <a:pos x="317600" y="317299"/>
                </a:cxn>
                <a:cxn ang="0">
                  <a:pos x="317600" y="281037"/>
                </a:cxn>
                <a:cxn ang="0">
                  <a:pos x="129309" y="217577"/>
                </a:cxn>
                <a:cxn ang="0">
                  <a:pos x="40834" y="129186"/>
                </a:cxn>
                <a:cxn ang="0">
                  <a:pos x="129309" y="40796"/>
                </a:cxn>
                <a:cxn ang="0">
                  <a:pos x="217783" y="129186"/>
                </a:cxn>
                <a:cxn ang="0">
                  <a:pos x="129309" y="217577"/>
                </a:cxn>
              </a:cxnLst>
              <a:rect l="0" t="0" r="0" b="0"/>
              <a:pathLst>
                <a:path w="145" h="144">
                  <a:moveTo>
                    <a:pt x="140" y="124"/>
                  </a:moveTo>
                  <a:cubicBezTo>
                    <a:pt x="106" y="89"/>
                    <a:pt x="106" y="89"/>
                    <a:pt x="106" y="89"/>
                  </a:cubicBezTo>
                  <a:cubicBezTo>
                    <a:pt x="106" y="89"/>
                    <a:pt x="105" y="88"/>
                    <a:pt x="105" y="88"/>
                  </a:cubicBezTo>
                  <a:cubicBezTo>
                    <a:pt x="111" y="79"/>
                    <a:pt x="114" y="68"/>
                    <a:pt x="114" y="57"/>
                  </a:cubicBezTo>
                  <a:cubicBezTo>
                    <a:pt x="114" y="26"/>
                    <a:pt x="88" y="0"/>
                    <a:pt x="57" y="0"/>
                  </a:cubicBezTo>
                  <a:cubicBezTo>
                    <a:pt x="26" y="0"/>
                    <a:pt x="0" y="26"/>
                    <a:pt x="0" y="57"/>
                  </a:cubicBezTo>
                  <a:cubicBezTo>
                    <a:pt x="0" y="88"/>
                    <a:pt x="26" y="114"/>
                    <a:pt x="57" y="114"/>
                  </a:cubicBezTo>
                  <a:cubicBezTo>
                    <a:pt x="68" y="114"/>
                    <a:pt x="79" y="111"/>
                    <a:pt x="88" y="105"/>
                  </a:cubicBezTo>
                  <a:cubicBezTo>
                    <a:pt x="88" y="105"/>
                    <a:pt x="89" y="106"/>
                    <a:pt x="89" y="106"/>
                  </a:cubicBezTo>
                  <a:cubicBezTo>
                    <a:pt x="124" y="140"/>
                    <a:pt x="124" y="140"/>
                    <a:pt x="124" y="140"/>
                  </a:cubicBezTo>
                  <a:cubicBezTo>
                    <a:pt x="126" y="143"/>
                    <a:pt x="129" y="144"/>
                    <a:pt x="132" y="144"/>
                  </a:cubicBezTo>
                  <a:cubicBezTo>
                    <a:pt x="135" y="144"/>
                    <a:pt x="138" y="143"/>
                    <a:pt x="140" y="140"/>
                  </a:cubicBezTo>
                  <a:cubicBezTo>
                    <a:pt x="145" y="136"/>
                    <a:pt x="145" y="128"/>
                    <a:pt x="140" y="124"/>
                  </a:cubicBezTo>
                  <a:moveTo>
                    <a:pt x="57" y="96"/>
                  </a:moveTo>
                  <a:cubicBezTo>
                    <a:pt x="36" y="96"/>
                    <a:pt x="18" y="78"/>
                    <a:pt x="18" y="57"/>
                  </a:cubicBezTo>
                  <a:cubicBezTo>
                    <a:pt x="18" y="35"/>
                    <a:pt x="36" y="18"/>
                    <a:pt x="57" y="18"/>
                  </a:cubicBezTo>
                  <a:cubicBezTo>
                    <a:pt x="78" y="18"/>
                    <a:pt x="96" y="35"/>
                    <a:pt x="96" y="57"/>
                  </a:cubicBezTo>
                  <a:cubicBezTo>
                    <a:pt x="96" y="78"/>
                    <a:pt x="78" y="96"/>
                    <a:pt x="57" y="96"/>
                  </a:cubicBezTo>
                </a:path>
              </a:pathLst>
            </a:custGeom>
            <a:solidFill>
              <a:srgbClr val="9A0001"/>
            </a:solidFill>
            <a:ln w="9525">
              <a:noFill/>
            </a:ln>
          </p:spPr>
          <p:txBody>
            <a:bodyPr/>
            <a:lstStyle/>
            <a:p>
              <a:endParaRPr lang="zh-CN" altLang="en-US" sz="975">
                <a:solidFill>
                  <a:schemeClr val="accent1"/>
                </a:solidFill>
                <a:latin typeface="Microsoft YaHei" panose="020B0503020204020204" pitchFamily="34" charset="-122"/>
                <a:ea typeface="Microsoft YaHei" panose="020B0503020204020204" pitchFamily="34" charset="-122"/>
                <a:cs typeface="+mn-ea"/>
                <a:sym typeface="Arial" panose="020B0604020202020204" pitchFamily="34" charset="0"/>
              </a:endParaRPr>
            </a:p>
          </p:txBody>
        </p:sp>
      </p:grpSp>
      <p:grpSp>
        <p:nvGrpSpPr>
          <p:cNvPr id="29" name="组合 28">
            <a:extLst>
              <a:ext uri="{FF2B5EF4-FFF2-40B4-BE49-F238E27FC236}">
                <a16:creationId xmlns:a16="http://schemas.microsoft.com/office/drawing/2014/main" xmlns="" id="{573FA927-F949-176E-7ECB-78A54FB14DC6}"/>
              </a:ext>
            </a:extLst>
          </p:cNvPr>
          <p:cNvGrpSpPr/>
          <p:nvPr/>
        </p:nvGrpSpPr>
        <p:grpSpPr>
          <a:xfrm>
            <a:off x="1313786" y="4531736"/>
            <a:ext cx="8828705" cy="0"/>
            <a:chOff x="1681648" y="3976521"/>
            <a:chExt cx="8828705" cy="0"/>
          </a:xfrm>
        </p:grpSpPr>
        <p:cxnSp>
          <p:nvCxnSpPr>
            <p:cNvPr id="22" name="直接连接符 22">
              <a:extLst>
                <a:ext uri="{FF2B5EF4-FFF2-40B4-BE49-F238E27FC236}">
                  <a16:creationId xmlns:a16="http://schemas.microsoft.com/office/drawing/2014/main" xmlns="" id="{EC238BB7-C3C5-506D-6E0C-4B9599924E51}"/>
                </a:ext>
              </a:extLst>
            </p:cNvPr>
            <p:cNvCxnSpPr/>
            <p:nvPr/>
          </p:nvCxnSpPr>
          <p:spPr>
            <a:xfrm>
              <a:off x="1681648" y="3976521"/>
              <a:ext cx="2394715"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3" name="直接连接符 23">
              <a:extLst>
                <a:ext uri="{FF2B5EF4-FFF2-40B4-BE49-F238E27FC236}">
                  <a16:creationId xmlns:a16="http://schemas.microsoft.com/office/drawing/2014/main" xmlns="" id="{5EE1015C-8696-4CAB-18A6-3FFC941F0F50}"/>
                </a:ext>
              </a:extLst>
            </p:cNvPr>
            <p:cNvCxnSpPr/>
            <p:nvPr/>
          </p:nvCxnSpPr>
          <p:spPr>
            <a:xfrm>
              <a:off x="4852969" y="3976521"/>
              <a:ext cx="2394715"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4" name="直接连接符 24">
              <a:extLst>
                <a:ext uri="{FF2B5EF4-FFF2-40B4-BE49-F238E27FC236}">
                  <a16:creationId xmlns:a16="http://schemas.microsoft.com/office/drawing/2014/main" xmlns="" id="{26E9FCD9-F7D2-E951-46B3-453298702EDD}"/>
                </a:ext>
              </a:extLst>
            </p:cNvPr>
            <p:cNvCxnSpPr/>
            <p:nvPr/>
          </p:nvCxnSpPr>
          <p:spPr>
            <a:xfrm>
              <a:off x="8115638" y="3976521"/>
              <a:ext cx="2394715"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28" name="组合 27">
            <a:extLst>
              <a:ext uri="{FF2B5EF4-FFF2-40B4-BE49-F238E27FC236}">
                <a16:creationId xmlns:a16="http://schemas.microsoft.com/office/drawing/2014/main" xmlns="" id="{F07D72EE-B530-B506-F9A1-7654DF89AF67}"/>
              </a:ext>
            </a:extLst>
          </p:cNvPr>
          <p:cNvGrpSpPr/>
          <p:nvPr/>
        </p:nvGrpSpPr>
        <p:grpSpPr>
          <a:xfrm>
            <a:off x="1313786" y="4727822"/>
            <a:ext cx="9070435" cy="1428491"/>
            <a:chOff x="1681648" y="4454675"/>
            <a:chExt cx="9070435" cy="1428491"/>
          </a:xfrm>
        </p:grpSpPr>
        <p:sp>
          <p:nvSpPr>
            <p:cNvPr id="19" name="Freeform 33">
              <a:extLst>
                <a:ext uri="{FF2B5EF4-FFF2-40B4-BE49-F238E27FC236}">
                  <a16:creationId xmlns:a16="http://schemas.microsoft.com/office/drawing/2014/main" xmlns="" id="{CF79105D-C035-93AF-87B0-46DDD6341658}"/>
                </a:ext>
              </a:extLst>
            </p:cNvPr>
            <p:cNvSpPr>
              <a:spLocks noEditPoints="1"/>
            </p:cNvSpPr>
            <p:nvPr/>
          </p:nvSpPr>
          <p:spPr>
            <a:xfrm>
              <a:off x="2653468" y="4477907"/>
              <a:ext cx="364602" cy="398852"/>
            </a:xfrm>
            <a:custGeom>
              <a:avLst/>
              <a:gdLst>
                <a:gd name="connsiteX0" fmla="*/ 244150 w 538417"/>
                <a:gd name="connsiteY0" fmla="*/ 141846 h 588994"/>
                <a:gd name="connsiteX1" fmla="*/ 397721 w 538417"/>
                <a:gd name="connsiteY1" fmla="*/ 294497 h 588994"/>
                <a:gd name="connsiteX2" fmla="*/ 244150 w 538417"/>
                <a:gd name="connsiteY2" fmla="*/ 447148 h 588994"/>
                <a:gd name="connsiteX3" fmla="*/ 90579 w 538417"/>
                <a:gd name="connsiteY3" fmla="*/ 294497 h 588994"/>
                <a:gd name="connsiteX4" fmla="*/ 244150 w 538417"/>
                <a:gd name="connsiteY4" fmla="*/ 141846 h 588994"/>
                <a:gd name="connsiteX5" fmla="*/ 244083 w 538417"/>
                <a:gd name="connsiteY5" fmla="*/ 0 h 588994"/>
                <a:gd name="connsiteX6" fmla="*/ 538417 w 538417"/>
                <a:gd name="connsiteY6" fmla="*/ 293781 h 588994"/>
                <a:gd name="connsiteX7" fmla="*/ 244083 w 538417"/>
                <a:gd name="connsiteY7" fmla="*/ 588994 h 588994"/>
                <a:gd name="connsiteX8" fmla="*/ 0 w 538417"/>
                <a:gd name="connsiteY8" fmla="*/ 458584 h 588994"/>
                <a:gd name="connsiteX9" fmla="*/ 74660 w 538417"/>
                <a:gd name="connsiteY9" fmla="*/ 415592 h 588994"/>
                <a:gd name="connsiteX10" fmla="*/ 244083 w 538417"/>
                <a:gd name="connsiteY10" fmla="*/ 503010 h 588994"/>
                <a:gd name="connsiteX11" fmla="*/ 452271 w 538417"/>
                <a:gd name="connsiteY11" fmla="*/ 293781 h 588994"/>
                <a:gd name="connsiteX12" fmla="*/ 244083 w 538417"/>
                <a:gd name="connsiteY12" fmla="*/ 85984 h 588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8417" h="588994">
                  <a:moveTo>
                    <a:pt x="244150" y="141846"/>
                  </a:moveTo>
                  <a:cubicBezTo>
                    <a:pt x="328965" y="141846"/>
                    <a:pt x="397721" y="210190"/>
                    <a:pt x="397721" y="294497"/>
                  </a:cubicBezTo>
                  <a:cubicBezTo>
                    <a:pt x="397721" y="378804"/>
                    <a:pt x="328965" y="447148"/>
                    <a:pt x="244150" y="447148"/>
                  </a:cubicBezTo>
                  <a:cubicBezTo>
                    <a:pt x="159335" y="447148"/>
                    <a:pt x="90579" y="378804"/>
                    <a:pt x="90579" y="294497"/>
                  </a:cubicBezTo>
                  <a:cubicBezTo>
                    <a:pt x="90579" y="210190"/>
                    <a:pt x="159335" y="141846"/>
                    <a:pt x="244150" y="141846"/>
                  </a:cubicBezTo>
                  <a:close/>
                  <a:moveTo>
                    <a:pt x="244083" y="0"/>
                  </a:moveTo>
                  <a:cubicBezTo>
                    <a:pt x="406326" y="0"/>
                    <a:pt x="538417" y="131843"/>
                    <a:pt x="538417" y="293781"/>
                  </a:cubicBezTo>
                  <a:cubicBezTo>
                    <a:pt x="538417" y="457151"/>
                    <a:pt x="406326" y="588994"/>
                    <a:pt x="244083" y="588994"/>
                  </a:cubicBezTo>
                  <a:cubicBezTo>
                    <a:pt x="142142" y="588994"/>
                    <a:pt x="53124" y="537404"/>
                    <a:pt x="0" y="458584"/>
                  </a:cubicBezTo>
                  <a:lnTo>
                    <a:pt x="74660" y="415592"/>
                  </a:lnTo>
                  <a:cubicBezTo>
                    <a:pt x="111991" y="468616"/>
                    <a:pt x="173729" y="503010"/>
                    <a:pt x="244083" y="503010"/>
                  </a:cubicBezTo>
                  <a:cubicBezTo>
                    <a:pt x="358945" y="503010"/>
                    <a:pt x="452271" y="409860"/>
                    <a:pt x="452271" y="293781"/>
                  </a:cubicBezTo>
                  <a:cubicBezTo>
                    <a:pt x="452271" y="179135"/>
                    <a:pt x="358945" y="85984"/>
                    <a:pt x="244083" y="85984"/>
                  </a:cubicBezTo>
                  <a:close/>
                </a:path>
              </a:pathLst>
            </a:custGeom>
            <a:solidFill>
              <a:srgbClr val="9A0001"/>
            </a:solidFill>
            <a:ln w="9525">
              <a:noFill/>
            </a:ln>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sz="975">
                <a:solidFill>
                  <a:schemeClr val="accent1"/>
                </a:solidFill>
                <a:latin typeface="Microsoft YaHei" panose="020B0503020204020204" pitchFamily="34" charset="-122"/>
                <a:ea typeface="Microsoft YaHei" panose="020B0503020204020204" pitchFamily="34" charset="-122"/>
                <a:cs typeface="+mn-ea"/>
                <a:sym typeface="Arial" panose="020B0604020202020204" pitchFamily="34" charset="0"/>
              </a:endParaRPr>
            </a:p>
          </p:txBody>
        </p:sp>
        <p:sp>
          <p:nvSpPr>
            <p:cNvPr id="20" name="Freeform 36">
              <a:extLst>
                <a:ext uri="{FF2B5EF4-FFF2-40B4-BE49-F238E27FC236}">
                  <a16:creationId xmlns:a16="http://schemas.microsoft.com/office/drawing/2014/main" xmlns="" id="{12F32C7F-CCC6-11BD-EADF-21FD5926882B}"/>
                </a:ext>
              </a:extLst>
            </p:cNvPr>
            <p:cNvSpPr/>
            <p:nvPr/>
          </p:nvSpPr>
          <p:spPr>
            <a:xfrm>
              <a:off x="5851139" y="4454675"/>
              <a:ext cx="415530" cy="398852"/>
            </a:xfrm>
            <a:custGeom>
              <a:avLst/>
              <a:gdLst>
                <a:gd name="connsiteX0" fmla="*/ 298825 w 597455"/>
                <a:gd name="connsiteY0" fmla="*/ 169319 h 573476"/>
                <a:gd name="connsiteX1" fmla="*/ 316044 w 597455"/>
                <a:gd name="connsiteY1" fmla="*/ 186519 h 573476"/>
                <a:gd name="connsiteX2" fmla="*/ 316044 w 597455"/>
                <a:gd name="connsiteY2" fmla="*/ 259620 h 573476"/>
                <a:gd name="connsiteX3" fmla="*/ 337568 w 597455"/>
                <a:gd name="connsiteY3" fmla="*/ 295454 h 573476"/>
                <a:gd name="connsiteX4" fmla="*/ 298825 w 597455"/>
                <a:gd name="connsiteY4" fmla="*/ 334154 h 573476"/>
                <a:gd name="connsiteX5" fmla="*/ 264387 w 597455"/>
                <a:gd name="connsiteY5" fmla="*/ 312654 h 573476"/>
                <a:gd name="connsiteX6" fmla="*/ 140983 w 597455"/>
                <a:gd name="connsiteY6" fmla="*/ 312654 h 573476"/>
                <a:gd name="connsiteX7" fmla="*/ 123764 w 597455"/>
                <a:gd name="connsiteY7" fmla="*/ 295454 h 573476"/>
                <a:gd name="connsiteX8" fmla="*/ 140983 w 597455"/>
                <a:gd name="connsiteY8" fmla="*/ 279687 h 573476"/>
                <a:gd name="connsiteX9" fmla="*/ 261517 w 597455"/>
                <a:gd name="connsiteY9" fmla="*/ 279687 h 573476"/>
                <a:gd name="connsiteX10" fmla="*/ 283041 w 597455"/>
                <a:gd name="connsiteY10" fmla="*/ 259620 h 573476"/>
                <a:gd name="connsiteX11" fmla="*/ 283041 w 597455"/>
                <a:gd name="connsiteY11" fmla="*/ 186519 h 573476"/>
                <a:gd name="connsiteX12" fmla="*/ 298825 w 597455"/>
                <a:gd name="connsiteY12" fmla="*/ 169319 h 573476"/>
                <a:gd name="connsiteX13" fmla="*/ 298830 w 597455"/>
                <a:gd name="connsiteY13" fmla="*/ 84603 h 573476"/>
                <a:gd name="connsiteX14" fmla="*/ 87798 w 597455"/>
                <a:gd name="connsiteY14" fmla="*/ 295349 h 573476"/>
                <a:gd name="connsiteX15" fmla="*/ 298830 w 597455"/>
                <a:gd name="connsiteY15" fmla="*/ 506095 h 573476"/>
                <a:gd name="connsiteX16" fmla="*/ 509863 w 597455"/>
                <a:gd name="connsiteY16" fmla="*/ 295349 h 573476"/>
                <a:gd name="connsiteX17" fmla="*/ 298830 w 597455"/>
                <a:gd name="connsiteY17" fmla="*/ 84603 h 573476"/>
                <a:gd name="connsiteX18" fmla="*/ 298830 w 597455"/>
                <a:gd name="connsiteY18" fmla="*/ 32991 h 573476"/>
                <a:gd name="connsiteX19" fmla="*/ 560108 w 597455"/>
                <a:gd name="connsiteY19" fmla="*/ 295349 h 573476"/>
                <a:gd name="connsiteX20" fmla="*/ 484022 w 597455"/>
                <a:gd name="connsiteY20" fmla="*/ 478856 h 573476"/>
                <a:gd name="connsiteX21" fmla="*/ 522783 w 597455"/>
                <a:gd name="connsiteY21" fmla="*/ 527600 h 573476"/>
                <a:gd name="connsiteX22" fmla="*/ 518476 w 597455"/>
                <a:gd name="connsiteY22" fmla="*/ 567742 h 573476"/>
                <a:gd name="connsiteX23" fmla="*/ 501249 w 597455"/>
                <a:gd name="connsiteY23" fmla="*/ 573476 h 573476"/>
                <a:gd name="connsiteX24" fmla="*/ 478280 w 597455"/>
                <a:gd name="connsiteY24" fmla="*/ 562007 h 573476"/>
                <a:gd name="connsiteX25" fmla="*/ 440954 w 597455"/>
                <a:gd name="connsiteY25" fmla="*/ 513263 h 573476"/>
                <a:gd name="connsiteX26" fmla="*/ 298830 w 597455"/>
                <a:gd name="connsiteY26" fmla="*/ 556272 h 573476"/>
                <a:gd name="connsiteX27" fmla="*/ 156707 w 597455"/>
                <a:gd name="connsiteY27" fmla="*/ 513263 h 573476"/>
                <a:gd name="connsiteX28" fmla="*/ 117946 w 597455"/>
                <a:gd name="connsiteY28" fmla="*/ 562007 h 573476"/>
                <a:gd name="connsiteX29" fmla="*/ 96412 w 597455"/>
                <a:gd name="connsiteY29" fmla="*/ 573476 h 573476"/>
                <a:gd name="connsiteX30" fmla="*/ 79185 w 597455"/>
                <a:gd name="connsiteY30" fmla="*/ 567742 h 573476"/>
                <a:gd name="connsiteX31" fmla="*/ 73443 w 597455"/>
                <a:gd name="connsiteY31" fmla="*/ 527600 h 573476"/>
                <a:gd name="connsiteX32" fmla="*/ 112203 w 597455"/>
                <a:gd name="connsiteY32" fmla="*/ 478856 h 573476"/>
                <a:gd name="connsiteX33" fmla="*/ 37553 w 597455"/>
                <a:gd name="connsiteY33" fmla="*/ 295349 h 573476"/>
                <a:gd name="connsiteX34" fmla="*/ 298830 w 597455"/>
                <a:gd name="connsiteY34" fmla="*/ 32991 h 573476"/>
                <a:gd name="connsiteX35" fmla="*/ 497437 w 597455"/>
                <a:gd name="connsiteY35" fmla="*/ 42 h 573476"/>
                <a:gd name="connsiteX36" fmla="*/ 567260 w 597455"/>
                <a:gd name="connsiteY36" fmla="*/ 30168 h 573476"/>
                <a:gd name="connsiteX37" fmla="*/ 571568 w 597455"/>
                <a:gd name="connsiteY37" fmla="*/ 169319 h 573476"/>
                <a:gd name="connsiteX38" fmla="*/ 426537 w 597455"/>
                <a:gd name="connsiteY38" fmla="*/ 25864 h 573476"/>
                <a:gd name="connsiteX39" fmla="*/ 497437 w 597455"/>
                <a:gd name="connsiteY39" fmla="*/ 42 h 573476"/>
                <a:gd name="connsiteX40" fmla="*/ 100223 w 597455"/>
                <a:gd name="connsiteY40" fmla="*/ 42 h 573476"/>
                <a:gd name="connsiteX41" fmla="*/ 171123 w 597455"/>
                <a:gd name="connsiteY41" fmla="*/ 25864 h 573476"/>
                <a:gd name="connsiteX42" fmla="*/ 24656 w 597455"/>
                <a:gd name="connsiteY42" fmla="*/ 169319 h 573476"/>
                <a:gd name="connsiteX43" fmla="*/ 30400 w 597455"/>
                <a:gd name="connsiteY43" fmla="*/ 30168 h 573476"/>
                <a:gd name="connsiteX44" fmla="*/ 100223 w 597455"/>
                <a:gd name="connsiteY44" fmla="*/ 42 h 573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597455" h="573476">
                  <a:moveTo>
                    <a:pt x="298825" y="169319"/>
                  </a:moveTo>
                  <a:cubicBezTo>
                    <a:pt x="308869" y="169319"/>
                    <a:pt x="316044" y="176486"/>
                    <a:pt x="316044" y="186519"/>
                  </a:cubicBezTo>
                  <a:lnTo>
                    <a:pt x="316044" y="259620"/>
                  </a:lnTo>
                  <a:cubicBezTo>
                    <a:pt x="328958" y="265354"/>
                    <a:pt x="337568" y="279687"/>
                    <a:pt x="337568" y="295454"/>
                  </a:cubicBezTo>
                  <a:cubicBezTo>
                    <a:pt x="337568" y="316954"/>
                    <a:pt x="320349" y="334154"/>
                    <a:pt x="298825" y="334154"/>
                  </a:cubicBezTo>
                  <a:cubicBezTo>
                    <a:pt x="283041" y="334154"/>
                    <a:pt x="270126" y="325554"/>
                    <a:pt x="264387" y="312654"/>
                  </a:cubicBezTo>
                  <a:lnTo>
                    <a:pt x="140983" y="312654"/>
                  </a:lnTo>
                  <a:cubicBezTo>
                    <a:pt x="130938" y="312654"/>
                    <a:pt x="123764" y="305487"/>
                    <a:pt x="123764" y="295454"/>
                  </a:cubicBezTo>
                  <a:cubicBezTo>
                    <a:pt x="123764" y="286854"/>
                    <a:pt x="130938" y="279687"/>
                    <a:pt x="140983" y="279687"/>
                  </a:cubicBezTo>
                  <a:lnTo>
                    <a:pt x="261517" y="279687"/>
                  </a:lnTo>
                  <a:cubicBezTo>
                    <a:pt x="265821" y="271087"/>
                    <a:pt x="272996" y="262487"/>
                    <a:pt x="283041" y="259620"/>
                  </a:cubicBezTo>
                  <a:lnTo>
                    <a:pt x="283041" y="186519"/>
                  </a:lnTo>
                  <a:cubicBezTo>
                    <a:pt x="283041" y="176486"/>
                    <a:pt x="290215" y="169319"/>
                    <a:pt x="298825" y="169319"/>
                  </a:cubicBezTo>
                  <a:close/>
                  <a:moveTo>
                    <a:pt x="298830" y="84603"/>
                  </a:moveTo>
                  <a:cubicBezTo>
                    <a:pt x="182547" y="84603"/>
                    <a:pt x="87798" y="179223"/>
                    <a:pt x="87798" y="295349"/>
                  </a:cubicBezTo>
                  <a:cubicBezTo>
                    <a:pt x="87798" y="411474"/>
                    <a:pt x="182547" y="506095"/>
                    <a:pt x="298830" y="506095"/>
                  </a:cubicBezTo>
                  <a:cubicBezTo>
                    <a:pt x="415113" y="506095"/>
                    <a:pt x="509863" y="411474"/>
                    <a:pt x="509863" y="295349"/>
                  </a:cubicBezTo>
                  <a:cubicBezTo>
                    <a:pt x="509863" y="179223"/>
                    <a:pt x="415113" y="84603"/>
                    <a:pt x="298830" y="84603"/>
                  </a:cubicBezTo>
                  <a:close/>
                  <a:moveTo>
                    <a:pt x="298830" y="32991"/>
                  </a:moveTo>
                  <a:cubicBezTo>
                    <a:pt x="442390" y="32991"/>
                    <a:pt x="560108" y="150550"/>
                    <a:pt x="560108" y="295349"/>
                  </a:cubicBezTo>
                  <a:cubicBezTo>
                    <a:pt x="560108" y="367031"/>
                    <a:pt x="531396" y="431545"/>
                    <a:pt x="484022" y="478856"/>
                  </a:cubicBezTo>
                  <a:cubicBezTo>
                    <a:pt x="492635" y="488891"/>
                    <a:pt x="505556" y="504661"/>
                    <a:pt x="522783" y="527600"/>
                  </a:cubicBezTo>
                  <a:cubicBezTo>
                    <a:pt x="532832" y="540502"/>
                    <a:pt x="529961" y="557706"/>
                    <a:pt x="518476" y="567742"/>
                  </a:cubicBezTo>
                  <a:cubicBezTo>
                    <a:pt x="512734" y="570609"/>
                    <a:pt x="506991" y="573476"/>
                    <a:pt x="501249" y="573476"/>
                  </a:cubicBezTo>
                  <a:cubicBezTo>
                    <a:pt x="492635" y="573476"/>
                    <a:pt x="484022" y="569175"/>
                    <a:pt x="478280" y="562007"/>
                  </a:cubicBezTo>
                  <a:cubicBezTo>
                    <a:pt x="478280" y="562007"/>
                    <a:pt x="455310" y="531900"/>
                    <a:pt x="440954" y="513263"/>
                  </a:cubicBezTo>
                  <a:cubicBezTo>
                    <a:pt x="399322" y="540502"/>
                    <a:pt x="350512" y="556272"/>
                    <a:pt x="298830" y="556272"/>
                  </a:cubicBezTo>
                  <a:cubicBezTo>
                    <a:pt x="245713" y="556272"/>
                    <a:pt x="196903" y="540502"/>
                    <a:pt x="156707" y="513263"/>
                  </a:cubicBezTo>
                  <a:cubicBezTo>
                    <a:pt x="142351" y="531900"/>
                    <a:pt x="117946" y="562007"/>
                    <a:pt x="117946" y="562007"/>
                  </a:cubicBezTo>
                  <a:cubicBezTo>
                    <a:pt x="113639" y="569175"/>
                    <a:pt x="105026" y="573476"/>
                    <a:pt x="96412" y="573476"/>
                  </a:cubicBezTo>
                  <a:cubicBezTo>
                    <a:pt x="90670" y="573476"/>
                    <a:pt x="83492" y="570609"/>
                    <a:pt x="79185" y="567742"/>
                  </a:cubicBezTo>
                  <a:cubicBezTo>
                    <a:pt x="66265" y="557706"/>
                    <a:pt x="64829" y="540502"/>
                    <a:pt x="73443" y="527600"/>
                  </a:cubicBezTo>
                  <a:cubicBezTo>
                    <a:pt x="92105" y="504661"/>
                    <a:pt x="105026" y="488891"/>
                    <a:pt x="112203" y="478856"/>
                  </a:cubicBezTo>
                  <a:cubicBezTo>
                    <a:pt x="66265" y="431545"/>
                    <a:pt x="37553" y="367031"/>
                    <a:pt x="37553" y="295349"/>
                  </a:cubicBezTo>
                  <a:cubicBezTo>
                    <a:pt x="37553" y="150550"/>
                    <a:pt x="153836" y="32991"/>
                    <a:pt x="298830" y="32991"/>
                  </a:cubicBezTo>
                  <a:close/>
                  <a:moveTo>
                    <a:pt x="497437" y="42"/>
                  </a:moveTo>
                  <a:cubicBezTo>
                    <a:pt x="522745" y="759"/>
                    <a:pt x="547874" y="10801"/>
                    <a:pt x="567260" y="30168"/>
                  </a:cubicBezTo>
                  <a:cubicBezTo>
                    <a:pt x="606030" y="67466"/>
                    <a:pt x="607466" y="129152"/>
                    <a:pt x="571568" y="169319"/>
                  </a:cubicBezTo>
                  <a:lnTo>
                    <a:pt x="426537" y="25864"/>
                  </a:lnTo>
                  <a:cubicBezTo>
                    <a:pt x="446641" y="7932"/>
                    <a:pt x="472129" y="-675"/>
                    <a:pt x="497437" y="42"/>
                  </a:cubicBezTo>
                  <a:close/>
                  <a:moveTo>
                    <a:pt x="100223" y="42"/>
                  </a:moveTo>
                  <a:cubicBezTo>
                    <a:pt x="125532" y="-675"/>
                    <a:pt x="151020" y="7932"/>
                    <a:pt x="171123" y="25864"/>
                  </a:cubicBezTo>
                  <a:lnTo>
                    <a:pt x="24656" y="169319"/>
                  </a:lnTo>
                  <a:cubicBezTo>
                    <a:pt x="-9806" y="129152"/>
                    <a:pt x="-8370" y="67466"/>
                    <a:pt x="30400" y="30168"/>
                  </a:cubicBezTo>
                  <a:cubicBezTo>
                    <a:pt x="49786" y="10801"/>
                    <a:pt x="74915" y="759"/>
                    <a:pt x="100223" y="42"/>
                  </a:cubicBezTo>
                  <a:close/>
                </a:path>
              </a:pathLst>
            </a:custGeom>
            <a:solidFill>
              <a:srgbClr val="9A0001"/>
            </a:solidFill>
            <a:ln w="9525">
              <a:noFill/>
            </a:ln>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sz="975">
                <a:solidFill>
                  <a:schemeClr val="accent1"/>
                </a:solidFill>
                <a:latin typeface="Microsoft YaHei" panose="020B0503020204020204" pitchFamily="34" charset="-122"/>
                <a:ea typeface="Microsoft YaHei" panose="020B0503020204020204" pitchFamily="34" charset="-122"/>
                <a:cs typeface="+mn-ea"/>
                <a:sym typeface="Arial" panose="020B0604020202020204" pitchFamily="34" charset="0"/>
              </a:endParaRPr>
            </a:p>
          </p:txBody>
        </p:sp>
        <p:sp>
          <p:nvSpPr>
            <p:cNvPr id="21" name="Freeform 37">
              <a:extLst>
                <a:ext uri="{FF2B5EF4-FFF2-40B4-BE49-F238E27FC236}">
                  <a16:creationId xmlns:a16="http://schemas.microsoft.com/office/drawing/2014/main" xmlns="" id="{91AB8BF6-D8B9-0E01-6B86-E0BFCDF1FE0D}"/>
                </a:ext>
              </a:extLst>
            </p:cNvPr>
            <p:cNvSpPr/>
            <p:nvPr/>
          </p:nvSpPr>
          <p:spPr>
            <a:xfrm>
              <a:off x="8975186" y="4501143"/>
              <a:ext cx="516958" cy="352384"/>
            </a:xfrm>
            <a:custGeom>
              <a:avLst/>
              <a:gdLst/>
              <a:ahLst/>
              <a:cxnLst>
                <a:cxn ang="0">
                  <a:pos x="307761" y="20558"/>
                </a:cxn>
                <a:cxn ang="0">
                  <a:pos x="191496" y="130203"/>
                </a:cxn>
                <a:cxn ang="0">
                  <a:pos x="191496" y="130203"/>
                </a:cxn>
                <a:cxn ang="0">
                  <a:pos x="191496" y="137056"/>
                </a:cxn>
                <a:cxn ang="0">
                  <a:pos x="191496" y="150761"/>
                </a:cxn>
                <a:cxn ang="0">
                  <a:pos x="116265" y="226142"/>
                </a:cxn>
                <a:cxn ang="0">
                  <a:pos x="41035" y="150761"/>
                </a:cxn>
                <a:cxn ang="0">
                  <a:pos x="116265" y="75381"/>
                </a:cxn>
                <a:cxn ang="0">
                  <a:pos x="116265" y="109645"/>
                </a:cxn>
                <a:cxn ang="0">
                  <a:pos x="198335" y="54822"/>
                </a:cxn>
                <a:cxn ang="0">
                  <a:pos x="116265" y="0"/>
                </a:cxn>
                <a:cxn ang="0">
                  <a:pos x="116265" y="34264"/>
                </a:cxn>
                <a:cxn ang="0">
                  <a:pos x="0" y="150761"/>
                </a:cxn>
                <a:cxn ang="0">
                  <a:pos x="116265" y="267259"/>
                </a:cxn>
                <a:cxn ang="0">
                  <a:pos x="232530" y="157614"/>
                </a:cxn>
                <a:cxn ang="0">
                  <a:pos x="232530" y="157614"/>
                </a:cxn>
                <a:cxn ang="0">
                  <a:pos x="232530" y="150761"/>
                </a:cxn>
                <a:cxn ang="0">
                  <a:pos x="232530" y="137056"/>
                </a:cxn>
                <a:cxn ang="0">
                  <a:pos x="307761" y="61675"/>
                </a:cxn>
                <a:cxn ang="0">
                  <a:pos x="382991" y="137056"/>
                </a:cxn>
                <a:cxn ang="0">
                  <a:pos x="307761" y="212436"/>
                </a:cxn>
                <a:cxn ang="0">
                  <a:pos x="307761" y="178172"/>
                </a:cxn>
                <a:cxn ang="0">
                  <a:pos x="225691" y="232995"/>
                </a:cxn>
                <a:cxn ang="0">
                  <a:pos x="307761" y="287817"/>
                </a:cxn>
                <a:cxn ang="0">
                  <a:pos x="307761" y="253553"/>
                </a:cxn>
                <a:cxn ang="0">
                  <a:pos x="424026" y="137056"/>
                </a:cxn>
                <a:cxn ang="0">
                  <a:pos x="307761" y="20558"/>
                </a:cxn>
              </a:cxnLst>
              <a:rect l="0" t="0" r="0" b="0"/>
              <a:pathLst>
                <a:path w="186" h="126">
                  <a:moveTo>
                    <a:pt x="135" y="9"/>
                  </a:moveTo>
                  <a:cubicBezTo>
                    <a:pt x="108" y="9"/>
                    <a:pt x="86" y="30"/>
                    <a:pt x="84" y="57"/>
                  </a:cubicBezTo>
                  <a:cubicBezTo>
                    <a:pt x="84" y="57"/>
                    <a:pt x="84" y="57"/>
                    <a:pt x="84" y="57"/>
                  </a:cubicBezTo>
                  <a:cubicBezTo>
                    <a:pt x="84" y="60"/>
                    <a:pt x="84" y="60"/>
                    <a:pt x="84" y="60"/>
                  </a:cubicBezTo>
                  <a:cubicBezTo>
                    <a:pt x="84" y="66"/>
                    <a:pt x="84" y="66"/>
                    <a:pt x="84" y="66"/>
                  </a:cubicBezTo>
                  <a:cubicBezTo>
                    <a:pt x="84" y="84"/>
                    <a:pt x="69" y="99"/>
                    <a:pt x="51" y="99"/>
                  </a:cubicBezTo>
                  <a:cubicBezTo>
                    <a:pt x="33" y="99"/>
                    <a:pt x="18" y="84"/>
                    <a:pt x="18" y="66"/>
                  </a:cubicBezTo>
                  <a:cubicBezTo>
                    <a:pt x="18" y="48"/>
                    <a:pt x="33" y="33"/>
                    <a:pt x="51" y="33"/>
                  </a:cubicBezTo>
                  <a:cubicBezTo>
                    <a:pt x="51" y="48"/>
                    <a:pt x="51" y="48"/>
                    <a:pt x="51" y="48"/>
                  </a:cubicBezTo>
                  <a:cubicBezTo>
                    <a:pt x="87" y="24"/>
                    <a:pt x="87" y="24"/>
                    <a:pt x="87" y="24"/>
                  </a:cubicBezTo>
                  <a:cubicBezTo>
                    <a:pt x="51" y="0"/>
                    <a:pt x="51" y="0"/>
                    <a:pt x="51" y="0"/>
                  </a:cubicBezTo>
                  <a:cubicBezTo>
                    <a:pt x="51" y="15"/>
                    <a:pt x="51" y="15"/>
                    <a:pt x="51" y="15"/>
                  </a:cubicBezTo>
                  <a:cubicBezTo>
                    <a:pt x="23" y="15"/>
                    <a:pt x="0" y="38"/>
                    <a:pt x="0" y="66"/>
                  </a:cubicBezTo>
                  <a:cubicBezTo>
                    <a:pt x="0" y="94"/>
                    <a:pt x="23" y="117"/>
                    <a:pt x="51" y="117"/>
                  </a:cubicBezTo>
                  <a:cubicBezTo>
                    <a:pt x="78" y="117"/>
                    <a:pt x="100" y="96"/>
                    <a:pt x="102" y="69"/>
                  </a:cubicBezTo>
                  <a:cubicBezTo>
                    <a:pt x="102" y="69"/>
                    <a:pt x="102" y="69"/>
                    <a:pt x="102" y="69"/>
                  </a:cubicBezTo>
                  <a:cubicBezTo>
                    <a:pt x="102" y="66"/>
                    <a:pt x="102" y="66"/>
                    <a:pt x="102" y="66"/>
                  </a:cubicBezTo>
                  <a:cubicBezTo>
                    <a:pt x="102" y="60"/>
                    <a:pt x="102" y="60"/>
                    <a:pt x="102" y="60"/>
                  </a:cubicBezTo>
                  <a:cubicBezTo>
                    <a:pt x="102" y="42"/>
                    <a:pt x="117" y="27"/>
                    <a:pt x="135" y="27"/>
                  </a:cubicBezTo>
                  <a:cubicBezTo>
                    <a:pt x="153" y="27"/>
                    <a:pt x="168" y="42"/>
                    <a:pt x="168" y="60"/>
                  </a:cubicBezTo>
                  <a:cubicBezTo>
                    <a:pt x="168" y="78"/>
                    <a:pt x="153" y="93"/>
                    <a:pt x="135" y="93"/>
                  </a:cubicBezTo>
                  <a:cubicBezTo>
                    <a:pt x="135" y="78"/>
                    <a:pt x="135" y="78"/>
                    <a:pt x="135" y="78"/>
                  </a:cubicBezTo>
                  <a:cubicBezTo>
                    <a:pt x="99" y="102"/>
                    <a:pt x="99" y="102"/>
                    <a:pt x="99" y="102"/>
                  </a:cubicBezTo>
                  <a:cubicBezTo>
                    <a:pt x="135" y="126"/>
                    <a:pt x="135" y="126"/>
                    <a:pt x="135" y="126"/>
                  </a:cubicBezTo>
                  <a:cubicBezTo>
                    <a:pt x="135" y="111"/>
                    <a:pt x="135" y="111"/>
                    <a:pt x="135" y="111"/>
                  </a:cubicBezTo>
                  <a:cubicBezTo>
                    <a:pt x="163" y="111"/>
                    <a:pt x="186" y="88"/>
                    <a:pt x="186" y="60"/>
                  </a:cubicBezTo>
                  <a:cubicBezTo>
                    <a:pt x="186" y="32"/>
                    <a:pt x="163" y="9"/>
                    <a:pt x="135" y="9"/>
                  </a:cubicBezTo>
                </a:path>
              </a:pathLst>
            </a:custGeom>
            <a:solidFill>
              <a:srgbClr val="9A0001"/>
            </a:solidFill>
            <a:ln w="9525">
              <a:noFill/>
            </a:ln>
          </p:spPr>
          <p:txBody>
            <a:bodyPr/>
            <a:lstStyle/>
            <a:p>
              <a:endParaRPr lang="zh-CN" altLang="en-US" sz="975">
                <a:solidFill>
                  <a:schemeClr val="accent1"/>
                </a:solidFill>
                <a:latin typeface="Microsoft YaHei" panose="020B0503020204020204" pitchFamily="34" charset="-122"/>
                <a:ea typeface="Microsoft YaHei" panose="020B0503020204020204" pitchFamily="34" charset="-122"/>
                <a:cs typeface="+mn-ea"/>
                <a:sym typeface="Arial" panose="020B0604020202020204" pitchFamily="34" charset="0"/>
              </a:endParaRPr>
            </a:p>
          </p:txBody>
        </p:sp>
        <p:sp>
          <p:nvSpPr>
            <p:cNvPr id="25" name="文本框 24">
              <a:extLst>
                <a:ext uri="{FF2B5EF4-FFF2-40B4-BE49-F238E27FC236}">
                  <a16:creationId xmlns:a16="http://schemas.microsoft.com/office/drawing/2014/main" xmlns="" id="{A5A3AE4F-29B8-C971-1B3F-85B1E265E5F9}"/>
                </a:ext>
              </a:extLst>
            </p:cNvPr>
            <p:cNvSpPr txBox="1"/>
            <p:nvPr/>
          </p:nvSpPr>
          <p:spPr>
            <a:xfrm>
              <a:off x="1681648" y="5159057"/>
              <a:ext cx="2525293" cy="724109"/>
            </a:xfrm>
            <a:prstGeom prst="rect">
              <a:avLst/>
            </a:prstGeom>
            <a:noFill/>
          </p:spPr>
          <p:txBody>
            <a:bodyPr wrap="square" rtlCol="0">
              <a:spAutoFit/>
            </a:bodyPr>
            <a:lstStyle/>
            <a:p>
              <a:pPr algn="ctr">
                <a:lnSpc>
                  <a:spcPct val="120000"/>
                </a:lnSpc>
              </a:pPr>
              <a:r>
                <a:rPr lang="zh-CN" altLang="zh-CN" sz="1800" kern="100" dirty="0">
                  <a:effectLst/>
                  <a:latin typeface="Microsoft YaHei" panose="020B0503020204020204" pitchFamily="34" charset="-122"/>
                  <a:ea typeface="Microsoft YaHei" panose="020B0503020204020204" pitchFamily="34" charset="-122"/>
                </a:rPr>
                <a:t>控制内存和外存之间的数据流动方</a:t>
              </a:r>
              <a:r>
                <a:rPr lang="zh-CN" altLang="en-US" sz="1800" kern="100" dirty="0">
                  <a:effectLst/>
                  <a:latin typeface="Microsoft YaHei" panose="020B0503020204020204" pitchFamily="34" charset="-122"/>
                  <a:ea typeface="Microsoft YaHei" panose="020B0503020204020204" pitchFamily="34" charset="-122"/>
                </a:rPr>
                <a:t>法</a:t>
              </a:r>
              <a:endParaRPr lang="zh-CN" altLang="en-US" dirty="0">
                <a:solidFill>
                  <a:schemeClr val="tx1">
                    <a:lumMod val="65000"/>
                    <a:lumOff val="35000"/>
                  </a:schemeClr>
                </a:solidFill>
                <a:latin typeface="Microsoft YaHei" panose="020B0503020204020204" pitchFamily="34" charset="-122"/>
                <a:ea typeface="Microsoft YaHei" panose="020B0503020204020204" pitchFamily="34" charset="-122"/>
                <a:cs typeface="+mn-ea"/>
                <a:sym typeface="Arial" panose="020B0604020202020204" pitchFamily="34" charset="0"/>
              </a:endParaRPr>
            </a:p>
          </p:txBody>
        </p:sp>
        <p:sp>
          <p:nvSpPr>
            <p:cNvPr id="26" name="文本框 25">
              <a:extLst>
                <a:ext uri="{FF2B5EF4-FFF2-40B4-BE49-F238E27FC236}">
                  <a16:creationId xmlns:a16="http://schemas.microsoft.com/office/drawing/2014/main" xmlns="" id="{69FF7EDC-D4DE-4455-99FD-D16B44953122}"/>
                </a:ext>
              </a:extLst>
            </p:cNvPr>
            <p:cNvSpPr txBox="1"/>
            <p:nvPr/>
          </p:nvSpPr>
          <p:spPr>
            <a:xfrm>
              <a:off x="4722391" y="5159057"/>
              <a:ext cx="2525293" cy="396583"/>
            </a:xfrm>
            <a:prstGeom prst="rect">
              <a:avLst/>
            </a:prstGeom>
            <a:noFill/>
          </p:spPr>
          <p:txBody>
            <a:bodyPr wrap="square" rtlCol="0">
              <a:spAutoFit/>
            </a:bodyPr>
            <a:lstStyle/>
            <a:p>
              <a:pPr algn="ctr">
                <a:lnSpc>
                  <a:spcPct val="120000"/>
                </a:lnSpc>
              </a:pPr>
              <a:r>
                <a:rPr lang="zh-CN" altLang="zh-CN" sz="1800" kern="100" dirty="0">
                  <a:effectLst/>
                  <a:latin typeface="Microsoft YaHei" panose="020B0503020204020204" pitchFamily="34" charset="-122"/>
                  <a:ea typeface="Microsoft YaHei" panose="020B0503020204020204" pitchFamily="34" charset="-122"/>
                </a:rPr>
                <a:t>地址变换技术</a:t>
              </a:r>
              <a:endParaRPr lang="zh-CN" altLang="en-US" dirty="0">
                <a:solidFill>
                  <a:schemeClr val="tx1">
                    <a:lumMod val="65000"/>
                    <a:lumOff val="35000"/>
                  </a:schemeClr>
                </a:solidFill>
                <a:latin typeface="Microsoft YaHei" panose="020B0503020204020204" pitchFamily="34" charset="-122"/>
                <a:ea typeface="Microsoft YaHei" panose="020B0503020204020204" pitchFamily="34" charset="-122"/>
                <a:cs typeface="+mn-ea"/>
                <a:sym typeface="Arial" panose="020B0604020202020204" pitchFamily="34" charset="0"/>
              </a:endParaRPr>
            </a:p>
          </p:txBody>
        </p:sp>
        <p:sp>
          <p:nvSpPr>
            <p:cNvPr id="27" name="文本框 26">
              <a:extLst>
                <a:ext uri="{FF2B5EF4-FFF2-40B4-BE49-F238E27FC236}">
                  <a16:creationId xmlns:a16="http://schemas.microsoft.com/office/drawing/2014/main" xmlns="" id="{23C769FD-AABF-012E-0274-80D86C210E04}"/>
                </a:ext>
              </a:extLst>
            </p:cNvPr>
            <p:cNvSpPr txBox="1"/>
            <p:nvPr/>
          </p:nvSpPr>
          <p:spPr>
            <a:xfrm>
              <a:off x="8036308" y="5159057"/>
              <a:ext cx="2715775" cy="396583"/>
            </a:xfrm>
            <a:prstGeom prst="rect">
              <a:avLst/>
            </a:prstGeom>
            <a:noFill/>
          </p:spPr>
          <p:txBody>
            <a:bodyPr wrap="square" rtlCol="0">
              <a:spAutoFit/>
            </a:bodyPr>
            <a:lstStyle/>
            <a:p>
              <a:pPr algn="ctr">
                <a:lnSpc>
                  <a:spcPct val="120000"/>
                </a:lnSpc>
              </a:pPr>
              <a:r>
                <a:rPr lang="zh-CN" altLang="zh-CN" sz="1800" kern="100" dirty="0">
                  <a:effectLst/>
                  <a:latin typeface="Microsoft YaHei" panose="020B0503020204020204" pitchFamily="34" charset="-122"/>
                  <a:ea typeface="Microsoft YaHei" panose="020B0503020204020204" pitchFamily="34" charset="-122"/>
                </a:rPr>
                <a:t>内存数据保护与共享技术</a:t>
              </a:r>
              <a:endParaRPr lang="zh-CN" altLang="en-US" dirty="0">
                <a:solidFill>
                  <a:schemeClr val="tx1">
                    <a:lumMod val="65000"/>
                    <a:lumOff val="35000"/>
                  </a:schemeClr>
                </a:solidFill>
                <a:latin typeface="Microsoft YaHei" panose="020B0503020204020204" pitchFamily="34" charset="-122"/>
                <a:ea typeface="Microsoft YaHei" panose="020B0503020204020204" pitchFamily="34" charset="-122"/>
                <a:cs typeface="+mn-ea"/>
                <a:sym typeface="Arial" panose="020B0604020202020204" pitchFamily="34" charset="0"/>
              </a:endParaRPr>
            </a:p>
          </p:txBody>
        </p:sp>
      </p:grpSp>
      <p:sp>
        <p:nvSpPr>
          <p:cNvPr id="32" name="文本框 31">
            <a:extLst>
              <a:ext uri="{FF2B5EF4-FFF2-40B4-BE49-F238E27FC236}">
                <a16:creationId xmlns:a16="http://schemas.microsoft.com/office/drawing/2014/main" xmlns="" id="{C938703E-56B5-8728-6873-4664CDAD6C0A}"/>
              </a:ext>
            </a:extLst>
          </p:cNvPr>
          <p:cNvSpPr txBox="1"/>
          <p:nvPr/>
        </p:nvSpPr>
        <p:spPr>
          <a:xfrm>
            <a:off x="442913" y="1172659"/>
            <a:ext cx="11025352" cy="1493807"/>
          </a:xfrm>
          <a:prstGeom prst="rect">
            <a:avLst/>
          </a:prstGeom>
          <a:noFill/>
        </p:spPr>
        <p:txBody>
          <a:bodyPr wrap="square">
            <a:spAutoFit/>
          </a:bodyPr>
          <a:lstStyle/>
          <a:p>
            <a:pPr algn="just">
              <a:lnSpc>
                <a:spcPts val="2800"/>
              </a:lnSpc>
            </a:pPr>
            <a:r>
              <a:rPr lang="zh-CN" altLang="zh-CN" b="1" kern="100" dirty="0">
                <a:solidFill>
                  <a:srgbClr val="9A0001"/>
                </a:solidFill>
                <a:effectLst/>
                <a:latin typeface="Microsoft YaHei" panose="020B0503020204020204" pitchFamily="34" charset="-122"/>
                <a:ea typeface="Microsoft YaHei" panose="020B0503020204020204" pitchFamily="34" charset="-122"/>
              </a:rPr>
              <a:t>对内存进行有效的管理，一般把内存分成若干个区域</a:t>
            </a:r>
            <a:endParaRPr lang="en-US" altLang="zh-CN" b="1" kern="100" dirty="0">
              <a:solidFill>
                <a:srgbClr val="9A0001"/>
              </a:solidFill>
              <a:effectLst/>
              <a:latin typeface="Microsoft YaHei" panose="020B0503020204020204" pitchFamily="34" charset="-122"/>
              <a:ea typeface="Microsoft YaHei" panose="020B0503020204020204" pitchFamily="34" charset="-122"/>
            </a:endParaRPr>
          </a:p>
          <a:p>
            <a:pPr marL="285750" indent="-285750" algn="just">
              <a:lnSpc>
                <a:spcPts val="2800"/>
              </a:lnSpc>
              <a:buFont typeface="Arial" panose="020B0604020202020204" pitchFamily="34" charset="0"/>
              <a:buChar char="•"/>
            </a:pPr>
            <a:r>
              <a:rPr lang="zh-CN" altLang="zh-CN" kern="100" dirty="0">
                <a:effectLst/>
                <a:latin typeface="Microsoft YaHei" panose="020B0503020204020204" pitchFamily="34" charset="-122"/>
                <a:ea typeface="Microsoft YaHei" panose="020B0503020204020204" pitchFamily="34" charset="-122"/>
              </a:rPr>
              <a:t>在最简单的单道、单用户系统中，至少也要把它分成两个区域：在一个区域内存放系统软件，如操作系统本身；而另外一个区域则用于安置用户程序</a:t>
            </a:r>
            <a:endParaRPr lang="en-US" altLang="zh-CN" kern="100" dirty="0">
              <a:latin typeface="Microsoft YaHei" panose="020B0503020204020204" pitchFamily="34" charset="-122"/>
              <a:ea typeface="Microsoft YaHei" panose="020B0503020204020204" pitchFamily="34" charset="-122"/>
            </a:endParaRPr>
          </a:p>
          <a:p>
            <a:pPr marL="285750" indent="-285750" algn="just">
              <a:lnSpc>
                <a:spcPts val="2800"/>
              </a:lnSpc>
              <a:buFont typeface="Arial" panose="020B0604020202020204" pitchFamily="34" charset="0"/>
              <a:buChar char="•"/>
            </a:pPr>
            <a:r>
              <a:rPr lang="zh-CN" altLang="zh-CN" kern="100" dirty="0">
                <a:effectLst/>
                <a:latin typeface="Microsoft YaHei" panose="020B0503020204020204" pitchFamily="34" charset="-122"/>
                <a:ea typeface="Microsoft YaHei" panose="020B0503020204020204" pitchFamily="34" charset="-122"/>
              </a:rPr>
              <a:t>在多道、多用户系统中，为了提高系统的利用率，需要将内存划分成更多的区域，以便支持多道程序</a:t>
            </a:r>
            <a:endParaRPr lang="zh-CN" altLang="en-US" dirty="0">
              <a:latin typeface="Microsoft YaHei" panose="020B0503020204020204" pitchFamily="34" charset="-122"/>
              <a:ea typeface="Microsoft YaHei" panose="020B0503020204020204" pitchFamily="34" charset="-122"/>
            </a:endParaRPr>
          </a:p>
        </p:txBody>
      </p:sp>
    </p:spTree>
    <p:extLst>
      <p:ext uri="{BB962C8B-B14F-4D97-AF65-F5344CB8AC3E}">
        <p14:creationId xmlns:p14="http://schemas.microsoft.com/office/powerpoint/2010/main" xmlns="" val="1535019066"/>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p:txBody>
          <a:bodyPr/>
          <a:lstStyle/>
          <a:p>
            <a:r>
              <a:rPr lang="en-US" altLang="zh-CN" dirty="0">
                <a:sym typeface="Arial" panose="020B0604020202020204" pitchFamily="34" charset="0"/>
              </a:rPr>
              <a:t>5.1.2</a:t>
            </a:r>
            <a:r>
              <a:rPr lang="zh-CN" altLang="en-US" dirty="0">
                <a:sym typeface="Arial" panose="020B0604020202020204" pitchFamily="34" charset="0"/>
              </a:rPr>
              <a:t>存储管理的任务</a:t>
            </a:r>
          </a:p>
        </p:txBody>
      </p:sp>
      <p:sp>
        <p:nvSpPr>
          <p:cNvPr id="6" name="文本框 5">
            <a:extLst>
              <a:ext uri="{FF2B5EF4-FFF2-40B4-BE49-F238E27FC236}">
                <a16:creationId xmlns:a16="http://schemas.microsoft.com/office/drawing/2014/main" xmlns="" id="{4A160E09-D479-2550-A6CA-77562C1B70AD}"/>
              </a:ext>
            </a:extLst>
          </p:cNvPr>
          <p:cNvSpPr txBox="1"/>
          <p:nvPr/>
        </p:nvSpPr>
        <p:spPr>
          <a:xfrm>
            <a:off x="714704" y="2080819"/>
            <a:ext cx="7451834" cy="3289170"/>
          </a:xfrm>
          <a:prstGeom prst="rect">
            <a:avLst/>
          </a:prstGeom>
          <a:noFill/>
        </p:spPr>
        <p:txBody>
          <a:bodyPr wrap="square">
            <a:spAutoFit/>
          </a:bodyPr>
          <a:lstStyle/>
          <a:p>
            <a:pPr marL="609600" indent="-342900" algn="just">
              <a:lnSpc>
                <a:spcPts val="2800"/>
              </a:lnSpc>
              <a:buFont typeface="+mj-ea"/>
              <a:buAutoNum type="circleNumDbPlain"/>
            </a:pPr>
            <a:r>
              <a:rPr lang="zh-CN" altLang="zh-CN" kern="100" dirty="0">
                <a:effectLst/>
                <a:latin typeface="Microsoft YaHei" panose="020B0503020204020204" pitchFamily="34" charset="-122"/>
                <a:ea typeface="Microsoft YaHei" panose="020B0503020204020204" pitchFamily="34" charset="-122"/>
              </a:rPr>
              <a:t>充分利用内存，为多道程序并发执行提供存储基础</a:t>
            </a:r>
          </a:p>
          <a:p>
            <a:pPr marL="609600" indent="-342900" algn="just">
              <a:lnSpc>
                <a:spcPts val="2800"/>
              </a:lnSpc>
              <a:buFont typeface="+mj-ea"/>
              <a:buAutoNum type="circleNumDbPlain"/>
            </a:pPr>
            <a:r>
              <a:rPr lang="zh-CN" altLang="zh-CN" kern="100" dirty="0">
                <a:effectLst/>
                <a:latin typeface="Microsoft YaHei" panose="020B0503020204020204" pitchFamily="34" charset="-122"/>
                <a:ea typeface="Microsoft YaHei" panose="020B0503020204020204" pitchFamily="34" charset="-122"/>
              </a:rPr>
              <a:t>尽可能方便用户使用</a:t>
            </a:r>
          </a:p>
          <a:p>
            <a:pPr marL="609600" indent="-342900" algn="just">
              <a:lnSpc>
                <a:spcPts val="2800"/>
              </a:lnSpc>
              <a:buFont typeface="+mj-ea"/>
              <a:buAutoNum type="circleNumDbPlain"/>
            </a:pPr>
            <a:r>
              <a:rPr lang="zh-CN" altLang="zh-CN" kern="100" dirty="0">
                <a:effectLst/>
                <a:latin typeface="Microsoft YaHei" panose="020B0503020204020204" pitchFamily="34" charset="-122"/>
                <a:ea typeface="Microsoft YaHei" panose="020B0503020204020204" pitchFamily="34" charset="-122"/>
              </a:rPr>
              <a:t>系统能够解决程序空间比实际内存空间大的问题</a:t>
            </a:r>
          </a:p>
          <a:p>
            <a:pPr marL="609600" indent="-342900" algn="just">
              <a:lnSpc>
                <a:spcPts val="2800"/>
              </a:lnSpc>
              <a:buFont typeface="+mj-ea"/>
              <a:buAutoNum type="circleNumDbPlain"/>
            </a:pPr>
            <a:r>
              <a:rPr lang="zh-CN" altLang="zh-CN" kern="100" dirty="0">
                <a:effectLst/>
                <a:latin typeface="Microsoft YaHei" panose="020B0503020204020204" pitchFamily="34" charset="-122"/>
                <a:ea typeface="Microsoft YaHei" panose="020B0503020204020204" pitchFamily="34" charset="-122"/>
              </a:rPr>
              <a:t>程序的长度在执行时可以动态伸缩</a:t>
            </a:r>
          </a:p>
          <a:p>
            <a:pPr marL="609600" indent="-342900" algn="just">
              <a:lnSpc>
                <a:spcPts val="2800"/>
              </a:lnSpc>
              <a:buFont typeface="+mj-ea"/>
              <a:buAutoNum type="circleNumDbPlain"/>
            </a:pPr>
            <a:r>
              <a:rPr lang="zh-CN" altLang="zh-CN" kern="100" dirty="0">
                <a:effectLst/>
                <a:latin typeface="Microsoft YaHei" panose="020B0503020204020204" pitchFamily="34" charset="-122"/>
                <a:ea typeface="Microsoft YaHei" panose="020B0503020204020204" pitchFamily="34" charset="-122"/>
              </a:rPr>
              <a:t>内存存取速度快、效率高</a:t>
            </a:r>
          </a:p>
          <a:p>
            <a:pPr marL="609600" indent="-342900" algn="just">
              <a:lnSpc>
                <a:spcPts val="2800"/>
              </a:lnSpc>
              <a:buFont typeface="+mj-ea"/>
              <a:buAutoNum type="circleNumDbPlain"/>
            </a:pPr>
            <a:r>
              <a:rPr lang="zh-CN" altLang="zh-CN" kern="100" dirty="0">
                <a:effectLst/>
                <a:latin typeface="Microsoft YaHei" panose="020B0503020204020204" pitchFamily="34" charset="-122"/>
                <a:ea typeface="Microsoft YaHei" panose="020B0503020204020204" pitchFamily="34" charset="-122"/>
              </a:rPr>
              <a:t>保证系统和用户存储空间的安全，不发生非法操作</a:t>
            </a:r>
          </a:p>
          <a:p>
            <a:pPr marL="609600" indent="-342900" algn="just">
              <a:lnSpc>
                <a:spcPts val="2800"/>
              </a:lnSpc>
              <a:buFont typeface="+mj-ea"/>
              <a:buAutoNum type="circleNumDbPlain"/>
            </a:pPr>
            <a:r>
              <a:rPr lang="zh-CN" altLang="zh-CN" kern="100" dirty="0">
                <a:effectLst/>
                <a:latin typeface="Microsoft YaHei" panose="020B0503020204020204" pitchFamily="34" charset="-122"/>
                <a:ea typeface="Microsoft YaHei" panose="020B0503020204020204" pitchFamily="34" charset="-122"/>
              </a:rPr>
              <a:t>提供资源共享与通信交流通道</a:t>
            </a:r>
          </a:p>
          <a:p>
            <a:pPr marL="609600" indent="-342900" algn="just">
              <a:lnSpc>
                <a:spcPts val="2800"/>
              </a:lnSpc>
              <a:buFont typeface="+mj-ea"/>
              <a:buAutoNum type="circleNumDbPlain"/>
            </a:pPr>
            <a:r>
              <a:rPr lang="zh-CN" altLang="zh-CN" kern="100" dirty="0">
                <a:effectLst/>
                <a:latin typeface="Microsoft YaHei" panose="020B0503020204020204" pitchFamily="34" charset="-122"/>
                <a:ea typeface="Microsoft YaHei" panose="020B0503020204020204" pitchFamily="34" charset="-122"/>
              </a:rPr>
              <a:t>监控关键资源的使用状况</a:t>
            </a:r>
          </a:p>
          <a:p>
            <a:pPr marL="609600" indent="-342900" algn="just">
              <a:lnSpc>
                <a:spcPts val="2800"/>
              </a:lnSpc>
              <a:buFont typeface="+mj-ea"/>
              <a:buAutoNum type="circleNumDbPlain"/>
            </a:pPr>
            <a:r>
              <a:rPr lang="zh-CN" altLang="zh-CN" kern="100" dirty="0">
                <a:effectLst/>
                <a:latin typeface="Microsoft YaHei" panose="020B0503020204020204" pitchFamily="34" charset="-122"/>
                <a:ea typeface="Microsoft YaHei" panose="020B0503020204020204" pitchFamily="34" charset="-122"/>
              </a:rPr>
              <a:t>较高的性价比</a:t>
            </a:r>
            <a:endParaRPr lang="zh-CN" altLang="en-US" dirty="0">
              <a:latin typeface="Microsoft YaHei" panose="020B0503020204020204" pitchFamily="34" charset="-122"/>
              <a:ea typeface="Microsoft YaHei" panose="020B0503020204020204" pitchFamily="34" charset="-122"/>
            </a:endParaRPr>
          </a:p>
        </p:txBody>
      </p:sp>
      <p:sp>
        <p:nvSpPr>
          <p:cNvPr id="9" name="文本框 8">
            <a:extLst>
              <a:ext uri="{FF2B5EF4-FFF2-40B4-BE49-F238E27FC236}">
                <a16:creationId xmlns:a16="http://schemas.microsoft.com/office/drawing/2014/main" xmlns="" id="{53A280B7-AC3B-32FB-A0F1-ADA26EAC7BDE}"/>
              </a:ext>
            </a:extLst>
          </p:cNvPr>
          <p:cNvSpPr txBox="1"/>
          <p:nvPr/>
        </p:nvSpPr>
        <p:spPr>
          <a:xfrm>
            <a:off x="442913" y="1488011"/>
            <a:ext cx="6096000" cy="400110"/>
          </a:xfrm>
          <a:prstGeom prst="rect">
            <a:avLst/>
          </a:prstGeom>
          <a:noFill/>
        </p:spPr>
        <p:txBody>
          <a:bodyPr wrap="square">
            <a:spAutoFit/>
          </a:bodyPr>
          <a:lstStyle/>
          <a:p>
            <a:pPr indent="266700" algn="just"/>
            <a:r>
              <a:rPr lang="zh-CN" altLang="zh-CN" sz="2000" b="1" kern="100" dirty="0">
                <a:solidFill>
                  <a:srgbClr val="9A0001"/>
                </a:solidFill>
                <a:effectLst/>
                <a:latin typeface="Microsoft YaHei" panose="020B0503020204020204" pitchFamily="34" charset="-122"/>
                <a:ea typeface="Microsoft YaHei" panose="020B0503020204020204" pitchFamily="34" charset="-122"/>
              </a:rPr>
              <a:t>内存管理要求满足以下需求</a:t>
            </a:r>
          </a:p>
        </p:txBody>
      </p:sp>
      <p:pic>
        <p:nvPicPr>
          <p:cNvPr id="5122" name="Picture 2">
            <a:extLst>
              <a:ext uri="{FF2B5EF4-FFF2-40B4-BE49-F238E27FC236}">
                <a16:creationId xmlns:a16="http://schemas.microsoft.com/office/drawing/2014/main" xmlns="" id="{7924F7B5-F9A7-E10A-C72B-DF13DE713ED4}"/>
              </a:ext>
            </a:extLst>
          </p:cNvPr>
          <p:cNvPicPr>
            <a:picLocks noChangeAspect="1" noChangeArrowheads="1"/>
          </p:cNvPicPr>
          <p:nvPr/>
        </p:nvPicPr>
        <p:blipFill>
          <a:blip r:embed="rId3">
            <a:extLst>
              <a:ext uri="{28A0092B-C50C-407E-A947-70E740481C1C}">
                <a14:useLocalDpi xmlns:a14="http://schemas.microsoft.com/office/drawing/2010/main" xmlns="" val="0"/>
              </a:ext>
            </a:extLst>
          </a:blip>
          <a:srcRect/>
          <a:stretch>
            <a:fillRect/>
          </a:stretch>
        </p:blipFill>
        <p:spPr bwMode="auto">
          <a:xfrm rot="5400000">
            <a:off x="6815492" y="2805611"/>
            <a:ext cx="5368543" cy="1800000"/>
          </a:xfrm>
          <a:prstGeom prst="rect">
            <a:avLst/>
          </a:prstGeom>
          <a:noFill/>
          <a:extLst>
            <a:ext uri="{909E8E84-426E-40DD-AFC4-6F175D3DCCD1}">
              <a14:hiddenFill xmlns:a14="http://schemas.microsoft.com/office/drawing/2010/main" xmlns="">
                <a:solidFill>
                  <a:srgbClr val="FFFFFF"/>
                </a:solidFill>
              </a14:hiddenFill>
            </a:ext>
          </a:extLst>
        </p:spPr>
      </p:pic>
    </p:spTree>
    <p:extLst>
      <p:ext uri="{BB962C8B-B14F-4D97-AF65-F5344CB8AC3E}">
        <p14:creationId xmlns:p14="http://schemas.microsoft.com/office/powerpoint/2010/main" xmlns="" val="2556190557"/>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p:txBody>
          <a:bodyPr/>
          <a:lstStyle/>
          <a:p>
            <a:r>
              <a:rPr lang="en-US" altLang="zh-CN" dirty="0">
                <a:sym typeface="Arial" panose="020B0604020202020204" pitchFamily="34" charset="0"/>
              </a:rPr>
              <a:t>5.1.2</a:t>
            </a:r>
            <a:r>
              <a:rPr lang="zh-CN" altLang="en-US" dirty="0">
                <a:sym typeface="Arial" panose="020B0604020202020204" pitchFamily="34" charset="0"/>
              </a:rPr>
              <a:t>存储管理的任务 </a:t>
            </a:r>
            <a:r>
              <a:rPr lang="en-US" altLang="zh-CN" dirty="0">
                <a:sym typeface="Arial" panose="020B0604020202020204" pitchFamily="34" charset="0"/>
              </a:rPr>
              <a:t>I</a:t>
            </a:r>
            <a:r>
              <a:rPr lang="zh-CN" altLang="en-US" dirty="0">
                <a:sym typeface="Arial" panose="020B0604020202020204" pitchFamily="34" charset="0"/>
              </a:rPr>
              <a:t> 内存的分配与回收</a:t>
            </a:r>
          </a:p>
        </p:txBody>
      </p:sp>
      <p:pic>
        <p:nvPicPr>
          <p:cNvPr id="2" name="图片 1">
            <a:extLst>
              <a:ext uri="{FF2B5EF4-FFF2-40B4-BE49-F238E27FC236}">
                <a16:creationId xmlns:a16="http://schemas.microsoft.com/office/drawing/2014/main" xmlns="" id="{ACC4BBBE-4CB2-7481-4D45-FD37E386DBDD}"/>
              </a:ext>
            </a:extLst>
          </p:cNvPr>
          <p:cNvPicPr>
            <a:picLocks noChangeAspect="1"/>
          </p:cNvPicPr>
          <p:nvPr/>
        </p:nvPicPr>
        <p:blipFill rotWithShape="1">
          <a:blip r:embed="rId3"/>
          <a:srcRect t="19724" b="27981"/>
          <a:stretch/>
        </p:blipFill>
        <p:spPr>
          <a:xfrm>
            <a:off x="0" y="1020772"/>
            <a:ext cx="12192000" cy="1755649"/>
          </a:xfrm>
          <a:prstGeom prst="rect">
            <a:avLst/>
          </a:prstGeom>
        </p:spPr>
      </p:pic>
      <p:sp>
        <p:nvSpPr>
          <p:cNvPr id="4" name="íşļîḋê">
            <a:extLst>
              <a:ext uri="{FF2B5EF4-FFF2-40B4-BE49-F238E27FC236}">
                <a16:creationId xmlns:a16="http://schemas.microsoft.com/office/drawing/2014/main" xmlns="" id="{3EDBC9E1-0823-FADD-8CAD-4AFE9A7DDB75}"/>
              </a:ext>
            </a:extLst>
          </p:cNvPr>
          <p:cNvSpPr/>
          <p:nvPr/>
        </p:nvSpPr>
        <p:spPr bwMode="auto">
          <a:xfrm>
            <a:off x="5967073" y="1020772"/>
            <a:ext cx="5561075" cy="1747410"/>
          </a:xfrm>
          <a:prstGeom prst="rect">
            <a:avLst/>
          </a:prstGeom>
          <a:solidFill>
            <a:schemeClr val="tx1">
              <a:lumMod val="95000"/>
              <a:lumOff val="5000"/>
              <a:alpha val="80000"/>
            </a:schemeClr>
          </a:solidFill>
          <a:ln>
            <a:noFill/>
          </a:ln>
        </p:spPr>
        <p:txBody>
          <a:bodyPr wrap="square" lIns="90000" tIns="46800" rIns="90000" bIns="46800" rtlCol="0">
            <a:normAutofit/>
          </a:bodyPr>
          <a:lstStyle/>
          <a:p>
            <a:pPr marL="0" marR="0" lvl="0" indent="0" algn="ctr" defTabSz="914400" eaLnBrk="1" fontAlgn="auto" latinLnBrk="0" hangingPunct="1">
              <a:lnSpc>
                <a:spcPct val="120000"/>
              </a:lnSpc>
              <a:spcBef>
                <a:spcPts val="0"/>
              </a:spcBef>
              <a:spcAft>
                <a:spcPts val="0"/>
              </a:spcAft>
              <a:buClrTx/>
              <a:buSzTx/>
              <a:buFontTx/>
              <a:buNone/>
              <a:tabLst/>
              <a:defRPr/>
            </a:pPr>
            <a:endParaRPr kumimoji="0" lang="zh-CN" altLang="en-US" sz="1400" b="0" i="0" u="none" strike="noStrike" kern="0" cap="none" spc="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 name="íṧḷíḓe">
            <a:extLst>
              <a:ext uri="{FF2B5EF4-FFF2-40B4-BE49-F238E27FC236}">
                <a16:creationId xmlns:a16="http://schemas.microsoft.com/office/drawing/2014/main" xmlns="" id="{8DE80CBF-4E64-2AE5-7D7A-D7CDD0F5E847}"/>
              </a:ext>
            </a:extLst>
          </p:cNvPr>
          <p:cNvSpPr txBox="1"/>
          <p:nvPr/>
        </p:nvSpPr>
        <p:spPr>
          <a:xfrm>
            <a:off x="6078710" y="1177816"/>
            <a:ext cx="5314438" cy="1468059"/>
          </a:xfrm>
          <a:prstGeom prst="rect">
            <a:avLst/>
          </a:prstGeom>
          <a:noFill/>
        </p:spPr>
        <p:txBody>
          <a:bodyPr wrap="square" lIns="90000" tIns="46800" rIns="90000" bIns="46800" rtlCol="0" anchor="ctr">
            <a:normAutofit fontScale="92500" lnSpcReduction="20000"/>
          </a:bodyPr>
          <a:lstStyle/>
          <a:p>
            <a:pPr indent="269875" algn="just">
              <a:lnSpc>
                <a:spcPct val="150000"/>
              </a:lnSpc>
            </a:pPr>
            <a:r>
              <a:rPr lang="zh-CN" altLang="zh-CN" kern="100" dirty="0">
                <a:solidFill>
                  <a:schemeClr val="bg1"/>
                </a:solidFill>
                <a:effectLst/>
                <a:latin typeface="Microsoft YaHei" panose="020B0503020204020204" pitchFamily="34" charset="-122"/>
                <a:ea typeface="Microsoft YaHei" panose="020B0503020204020204" pitchFamily="34" charset="-122"/>
              </a:rPr>
              <a:t>一个有效的内存分配机制，应对用户提出的需求予以快速响应，为之分配相应的内存空间；在用户程序不再需要它时及时回收，以供其他用户使用。为此，应该具有以下功能</a:t>
            </a:r>
          </a:p>
        </p:txBody>
      </p:sp>
      <p:sp>
        <p:nvSpPr>
          <p:cNvPr id="6" name="ïṡḷîḑé">
            <a:extLst>
              <a:ext uri="{FF2B5EF4-FFF2-40B4-BE49-F238E27FC236}">
                <a16:creationId xmlns:a16="http://schemas.microsoft.com/office/drawing/2014/main" xmlns="" id="{D8B3344F-2433-35EA-0233-6991366742A2}"/>
              </a:ext>
            </a:extLst>
          </p:cNvPr>
          <p:cNvSpPr/>
          <p:nvPr/>
        </p:nvSpPr>
        <p:spPr bwMode="gray">
          <a:xfrm>
            <a:off x="669925" y="3048893"/>
            <a:ext cx="3400673" cy="838200"/>
          </a:xfrm>
          <a:prstGeom prst="rect">
            <a:avLst/>
          </a:prstGeom>
          <a:solidFill>
            <a:schemeClr val="accent1"/>
          </a:solidFill>
          <a:ln w="9525" cap="flat" cmpd="sng" algn="ctr">
            <a:noFill/>
            <a:prstDash val="solid"/>
            <a:miter lim="800000"/>
          </a:ln>
          <a:effectLst/>
        </p:spPr>
        <p:txBody>
          <a:bodyPr rot="0" spcFirstLastPara="0" vert="horz" wrap="none" lIns="90000" tIns="46800" rIns="90000" bIns="46800" numCol="1" spcCol="0" rtlCol="0" fromWordArt="0" anchor="ctr" anchorCtr="0" forceAA="0" compatLnSpc="1">
            <a:prstTxWarp prst="textNoShape">
              <a:avLst/>
            </a:prstTxWarp>
            <a:normAutofit/>
          </a:bodyPr>
          <a:lstStyle/>
          <a:p>
            <a:pPr marL="0" marR="0" lvl="0" indent="0" algn="ctr" defTabSz="914400" eaLnBrk="1" fontAlgn="auto" latinLnBrk="0" hangingPunct="1">
              <a:lnSpc>
                <a:spcPct val="120000"/>
              </a:lnSpc>
              <a:spcBef>
                <a:spcPts val="0"/>
              </a:spcBef>
              <a:spcAft>
                <a:spcPts val="0"/>
              </a:spcAft>
              <a:buClrTx/>
              <a:buSzTx/>
              <a:buFontTx/>
              <a:buNone/>
              <a:tabLst/>
              <a:defRPr/>
            </a:pPr>
            <a:r>
              <a:rPr lang="zh-CN" altLang="zh-CN" sz="2000" kern="100" dirty="0">
                <a:solidFill>
                  <a:schemeClr val="bg1"/>
                </a:solidFill>
                <a:effectLst/>
                <a:latin typeface="Microsoft YaHei" panose="020B0503020204020204" pitchFamily="34" charset="-122"/>
                <a:ea typeface="Microsoft YaHei" panose="020B0503020204020204" pitchFamily="34" charset="-122"/>
              </a:rPr>
              <a:t>记住每个内存区域的状态</a:t>
            </a:r>
            <a:endParaRPr kumimoji="0" lang="en-US" altLang="zh-CN" sz="2000" b="1" i="0" u="none" strike="noStrike" kern="0" cap="none" spc="0" normalizeH="0" baseline="0" noProof="0" dirty="0">
              <a:ln>
                <a:noFill/>
              </a:ln>
              <a:solidFill>
                <a:schemeClr val="bg1"/>
              </a:solidFill>
              <a:effectLst/>
              <a:uLnTx/>
              <a:uFillTx/>
              <a:latin typeface="Microsoft YaHei" panose="020B0503020204020204" pitchFamily="34" charset="-122"/>
              <a:ea typeface="Microsoft YaHei" panose="020B0503020204020204" pitchFamily="34" charset="-122"/>
              <a:cs typeface="+mn-ea"/>
              <a:sym typeface="Arial" panose="020B0604020202020204" pitchFamily="34" charset="0"/>
            </a:endParaRPr>
          </a:p>
        </p:txBody>
      </p:sp>
      <p:sp>
        <p:nvSpPr>
          <p:cNvPr id="7" name="iṧľíḋê">
            <a:extLst>
              <a:ext uri="{FF2B5EF4-FFF2-40B4-BE49-F238E27FC236}">
                <a16:creationId xmlns:a16="http://schemas.microsoft.com/office/drawing/2014/main" xmlns="" id="{A5854EB7-06AF-375A-58D7-AEE20E6E3E65}"/>
              </a:ext>
            </a:extLst>
          </p:cNvPr>
          <p:cNvSpPr/>
          <p:nvPr/>
        </p:nvSpPr>
        <p:spPr bwMode="gray">
          <a:xfrm>
            <a:off x="669925" y="3963293"/>
            <a:ext cx="3400673" cy="1148618"/>
          </a:xfrm>
          <a:prstGeom prst="rect">
            <a:avLst/>
          </a:prstGeom>
          <a:solidFill>
            <a:sysClr val="window" lastClr="FFFFFF">
              <a:lumMod val="95000"/>
            </a:sysClr>
          </a:solidFill>
          <a:ln w="9525" cap="flat" cmpd="sng" algn="ctr">
            <a:noFill/>
            <a:prstDash val="solid"/>
            <a:miter lim="800000"/>
          </a:ln>
          <a:effectLst/>
        </p:spPr>
        <p:txBody>
          <a:bodyPr rot="0" spcFirstLastPara="0" vert="horz" wrap="square" lIns="180000" tIns="46800" rIns="252000" bIns="46800" numCol="1" spcCol="0" rtlCol="0" fromWordArt="0" anchor="ctr" anchorCtr="0" forceAA="0" compatLnSpc="1">
            <a:prstTxWarp prst="textNoShape">
              <a:avLst/>
            </a:prstTxWarp>
            <a:normAutofit/>
          </a:bodyPr>
          <a:lstStyle/>
          <a:p>
            <a:pPr lvl="0" algn="just">
              <a:lnSpc>
                <a:spcPct val="120000"/>
              </a:lnSpc>
              <a:spcBef>
                <a:spcPct val="0"/>
              </a:spcBef>
              <a:defRPr/>
            </a:pPr>
            <a:r>
              <a:rPr lang="zh-CN" altLang="zh-CN" sz="1600" kern="100" dirty="0">
                <a:effectLst/>
                <a:latin typeface="Microsoft YaHei" panose="020B0503020204020204" pitchFamily="34" charset="-122"/>
                <a:ea typeface="Microsoft YaHei" panose="020B0503020204020204" pitchFamily="34" charset="-122"/>
              </a:rPr>
              <a:t>内存空间哪些是分配了</a:t>
            </a:r>
            <a:endParaRPr lang="en-US" altLang="zh-CN" sz="1600" kern="100" dirty="0">
              <a:effectLst/>
              <a:latin typeface="Microsoft YaHei" panose="020B0503020204020204" pitchFamily="34" charset="-122"/>
              <a:ea typeface="Microsoft YaHei" panose="020B0503020204020204" pitchFamily="34" charset="-122"/>
            </a:endParaRPr>
          </a:p>
          <a:p>
            <a:pPr lvl="0" algn="just">
              <a:lnSpc>
                <a:spcPct val="120000"/>
              </a:lnSpc>
              <a:spcBef>
                <a:spcPct val="0"/>
              </a:spcBef>
              <a:defRPr/>
            </a:pPr>
            <a:r>
              <a:rPr lang="zh-CN" altLang="zh-CN" sz="1600" kern="100" dirty="0">
                <a:effectLst/>
                <a:latin typeface="Microsoft YaHei" panose="020B0503020204020204" pitchFamily="34" charset="-122"/>
                <a:ea typeface="Microsoft YaHei" panose="020B0503020204020204" pitchFamily="34" charset="-122"/>
              </a:rPr>
              <a:t>哪些是空闲的</a:t>
            </a:r>
            <a:endParaRPr lang="zh-CN" altLang="en-US" sz="1600" kern="0" dirty="0">
              <a:solidFill>
                <a:prstClr val="black">
                  <a:lumMod val="65000"/>
                  <a:lumOff val="35000"/>
                </a:prstClr>
              </a:solidFill>
              <a:latin typeface="Microsoft YaHei" panose="020B0503020204020204" pitchFamily="34" charset="-122"/>
              <a:ea typeface="Microsoft YaHei" panose="020B0503020204020204" pitchFamily="34" charset="-122"/>
              <a:cs typeface="+mn-ea"/>
              <a:sym typeface="Arial" panose="020B0604020202020204" pitchFamily="34" charset="0"/>
            </a:endParaRPr>
          </a:p>
        </p:txBody>
      </p:sp>
      <p:sp>
        <p:nvSpPr>
          <p:cNvPr id="9" name="îŝľîḋé">
            <a:extLst>
              <a:ext uri="{FF2B5EF4-FFF2-40B4-BE49-F238E27FC236}">
                <a16:creationId xmlns:a16="http://schemas.microsoft.com/office/drawing/2014/main" xmlns="" id="{F19B29A9-3798-FF6C-5060-D7B04955D1E5}"/>
              </a:ext>
            </a:extLst>
          </p:cNvPr>
          <p:cNvSpPr/>
          <p:nvPr/>
        </p:nvSpPr>
        <p:spPr bwMode="gray">
          <a:xfrm>
            <a:off x="4398700" y="3048893"/>
            <a:ext cx="3400673" cy="838200"/>
          </a:xfrm>
          <a:prstGeom prst="rect">
            <a:avLst/>
          </a:prstGeom>
          <a:solidFill>
            <a:schemeClr val="accent1"/>
          </a:solidFill>
          <a:ln w="9525" cap="flat" cmpd="sng" algn="ctr">
            <a:noFill/>
            <a:prstDash val="solid"/>
            <a:miter lim="800000"/>
          </a:ln>
          <a:effectLst/>
        </p:spPr>
        <p:txBody>
          <a:bodyPr rot="0" spcFirstLastPara="0" vert="horz" wrap="none" lIns="90000" tIns="46800" rIns="90000" bIns="46800" numCol="1" spcCol="0" rtlCol="0" fromWordArt="0" anchor="ctr" anchorCtr="0" forceAA="0" compatLnSpc="1">
            <a:prstTxWarp prst="textNoShape">
              <a:avLst/>
            </a:prstTxWarp>
            <a:normAutofit/>
          </a:bodyPr>
          <a:lstStyle/>
          <a:p>
            <a:pPr marL="0" marR="0" lvl="0" indent="0" algn="ctr" defTabSz="914400" eaLnBrk="1" fontAlgn="auto" latinLnBrk="0" hangingPunct="1">
              <a:lnSpc>
                <a:spcPct val="120000"/>
              </a:lnSpc>
              <a:spcBef>
                <a:spcPts val="0"/>
              </a:spcBef>
              <a:spcAft>
                <a:spcPts val="0"/>
              </a:spcAft>
              <a:buClrTx/>
              <a:buSzTx/>
              <a:buFontTx/>
              <a:buNone/>
              <a:tabLst/>
              <a:defRPr/>
            </a:pPr>
            <a:r>
              <a:rPr lang="zh-CN" altLang="zh-CN" sz="2000" kern="100" dirty="0">
                <a:solidFill>
                  <a:schemeClr val="bg1"/>
                </a:solidFill>
                <a:effectLst/>
                <a:latin typeface="Microsoft YaHei" panose="020B0503020204020204" pitchFamily="34" charset="-122"/>
                <a:ea typeface="Microsoft YaHei" panose="020B0503020204020204" pitchFamily="34" charset="-122"/>
              </a:rPr>
              <a:t>实施分配</a:t>
            </a:r>
            <a:endParaRPr kumimoji="0" lang="en-US" altLang="zh-CN" sz="2000" b="1" i="0" u="none" strike="noStrike" kern="0" cap="none" spc="0" normalizeH="0" baseline="0" noProof="0" dirty="0">
              <a:ln>
                <a:noFill/>
              </a:ln>
              <a:solidFill>
                <a:schemeClr val="bg1"/>
              </a:solidFill>
              <a:effectLst/>
              <a:uLnTx/>
              <a:uFillTx/>
              <a:latin typeface="Microsoft YaHei" panose="020B0503020204020204" pitchFamily="34" charset="-122"/>
              <a:ea typeface="Microsoft YaHei" panose="020B0503020204020204" pitchFamily="34" charset="-122"/>
              <a:cs typeface="+mn-ea"/>
              <a:sym typeface="Arial" panose="020B0604020202020204" pitchFamily="34" charset="0"/>
            </a:endParaRPr>
          </a:p>
        </p:txBody>
      </p:sp>
      <p:sp>
        <p:nvSpPr>
          <p:cNvPr id="10" name="îṧḻíḓé">
            <a:extLst>
              <a:ext uri="{FF2B5EF4-FFF2-40B4-BE49-F238E27FC236}">
                <a16:creationId xmlns:a16="http://schemas.microsoft.com/office/drawing/2014/main" xmlns="" id="{C36D599B-A037-D638-9B83-B152FE754125}"/>
              </a:ext>
            </a:extLst>
          </p:cNvPr>
          <p:cNvSpPr/>
          <p:nvPr/>
        </p:nvSpPr>
        <p:spPr bwMode="gray">
          <a:xfrm>
            <a:off x="4398700" y="3963293"/>
            <a:ext cx="3400673" cy="1148618"/>
          </a:xfrm>
          <a:prstGeom prst="rect">
            <a:avLst/>
          </a:prstGeom>
          <a:solidFill>
            <a:sysClr val="window" lastClr="FFFFFF">
              <a:lumMod val="95000"/>
            </a:sysClr>
          </a:solidFill>
          <a:ln w="9525" cap="flat" cmpd="sng" algn="ctr">
            <a:noFill/>
            <a:prstDash val="solid"/>
            <a:miter lim="800000"/>
          </a:ln>
          <a:effectLst/>
        </p:spPr>
        <p:txBody>
          <a:bodyPr rot="0" spcFirstLastPara="0" vert="horz" wrap="square" lIns="180000" tIns="46800" rIns="252000" bIns="46800" numCol="1" spcCol="0" rtlCol="0" fromWordArt="0" anchor="ctr" anchorCtr="0" forceAA="0" compatLnSpc="1">
            <a:prstTxWarp prst="textNoShape">
              <a:avLst/>
            </a:prstTxWarp>
            <a:normAutofit/>
          </a:bodyPr>
          <a:lstStyle/>
          <a:p>
            <a:pPr lvl="0" algn="just">
              <a:lnSpc>
                <a:spcPct val="120000"/>
              </a:lnSpc>
              <a:spcBef>
                <a:spcPct val="0"/>
              </a:spcBef>
              <a:defRPr/>
            </a:pPr>
            <a:r>
              <a:rPr lang="zh-CN" altLang="zh-CN" sz="1600" kern="100" dirty="0">
                <a:effectLst/>
                <a:latin typeface="Microsoft YaHei" panose="020B0503020204020204" pitchFamily="34" charset="-122"/>
                <a:ea typeface="Microsoft YaHei" panose="020B0503020204020204" pitchFamily="34" charset="-122"/>
              </a:rPr>
              <a:t>当用户提出申请时，按需要进行分配。分配方式有静态分配和动态分配两种</a:t>
            </a:r>
            <a:endParaRPr lang="zh-CN" altLang="en-US" sz="1600" kern="0" dirty="0">
              <a:solidFill>
                <a:prstClr val="black">
                  <a:lumMod val="65000"/>
                  <a:lumOff val="35000"/>
                </a:prstClr>
              </a:solidFill>
              <a:latin typeface="Microsoft YaHei" panose="020B0503020204020204" pitchFamily="34" charset="-122"/>
              <a:ea typeface="Microsoft YaHei" panose="020B0503020204020204" pitchFamily="34" charset="-122"/>
              <a:cs typeface="+mn-ea"/>
              <a:sym typeface="Arial" panose="020B0604020202020204" pitchFamily="34" charset="0"/>
            </a:endParaRPr>
          </a:p>
        </p:txBody>
      </p:sp>
      <p:sp>
        <p:nvSpPr>
          <p:cNvPr id="11" name="ïṥ1ïḑe">
            <a:extLst>
              <a:ext uri="{FF2B5EF4-FFF2-40B4-BE49-F238E27FC236}">
                <a16:creationId xmlns:a16="http://schemas.microsoft.com/office/drawing/2014/main" xmlns="" id="{9185F31B-6F0A-6E7B-418E-C90E104E84D2}"/>
              </a:ext>
            </a:extLst>
          </p:cNvPr>
          <p:cNvSpPr/>
          <p:nvPr/>
        </p:nvSpPr>
        <p:spPr bwMode="gray">
          <a:xfrm>
            <a:off x="8127475" y="3048893"/>
            <a:ext cx="3400673" cy="838200"/>
          </a:xfrm>
          <a:prstGeom prst="rect">
            <a:avLst/>
          </a:prstGeom>
          <a:solidFill>
            <a:schemeClr val="accent1"/>
          </a:solidFill>
          <a:ln w="9525" cap="flat" cmpd="sng" algn="ctr">
            <a:noFill/>
            <a:prstDash val="solid"/>
            <a:miter lim="800000"/>
          </a:ln>
          <a:effectLst/>
        </p:spPr>
        <p:txBody>
          <a:bodyPr rot="0" spcFirstLastPara="0" vert="horz" wrap="none" lIns="90000" tIns="46800" rIns="90000" bIns="46800" numCol="1" spcCol="0" rtlCol="0" fromWordArt="0" anchor="ctr" anchorCtr="0" forceAA="0" compatLnSpc="1">
            <a:prstTxWarp prst="textNoShape">
              <a:avLst/>
            </a:prstTxWarp>
            <a:normAutofit/>
          </a:bodyPr>
          <a:lstStyle/>
          <a:p>
            <a:pPr marL="0" marR="0" lvl="0" indent="0" algn="ctr" defTabSz="914400" eaLnBrk="1" fontAlgn="auto" latinLnBrk="0" hangingPunct="1">
              <a:lnSpc>
                <a:spcPct val="120000"/>
              </a:lnSpc>
              <a:spcBef>
                <a:spcPts val="0"/>
              </a:spcBef>
              <a:spcAft>
                <a:spcPts val="0"/>
              </a:spcAft>
              <a:buClrTx/>
              <a:buSzTx/>
              <a:buFontTx/>
              <a:buNone/>
              <a:tabLst/>
              <a:defRPr/>
            </a:pPr>
            <a:r>
              <a:rPr lang="zh-CN" altLang="zh-CN" sz="2000" kern="100" dirty="0">
                <a:solidFill>
                  <a:schemeClr val="bg1"/>
                </a:solidFill>
                <a:effectLst/>
                <a:latin typeface="Microsoft YaHei" panose="020B0503020204020204" pitchFamily="34" charset="-122"/>
                <a:ea typeface="Microsoft YaHei" panose="020B0503020204020204" pitchFamily="34" charset="-122"/>
              </a:rPr>
              <a:t>回收</a:t>
            </a:r>
            <a:endParaRPr kumimoji="0" lang="en-US" altLang="zh-CN" sz="2000" b="1" i="0" u="none" strike="noStrike" kern="0" cap="none" spc="0" normalizeH="0" baseline="0" noProof="0" dirty="0">
              <a:ln>
                <a:noFill/>
              </a:ln>
              <a:solidFill>
                <a:schemeClr val="bg1"/>
              </a:solidFill>
              <a:effectLst/>
              <a:uLnTx/>
              <a:uFillTx/>
              <a:latin typeface="Microsoft YaHei" panose="020B0503020204020204" pitchFamily="34" charset="-122"/>
              <a:ea typeface="Microsoft YaHei" panose="020B0503020204020204" pitchFamily="34" charset="-122"/>
              <a:cs typeface="+mn-ea"/>
              <a:sym typeface="Arial" panose="020B0604020202020204" pitchFamily="34" charset="0"/>
            </a:endParaRPr>
          </a:p>
        </p:txBody>
      </p:sp>
      <p:sp>
        <p:nvSpPr>
          <p:cNvPr id="12" name="íşľíḋê">
            <a:extLst>
              <a:ext uri="{FF2B5EF4-FFF2-40B4-BE49-F238E27FC236}">
                <a16:creationId xmlns:a16="http://schemas.microsoft.com/office/drawing/2014/main" xmlns="" id="{FF0C7863-840C-2F21-6266-8C68F3AD3D91}"/>
              </a:ext>
            </a:extLst>
          </p:cNvPr>
          <p:cNvSpPr/>
          <p:nvPr/>
        </p:nvSpPr>
        <p:spPr bwMode="gray">
          <a:xfrm>
            <a:off x="8127475" y="3963293"/>
            <a:ext cx="3400673" cy="1148618"/>
          </a:xfrm>
          <a:prstGeom prst="rect">
            <a:avLst/>
          </a:prstGeom>
          <a:solidFill>
            <a:sysClr val="window" lastClr="FFFFFF">
              <a:lumMod val="95000"/>
            </a:sysClr>
          </a:solidFill>
          <a:ln w="9525" cap="flat" cmpd="sng" algn="ctr">
            <a:noFill/>
            <a:prstDash val="solid"/>
            <a:miter lim="800000"/>
          </a:ln>
          <a:effectLst/>
        </p:spPr>
        <p:txBody>
          <a:bodyPr rot="0" spcFirstLastPara="0" vert="horz" wrap="square" lIns="180000" tIns="46800" rIns="252000" bIns="46800" numCol="1" spcCol="0" rtlCol="0" fromWordArt="0" anchor="ctr" anchorCtr="0" forceAA="0" compatLnSpc="1">
            <a:prstTxWarp prst="textNoShape">
              <a:avLst/>
            </a:prstTxWarp>
            <a:normAutofit/>
          </a:bodyPr>
          <a:lstStyle/>
          <a:p>
            <a:pPr indent="269875" algn="just"/>
            <a:r>
              <a:rPr lang="zh-CN" altLang="zh-CN" sz="1600" kern="100" dirty="0">
                <a:effectLst/>
                <a:latin typeface="Microsoft YaHei" panose="020B0503020204020204" pitchFamily="34" charset="-122"/>
                <a:ea typeface="Microsoft YaHei" panose="020B0503020204020204" pitchFamily="34" charset="-122"/>
              </a:rPr>
              <a:t>接受用户释放的区域</a:t>
            </a:r>
          </a:p>
        </p:txBody>
      </p:sp>
      <p:sp>
        <p:nvSpPr>
          <p:cNvPr id="14" name="文本框 13">
            <a:extLst>
              <a:ext uri="{FF2B5EF4-FFF2-40B4-BE49-F238E27FC236}">
                <a16:creationId xmlns:a16="http://schemas.microsoft.com/office/drawing/2014/main" xmlns="" id="{809DCA8A-7F7D-0066-36F8-A5D388EBDC56}"/>
              </a:ext>
            </a:extLst>
          </p:cNvPr>
          <p:cNvSpPr txBox="1"/>
          <p:nvPr/>
        </p:nvSpPr>
        <p:spPr>
          <a:xfrm>
            <a:off x="669925" y="5224897"/>
            <a:ext cx="10858223" cy="1469057"/>
          </a:xfrm>
          <a:prstGeom prst="rect">
            <a:avLst/>
          </a:prstGeom>
          <a:noFill/>
        </p:spPr>
        <p:txBody>
          <a:bodyPr wrap="square">
            <a:spAutoFit/>
          </a:bodyPr>
          <a:lstStyle/>
          <a:p>
            <a:pPr algn="just">
              <a:lnSpc>
                <a:spcPts val="2200"/>
              </a:lnSpc>
            </a:pPr>
            <a:r>
              <a:rPr lang="zh-CN" altLang="zh-CN" sz="1200" kern="100" dirty="0">
                <a:effectLst/>
                <a:latin typeface="Microsoft YaHei" panose="020B0503020204020204" pitchFamily="34" charset="-122"/>
                <a:ea typeface="Microsoft YaHei" panose="020B0503020204020204" pitchFamily="34" charset="-122"/>
              </a:rPr>
              <a:t>在计算机操作系统中，通过引入分配表格（统称为内存分配表）来管理内存，通常采用</a:t>
            </a:r>
            <a:r>
              <a:rPr lang="en-US" altLang="zh-CN" sz="1200" kern="100" dirty="0">
                <a:effectLst/>
                <a:latin typeface="Microsoft YaHei" panose="020B0503020204020204" pitchFamily="34" charset="-122"/>
                <a:ea typeface="Microsoft YaHei" panose="020B0503020204020204" pitchFamily="34" charset="-122"/>
              </a:rPr>
              <a:t>2</a:t>
            </a:r>
            <a:r>
              <a:rPr lang="zh-CN" altLang="zh-CN" sz="1200" kern="100" dirty="0">
                <a:effectLst/>
                <a:latin typeface="Microsoft YaHei" panose="020B0503020204020204" pitchFamily="34" charset="-122"/>
                <a:ea typeface="Microsoft YaHei" panose="020B0503020204020204" pitchFamily="34" charset="-122"/>
              </a:rPr>
              <a:t>种组织方式实现上述功能，包括：</a:t>
            </a:r>
            <a:endParaRPr lang="en-US" altLang="zh-CN" sz="1200" kern="100" dirty="0">
              <a:latin typeface="Microsoft YaHei" panose="020B0503020204020204" pitchFamily="34" charset="-122"/>
              <a:ea typeface="Microsoft YaHei" panose="020B0503020204020204" pitchFamily="34" charset="-122"/>
            </a:endParaRPr>
          </a:p>
          <a:p>
            <a:pPr algn="just">
              <a:lnSpc>
                <a:spcPts val="2200"/>
              </a:lnSpc>
            </a:pPr>
            <a:r>
              <a:rPr lang="zh-CN" altLang="zh-CN" sz="1200" b="1" kern="100" dirty="0">
                <a:solidFill>
                  <a:srgbClr val="C00000"/>
                </a:solidFill>
                <a:effectLst/>
                <a:latin typeface="Microsoft YaHei" panose="020B0503020204020204" pitchFamily="34" charset="-122"/>
                <a:ea typeface="Microsoft YaHei" panose="020B0503020204020204" pitchFamily="34" charset="-122"/>
              </a:rPr>
              <a:t>①位示图表示法：</a:t>
            </a:r>
            <a:r>
              <a:rPr lang="zh-CN" altLang="zh-CN" sz="1200" kern="100" dirty="0">
                <a:effectLst/>
                <a:latin typeface="Microsoft YaHei" panose="020B0503020204020204" pitchFamily="34" charset="-122"/>
                <a:ea typeface="Microsoft YaHei" panose="020B0503020204020204" pitchFamily="34" charset="-122"/>
              </a:rPr>
              <a:t>将内存按序划分为固定大小的区域，称为内存块，用一位（</a:t>
            </a:r>
            <a:r>
              <a:rPr lang="en-US" altLang="zh-CN" sz="1200" kern="100" dirty="0">
                <a:effectLst/>
                <a:latin typeface="Microsoft YaHei" panose="020B0503020204020204" pitchFamily="34" charset="-122"/>
                <a:ea typeface="Microsoft YaHei" panose="020B0503020204020204" pitchFamily="34" charset="-122"/>
              </a:rPr>
              <a:t>Bit</a:t>
            </a:r>
            <a:r>
              <a:rPr lang="zh-CN" altLang="zh-CN" sz="1200" kern="100" dirty="0">
                <a:effectLst/>
                <a:latin typeface="Microsoft YaHei" panose="020B0503020204020204" pitchFamily="34" charset="-122"/>
                <a:ea typeface="Microsoft YaHei" panose="020B0503020204020204" pitchFamily="34" charset="-122"/>
              </a:rPr>
              <a:t>）表示一个内存块的状态（</a:t>
            </a:r>
            <a:r>
              <a:rPr lang="en-US" altLang="zh-CN" sz="1200" kern="100" dirty="0">
                <a:effectLst/>
                <a:latin typeface="Microsoft YaHei" panose="020B0503020204020204" pitchFamily="34" charset="-122"/>
                <a:ea typeface="Microsoft YaHei" panose="020B0503020204020204" pitchFamily="34" charset="-122"/>
              </a:rPr>
              <a:t>0</a:t>
            </a:r>
            <a:r>
              <a:rPr lang="zh-CN" altLang="zh-CN" sz="1200" kern="100" dirty="0">
                <a:effectLst/>
                <a:latin typeface="Microsoft YaHei" panose="020B0503020204020204" pitchFamily="34" charset="-122"/>
                <a:ea typeface="Microsoft YaHei" panose="020B0503020204020204" pitchFamily="34" charset="-122"/>
              </a:rPr>
              <a:t>表示空闲，称为空闲块；</a:t>
            </a:r>
            <a:r>
              <a:rPr lang="en-US" altLang="zh-CN" sz="1200" kern="100" dirty="0">
                <a:effectLst/>
                <a:latin typeface="Microsoft YaHei" panose="020B0503020204020204" pitchFamily="34" charset="-122"/>
                <a:ea typeface="Microsoft YaHei" panose="020B0503020204020204" pitchFamily="34" charset="-122"/>
              </a:rPr>
              <a:t>1</a:t>
            </a:r>
            <a:r>
              <a:rPr lang="zh-CN" altLang="zh-CN" sz="1200" kern="100" dirty="0">
                <a:effectLst/>
                <a:latin typeface="Microsoft YaHei" panose="020B0503020204020204" pitchFamily="34" charset="-122"/>
                <a:ea typeface="Microsoft YaHei" panose="020B0503020204020204" pitchFamily="34" charset="-122"/>
              </a:rPr>
              <a:t>表示占用，称为已用块）</a:t>
            </a:r>
            <a:endParaRPr lang="en-US" altLang="zh-CN" sz="1200" kern="100" dirty="0">
              <a:latin typeface="Microsoft YaHei" panose="020B0503020204020204" pitchFamily="34" charset="-122"/>
              <a:ea typeface="Microsoft YaHei" panose="020B0503020204020204" pitchFamily="34" charset="-122"/>
            </a:endParaRPr>
          </a:p>
          <a:p>
            <a:pPr algn="just">
              <a:lnSpc>
                <a:spcPts val="2200"/>
              </a:lnSpc>
            </a:pPr>
            <a:r>
              <a:rPr lang="zh-CN" altLang="zh-CN" sz="1200" b="1" kern="100" dirty="0">
                <a:solidFill>
                  <a:srgbClr val="C00000"/>
                </a:solidFill>
                <a:effectLst/>
                <a:latin typeface="Microsoft YaHei" panose="020B0503020204020204" pitchFamily="34" charset="-122"/>
                <a:ea typeface="Microsoft YaHei" panose="020B0503020204020204" pitchFamily="34" charset="-122"/>
              </a:rPr>
              <a:t>②链表法：</a:t>
            </a:r>
            <a:r>
              <a:rPr lang="zh-CN" altLang="zh-CN" sz="1200" kern="100" dirty="0">
                <a:effectLst/>
                <a:latin typeface="Microsoft YaHei" panose="020B0503020204020204" pitchFamily="34" charset="-122"/>
                <a:ea typeface="Microsoft YaHei" panose="020B0503020204020204" pitchFamily="34" charset="-122"/>
              </a:rPr>
              <a:t>将已分配的内存空间区域（一个或多个）首地址和长度组成一条记录，并将所有已分配的记录按序组成链表，形成已分配内存链表。将未分配的内存空间区域（一个或多个）首地址和长度组成一条记录，并将所有分配的记录按序组成链表，形成空闲内存链表。分配时，操作系统查找空闲链表；回收时，操作系统</a:t>
            </a:r>
            <a:r>
              <a:rPr lang="zh-CN" altLang="zh-CN" sz="1200" kern="100" dirty="0">
                <a:latin typeface="Microsoft YaHei" panose="020B0503020204020204" pitchFamily="34" charset="-122"/>
                <a:ea typeface="Microsoft YaHei" panose="020B0503020204020204" pitchFamily="34" charset="-122"/>
              </a:rPr>
              <a:t>合并未空闲</a:t>
            </a:r>
            <a:r>
              <a:rPr lang="zh-CN" altLang="zh-CN" sz="1200" kern="100" dirty="0">
                <a:effectLst/>
                <a:latin typeface="Microsoft YaHei" panose="020B0503020204020204" pitchFamily="34" charset="-122"/>
                <a:ea typeface="Microsoft YaHei" panose="020B0503020204020204" pitchFamily="34" charset="-122"/>
              </a:rPr>
              <a:t>链表</a:t>
            </a:r>
          </a:p>
        </p:txBody>
      </p:sp>
    </p:spTree>
    <p:extLst>
      <p:ext uri="{BB962C8B-B14F-4D97-AF65-F5344CB8AC3E}">
        <p14:creationId xmlns:p14="http://schemas.microsoft.com/office/powerpoint/2010/main" xmlns="" val="3546456429"/>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p:txBody>
          <a:bodyPr/>
          <a:lstStyle/>
          <a:p>
            <a:r>
              <a:rPr lang="en-US" altLang="zh-CN" dirty="0">
                <a:sym typeface="Arial" panose="020B0604020202020204" pitchFamily="34" charset="0"/>
              </a:rPr>
              <a:t>5.1.2</a:t>
            </a:r>
            <a:r>
              <a:rPr lang="zh-CN" altLang="en-US" dirty="0">
                <a:sym typeface="Arial" panose="020B0604020202020204" pitchFamily="34" charset="0"/>
              </a:rPr>
              <a:t>存储管理的任务 </a:t>
            </a:r>
            <a:r>
              <a:rPr lang="en-US" altLang="zh-CN" dirty="0">
                <a:sym typeface="Arial" panose="020B0604020202020204" pitchFamily="34" charset="0"/>
              </a:rPr>
              <a:t>I</a:t>
            </a:r>
            <a:r>
              <a:rPr lang="zh-CN" altLang="en-US" dirty="0">
                <a:sym typeface="Arial" panose="020B0604020202020204" pitchFamily="34" charset="0"/>
              </a:rPr>
              <a:t> 内存的分配与回收</a:t>
            </a:r>
          </a:p>
        </p:txBody>
      </p:sp>
      <p:sp>
        <p:nvSpPr>
          <p:cNvPr id="3" name="矩形 2">
            <a:extLst>
              <a:ext uri="{FF2B5EF4-FFF2-40B4-BE49-F238E27FC236}">
                <a16:creationId xmlns:a16="http://schemas.microsoft.com/office/drawing/2014/main" xmlns="" id="{FFEAEED2-E1AA-D7AB-C5A6-A9EC8A08CE03}"/>
              </a:ext>
            </a:extLst>
          </p:cNvPr>
          <p:cNvSpPr/>
          <p:nvPr/>
        </p:nvSpPr>
        <p:spPr>
          <a:xfrm>
            <a:off x="7805115" y="2764186"/>
            <a:ext cx="1164407" cy="377020"/>
          </a:xfrm>
          <a:prstGeom prst="rect">
            <a:avLst/>
          </a:prstGeom>
        </p:spPr>
        <p:txBody>
          <a:bodyPr wrap="none" lIns="68573" tIns="34287" rIns="68573" bIns="34287">
            <a:spAutoFit/>
          </a:bodyPr>
          <a:lstStyle/>
          <a:p>
            <a:pPr algn="r"/>
            <a:r>
              <a:rPr lang="zh-CN" altLang="zh-CN" sz="2000" b="1" kern="100" dirty="0">
                <a:solidFill>
                  <a:srgbClr val="9A0001"/>
                </a:solidFill>
                <a:effectLst/>
                <a:latin typeface="Microsoft YaHei" panose="020B0503020204020204" pitchFamily="34" charset="-122"/>
                <a:ea typeface="Microsoft YaHei" panose="020B0503020204020204" pitchFamily="34" charset="-122"/>
              </a:rPr>
              <a:t>动态分配</a:t>
            </a:r>
            <a:endParaRPr lang="en-US" altLang="zh-CN" sz="2000" b="1" dirty="0">
              <a:solidFill>
                <a:srgbClr val="9A0001"/>
              </a:solidFill>
              <a:latin typeface="Microsoft YaHei" panose="020B0503020204020204" pitchFamily="34" charset="-122"/>
              <a:ea typeface="Microsoft YaHei" panose="020B0503020204020204" pitchFamily="34" charset="-122"/>
              <a:cs typeface="+mn-ea"/>
              <a:sym typeface="Arial" panose="020B0604020202020204" pitchFamily="34" charset="0"/>
            </a:endParaRPr>
          </a:p>
        </p:txBody>
      </p:sp>
      <p:sp>
        <p:nvSpPr>
          <p:cNvPr id="5" name="矩形 4">
            <a:extLst>
              <a:ext uri="{FF2B5EF4-FFF2-40B4-BE49-F238E27FC236}">
                <a16:creationId xmlns:a16="http://schemas.microsoft.com/office/drawing/2014/main" xmlns="" id="{68C58FE3-C692-A90F-E536-06E301F29476}"/>
              </a:ext>
            </a:extLst>
          </p:cNvPr>
          <p:cNvSpPr/>
          <p:nvPr/>
        </p:nvSpPr>
        <p:spPr>
          <a:xfrm>
            <a:off x="2732410" y="1604739"/>
            <a:ext cx="1164407" cy="377020"/>
          </a:xfrm>
          <a:prstGeom prst="rect">
            <a:avLst/>
          </a:prstGeom>
        </p:spPr>
        <p:txBody>
          <a:bodyPr wrap="none" lIns="68573" tIns="34287" rIns="68573" bIns="34287">
            <a:spAutoFit/>
          </a:bodyPr>
          <a:lstStyle/>
          <a:p>
            <a:pPr algn="r"/>
            <a:r>
              <a:rPr lang="zh-CN" altLang="zh-CN" sz="2000" b="1" kern="100" dirty="0">
                <a:solidFill>
                  <a:srgbClr val="9A0001"/>
                </a:solidFill>
                <a:effectLst/>
                <a:latin typeface="Microsoft YaHei" panose="020B0503020204020204" pitchFamily="34" charset="-122"/>
                <a:ea typeface="Microsoft YaHei" panose="020B0503020204020204" pitchFamily="34" charset="-122"/>
              </a:rPr>
              <a:t>静态分配</a:t>
            </a:r>
            <a:endParaRPr lang="en-US" altLang="zh-CN" sz="2000" b="1" dirty="0">
              <a:solidFill>
                <a:srgbClr val="9A0001"/>
              </a:solidFill>
              <a:latin typeface="Microsoft YaHei" panose="020B0503020204020204" pitchFamily="34" charset="-122"/>
              <a:ea typeface="Microsoft YaHei" panose="020B0503020204020204" pitchFamily="34" charset="-122"/>
              <a:cs typeface="+mn-ea"/>
              <a:sym typeface="Arial" panose="020B0604020202020204" pitchFamily="34" charset="0"/>
            </a:endParaRPr>
          </a:p>
        </p:txBody>
      </p:sp>
      <p:sp>
        <p:nvSpPr>
          <p:cNvPr id="7" name="等腰三角形 18">
            <a:extLst>
              <a:ext uri="{FF2B5EF4-FFF2-40B4-BE49-F238E27FC236}">
                <a16:creationId xmlns:a16="http://schemas.microsoft.com/office/drawing/2014/main" xmlns="" id="{B34F648C-6BF1-4C86-5261-719DDB4CC127}"/>
              </a:ext>
            </a:extLst>
          </p:cNvPr>
          <p:cNvSpPr>
            <a:spLocks noChangeAspect="1" noChangeArrowheads="1"/>
          </p:cNvSpPr>
          <p:nvPr/>
        </p:nvSpPr>
        <p:spPr bwMode="auto">
          <a:xfrm rot="5400000" flipV="1">
            <a:off x="7284673" y="3449762"/>
            <a:ext cx="238204" cy="205414"/>
          </a:xfrm>
          <a:prstGeom prst="triangle">
            <a:avLst>
              <a:gd name="adj" fmla="val 50000"/>
            </a:avLst>
          </a:prstGeom>
          <a:solidFill>
            <a:srgbClr val="9A0001"/>
          </a:solidFill>
          <a:ln>
            <a:noFill/>
          </a:ln>
        </p:spPr>
        <p:txBody>
          <a:bodyPr lIns="68573" tIns="34287" rIns="68573" bIns="34287" anchor="ctr"/>
          <a:lstStyle>
            <a:lvl1pPr>
              <a:spcBef>
                <a:spcPct val="20000"/>
              </a:spcBef>
              <a:buFont typeface="Arial" charset="0"/>
              <a:buChar char="•"/>
              <a:defRPr sz="3200">
                <a:solidFill>
                  <a:schemeClr val="tx1"/>
                </a:solidFill>
                <a:latin typeface="微软雅黑" pitchFamily="34" charset="-122"/>
                <a:ea typeface="微软雅黑" pitchFamily="34" charset="-122"/>
                <a:sym typeface="Calibri" pitchFamily="34" charset="0"/>
              </a:defRPr>
            </a:lvl1pPr>
            <a:lvl2pPr marL="742950" indent="-285750">
              <a:spcBef>
                <a:spcPct val="20000"/>
              </a:spcBef>
              <a:buFont typeface="Arial" charset="0"/>
              <a:buChar char="–"/>
              <a:defRPr sz="2800">
                <a:solidFill>
                  <a:schemeClr val="tx1"/>
                </a:solidFill>
                <a:latin typeface="微软雅黑" pitchFamily="34" charset="-122"/>
                <a:ea typeface="微软雅黑" pitchFamily="34" charset="-122"/>
                <a:sym typeface="Calibri" pitchFamily="34" charset="0"/>
              </a:defRPr>
            </a:lvl2pPr>
            <a:lvl3pPr marL="1143000" indent="-228600">
              <a:spcBef>
                <a:spcPct val="20000"/>
              </a:spcBef>
              <a:buFont typeface="Arial" charset="0"/>
              <a:buChar char="•"/>
              <a:defRPr sz="2400">
                <a:solidFill>
                  <a:schemeClr val="tx1"/>
                </a:solidFill>
                <a:latin typeface="微软雅黑" pitchFamily="34" charset="-122"/>
                <a:ea typeface="微软雅黑" pitchFamily="34" charset="-122"/>
                <a:sym typeface="Calibri" pitchFamily="34" charset="0"/>
              </a:defRPr>
            </a:lvl3pPr>
            <a:lvl4pPr marL="16002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4pPr>
            <a:lvl5pPr marL="20574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9pPr>
          </a:lstStyle>
          <a:p>
            <a:pPr algn="ctr" eaLnBrk="1" hangingPunct="1">
              <a:spcBef>
                <a:spcPct val="0"/>
              </a:spcBef>
              <a:buFont typeface="Arial" charset="0"/>
              <a:buNone/>
            </a:pPr>
            <a:endParaRPr lang="zh-CN" altLang="zh-CN" sz="1800">
              <a:solidFill>
                <a:schemeClr val="tx1">
                  <a:lumMod val="65000"/>
                  <a:lumOff val="35000"/>
                </a:schemeClr>
              </a:solidFill>
              <a:latin typeface="Microsoft YaHei" panose="020B0503020204020204" pitchFamily="34" charset="-122"/>
              <a:ea typeface="Microsoft YaHei" panose="020B0503020204020204" pitchFamily="34" charset="-122"/>
              <a:cs typeface="+mn-ea"/>
              <a:sym typeface="Arial" panose="020B0604020202020204" pitchFamily="34" charset="0"/>
            </a:endParaRPr>
          </a:p>
        </p:txBody>
      </p:sp>
      <p:sp>
        <p:nvSpPr>
          <p:cNvPr id="9" name="等腰三角形 18">
            <a:extLst>
              <a:ext uri="{FF2B5EF4-FFF2-40B4-BE49-F238E27FC236}">
                <a16:creationId xmlns:a16="http://schemas.microsoft.com/office/drawing/2014/main" xmlns="" id="{82D4818B-A4A6-6A6D-9DB3-0A62FCAF98C5}"/>
              </a:ext>
            </a:extLst>
          </p:cNvPr>
          <p:cNvSpPr>
            <a:spLocks noChangeAspect="1" noChangeArrowheads="1"/>
          </p:cNvSpPr>
          <p:nvPr/>
        </p:nvSpPr>
        <p:spPr bwMode="auto">
          <a:xfrm rot="16200000" flipH="1" flipV="1">
            <a:off x="4227771" y="2314260"/>
            <a:ext cx="238204" cy="205414"/>
          </a:xfrm>
          <a:prstGeom prst="triangle">
            <a:avLst>
              <a:gd name="adj" fmla="val 50000"/>
            </a:avLst>
          </a:prstGeom>
          <a:solidFill>
            <a:srgbClr val="9A0001"/>
          </a:solidFill>
          <a:ln>
            <a:noFill/>
          </a:ln>
        </p:spPr>
        <p:txBody>
          <a:bodyPr lIns="68573" tIns="34287" rIns="68573" bIns="34287" anchor="ctr"/>
          <a:lstStyle>
            <a:lvl1pPr>
              <a:spcBef>
                <a:spcPct val="20000"/>
              </a:spcBef>
              <a:buFont typeface="Arial" charset="0"/>
              <a:buChar char="•"/>
              <a:defRPr sz="3200">
                <a:solidFill>
                  <a:schemeClr val="tx1"/>
                </a:solidFill>
                <a:latin typeface="微软雅黑" pitchFamily="34" charset="-122"/>
                <a:ea typeface="微软雅黑" pitchFamily="34" charset="-122"/>
                <a:sym typeface="Calibri" pitchFamily="34" charset="0"/>
              </a:defRPr>
            </a:lvl1pPr>
            <a:lvl2pPr marL="742950" indent="-285750">
              <a:spcBef>
                <a:spcPct val="20000"/>
              </a:spcBef>
              <a:buFont typeface="Arial" charset="0"/>
              <a:buChar char="–"/>
              <a:defRPr sz="2800">
                <a:solidFill>
                  <a:schemeClr val="tx1"/>
                </a:solidFill>
                <a:latin typeface="微软雅黑" pitchFamily="34" charset="-122"/>
                <a:ea typeface="微软雅黑" pitchFamily="34" charset="-122"/>
                <a:sym typeface="Calibri" pitchFamily="34" charset="0"/>
              </a:defRPr>
            </a:lvl2pPr>
            <a:lvl3pPr marL="1143000" indent="-228600">
              <a:spcBef>
                <a:spcPct val="20000"/>
              </a:spcBef>
              <a:buFont typeface="Arial" charset="0"/>
              <a:buChar char="•"/>
              <a:defRPr sz="2400">
                <a:solidFill>
                  <a:schemeClr val="tx1"/>
                </a:solidFill>
                <a:latin typeface="微软雅黑" pitchFamily="34" charset="-122"/>
                <a:ea typeface="微软雅黑" pitchFamily="34" charset="-122"/>
                <a:sym typeface="Calibri" pitchFamily="34" charset="0"/>
              </a:defRPr>
            </a:lvl3pPr>
            <a:lvl4pPr marL="16002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4pPr>
            <a:lvl5pPr marL="20574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9pPr>
          </a:lstStyle>
          <a:p>
            <a:pPr algn="ctr" eaLnBrk="1" hangingPunct="1">
              <a:spcBef>
                <a:spcPct val="0"/>
              </a:spcBef>
              <a:buFont typeface="Arial" charset="0"/>
              <a:buNone/>
            </a:pPr>
            <a:endParaRPr lang="zh-CN" altLang="zh-CN" sz="1800">
              <a:solidFill>
                <a:schemeClr val="tx1">
                  <a:lumMod val="65000"/>
                  <a:lumOff val="35000"/>
                </a:schemeClr>
              </a:solidFill>
              <a:latin typeface="Microsoft YaHei" panose="020B0503020204020204" pitchFamily="34" charset="-122"/>
              <a:ea typeface="Microsoft YaHei" panose="020B0503020204020204" pitchFamily="34" charset="-122"/>
              <a:cs typeface="+mn-ea"/>
              <a:sym typeface="Arial" panose="020B0604020202020204" pitchFamily="34" charset="0"/>
            </a:endParaRPr>
          </a:p>
        </p:txBody>
      </p:sp>
      <p:sp>
        <p:nvSpPr>
          <p:cNvPr id="10" name="矩形 47">
            <a:extLst>
              <a:ext uri="{FF2B5EF4-FFF2-40B4-BE49-F238E27FC236}">
                <a16:creationId xmlns:a16="http://schemas.microsoft.com/office/drawing/2014/main" xmlns="" id="{DAB91663-8FD5-631A-D3FA-CD74B637A7DD}"/>
              </a:ext>
            </a:extLst>
          </p:cNvPr>
          <p:cNvSpPr>
            <a:spLocks noChangeArrowheads="1"/>
          </p:cNvSpPr>
          <p:nvPr/>
        </p:nvSpPr>
        <p:spPr bwMode="auto">
          <a:xfrm>
            <a:off x="630621" y="2069201"/>
            <a:ext cx="3431338" cy="157997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lIns="68573" tIns="34287" rIns="68573" bIns="34287">
            <a:spAutoFit/>
          </a:bodyPr>
          <a:lstStyle>
            <a:lvl1pPr>
              <a:spcBef>
                <a:spcPct val="20000"/>
              </a:spcBef>
              <a:buFont typeface="Arial" charset="0"/>
              <a:buChar char="•"/>
              <a:defRPr sz="3200">
                <a:solidFill>
                  <a:schemeClr val="tx1"/>
                </a:solidFill>
                <a:latin typeface="微软雅黑" pitchFamily="34" charset="-122"/>
                <a:ea typeface="微软雅黑" pitchFamily="34" charset="-122"/>
                <a:sym typeface="Calibri" pitchFamily="34" charset="0"/>
              </a:defRPr>
            </a:lvl1pPr>
            <a:lvl2pPr marL="742950" indent="-285750">
              <a:spcBef>
                <a:spcPct val="20000"/>
              </a:spcBef>
              <a:buFont typeface="Arial" charset="0"/>
              <a:buChar char="–"/>
              <a:defRPr sz="2800">
                <a:solidFill>
                  <a:schemeClr val="tx1"/>
                </a:solidFill>
                <a:latin typeface="微软雅黑" pitchFamily="34" charset="-122"/>
                <a:ea typeface="微软雅黑" pitchFamily="34" charset="-122"/>
                <a:sym typeface="Calibri" pitchFamily="34" charset="0"/>
              </a:defRPr>
            </a:lvl2pPr>
            <a:lvl3pPr marL="1143000" indent="-228600">
              <a:spcBef>
                <a:spcPct val="20000"/>
              </a:spcBef>
              <a:buFont typeface="Arial" charset="0"/>
              <a:buChar char="•"/>
              <a:defRPr sz="2400">
                <a:solidFill>
                  <a:schemeClr val="tx1"/>
                </a:solidFill>
                <a:latin typeface="微软雅黑" pitchFamily="34" charset="-122"/>
                <a:ea typeface="微软雅黑" pitchFamily="34" charset="-122"/>
                <a:sym typeface="Calibri" pitchFamily="34" charset="0"/>
              </a:defRPr>
            </a:lvl3pPr>
            <a:lvl4pPr marL="16002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4pPr>
            <a:lvl5pPr marL="20574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9pPr>
          </a:lstStyle>
          <a:p>
            <a:pPr algn="just">
              <a:lnSpc>
                <a:spcPts val="2400"/>
              </a:lnSpc>
              <a:buNone/>
            </a:pPr>
            <a:r>
              <a:rPr lang="zh-CN" altLang="zh-CN" sz="1600" kern="100" dirty="0">
                <a:effectLst/>
                <a:latin typeface="Microsoft YaHei" panose="020B0503020204020204" pitchFamily="34" charset="-122"/>
                <a:ea typeface="Microsoft YaHei" panose="020B0503020204020204" pitchFamily="34" charset="-122"/>
              </a:rPr>
              <a:t>内存空间是在目标程序模块链接后装入内存时确定并分配的，并且在程序运行过程中不允许再申请或在内存中“搬家”，即分配工作是在程序运行前一次性完成</a:t>
            </a:r>
            <a:endParaRPr lang="en-US" altLang="zh-CN" sz="1600" kern="100" dirty="0">
              <a:effectLst/>
              <a:latin typeface="Microsoft YaHei" panose="020B0503020204020204" pitchFamily="34" charset="-122"/>
              <a:ea typeface="Microsoft YaHei" panose="020B0503020204020204" pitchFamily="34" charset="-122"/>
            </a:endParaRPr>
          </a:p>
        </p:txBody>
      </p:sp>
      <p:sp>
        <p:nvSpPr>
          <p:cNvPr id="13" name="箭头: 环形 26">
            <a:extLst>
              <a:ext uri="{FF2B5EF4-FFF2-40B4-BE49-F238E27FC236}">
                <a16:creationId xmlns:a16="http://schemas.microsoft.com/office/drawing/2014/main" xmlns="" id="{91584D1C-814E-EF50-B2EA-6BA0A0299770}"/>
              </a:ext>
            </a:extLst>
          </p:cNvPr>
          <p:cNvSpPr/>
          <p:nvPr/>
        </p:nvSpPr>
        <p:spPr>
          <a:xfrm rot="16200000" flipH="1">
            <a:off x="4631787" y="1465312"/>
            <a:ext cx="1820126" cy="1820126"/>
          </a:xfrm>
          <a:prstGeom prst="circularArrow">
            <a:avLst>
              <a:gd name="adj1" fmla="val 6289"/>
              <a:gd name="adj2" fmla="val 916834"/>
              <a:gd name="adj3" fmla="val 20200474"/>
              <a:gd name="adj4" fmla="val 7617326"/>
              <a:gd name="adj5" fmla="val 10098"/>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rtlCol="0" anchor="ctr"/>
          <a:lstStyle/>
          <a:p>
            <a:pPr algn="ctr"/>
            <a:endParaRPr lang="zh-CN" altLang="en-US" sz="2400">
              <a:solidFill>
                <a:schemeClr val="tx1">
                  <a:lumMod val="65000"/>
                  <a:lumOff val="35000"/>
                </a:schemeClr>
              </a:solidFill>
              <a:latin typeface="Microsoft YaHei" panose="020B0503020204020204" pitchFamily="34" charset="-122"/>
              <a:ea typeface="Microsoft YaHei" panose="020B0503020204020204" pitchFamily="34" charset="-122"/>
              <a:cs typeface="+mn-ea"/>
              <a:sym typeface="Arial" panose="020B0604020202020204" pitchFamily="34" charset="0"/>
            </a:endParaRPr>
          </a:p>
        </p:txBody>
      </p:sp>
      <p:sp>
        <p:nvSpPr>
          <p:cNvPr id="15" name="book_176227">
            <a:extLst>
              <a:ext uri="{FF2B5EF4-FFF2-40B4-BE49-F238E27FC236}">
                <a16:creationId xmlns:a16="http://schemas.microsoft.com/office/drawing/2014/main" xmlns="" id="{57B2F314-A608-BD00-2A43-CE2719078AC0}"/>
              </a:ext>
            </a:extLst>
          </p:cNvPr>
          <p:cNvSpPr>
            <a:spLocks noChangeAspect="1"/>
          </p:cNvSpPr>
          <p:nvPr/>
        </p:nvSpPr>
        <p:spPr bwMode="auto">
          <a:xfrm>
            <a:off x="5390129" y="2072434"/>
            <a:ext cx="400992" cy="500133"/>
          </a:xfrm>
          <a:custGeom>
            <a:avLst/>
            <a:gdLst>
              <a:gd name="connsiteX0" fmla="*/ 373273 h 605239"/>
              <a:gd name="connsiteY0" fmla="*/ 373273 h 605239"/>
              <a:gd name="connsiteX1" fmla="*/ 373273 h 605239"/>
              <a:gd name="connsiteY1" fmla="*/ 373273 h 605239"/>
              <a:gd name="connsiteX2" fmla="*/ 373273 h 605239"/>
              <a:gd name="connsiteY2" fmla="*/ 373273 h 605239"/>
              <a:gd name="connsiteX3" fmla="*/ 373273 h 605239"/>
              <a:gd name="connsiteY3" fmla="*/ 373273 h 605239"/>
              <a:gd name="connsiteX4" fmla="*/ 373273 h 605239"/>
              <a:gd name="connsiteY4" fmla="*/ 373273 h 605239"/>
              <a:gd name="connsiteX5" fmla="*/ 373273 h 605239"/>
              <a:gd name="connsiteY5" fmla="*/ 373273 h 605239"/>
              <a:gd name="connsiteX6" fmla="*/ 373273 h 605239"/>
              <a:gd name="connsiteY6" fmla="*/ 373273 h 605239"/>
              <a:gd name="connsiteX7" fmla="*/ 373273 h 605239"/>
              <a:gd name="connsiteY7" fmla="*/ 373273 h 605239"/>
              <a:gd name="connsiteX8" fmla="*/ 373273 h 605239"/>
              <a:gd name="connsiteY8" fmla="*/ 373273 h 605239"/>
              <a:gd name="connsiteX9" fmla="*/ 373273 h 605239"/>
              <a:gd name="connsiteY9" fmla="*/ 373273 h 605239"/>
              <a:gd name="connsiteX10" fmla="*/ 373273 h 605239"/>
              <a:gd name="connsiteY10" fmla="*/ 373273 h 605239"/>
              <a:gd name="connsiteX11" fmla="*/ 373273 h 605239"/>
              <a:gd name="connsiteY11" fmla="*/ 373273 h 605239"/>
              <a:gd name="connsiteX12" fmla="*/ 373273 h 605239"/>
              <a:gd name="connsiteY12" fmla="*/ 373273 h 605239"/>
              <a:gd name="connsiteX13" fmla="*/ 373273 h 605239"/>
              <a:gd name="connsiteY13" fmla="*/ 373273 h 605239"/>
              <a:gd name="connsiteX14" fmla="*/ 373273 h 605239"/>
              <a:gd name="connsiteY14" fmla="*/ 373273 h 605239"/>
              <a:gd name="connsiteX15" fmla="*/ 373273 h 605239"/>
              <a:gd name="connsiteY15" fmla="*/ 373273 h 605239"/>
              <a:gd name="connsiteX16" fmla="*/ 373273 h 605239"/>
              <a:gd name="connsiteY16" fmla="*/ 373273 h 605239"/>
              <a:gd name="connsiteX17" fmla="*/ 373273 h 605239"/>
              <a:gd name="connsiteY17" fmla="*/ 373273 h 605239"/>
              <a:gd name="connsiteX18" fmla="*/ 373273 h 605239"/>
              <a:gd name="connsiteY18" fmla="*/ 373273 h 605239"/>
              <a:gd name="connsiteX19" fmla="*/ 373273 h 605239"/>
              <a:gd name="connsiteY19" fmla="*/ 373273 h 605239"/>
              <a:gd name="connsiteX20" fmla="*/ 373273 h 605239"/>
              <a:gd name="connsiteY20" fmla="*/ 373273 h 605239"/>
              <a:gd name="connsiteX21" fmla="*/ 373273 h 605239"/>
              <a:gd name="connsiteY21" fmla="*/ 373273 h 605239"/>
              <a:gd name="connsiteX22" fmla="*/ 373273 h 605239"/>
              <a:gd name="connsiteY22" fmla="*/ 373273 h 605239"/>
              <a:gd name="connsiteX23" fmla="*/ 373273 h 605239"/>
              <a:gd name="connsiteY23" fmla="*/ 373273 h 605239"/>
              <a:gd name="connsiteX24" fmla="*/ 373273 h 605239"/>
              <a:gd name="connsiteY24" fmla="*/ 373273 h 605239"/>
              <a:gd name="connsiteX25" fmla="*/ 373273 h 605239"/>
              <a:gd name="connsiteY25" fmla="*/ 373273 h 605239"/>
              <a:gd name="connsiteX26" fmla="*/ 373273 h 605239"/>
              <a:gd name="connsiteY26" fmla="*/ 373273 h 605239"/>
              <a:gd name="connsiteX27" fmla="*/ 373273 h 605239"/>
              <a:gd name="connsiteY27" fmla="*/ 373273 h 605239"/>
              <a:gd name="connsiteX28" fmla="*/ 373273 h 605239"/>
              <a:gd name="connsiteY28" fmla="*/ 373273 h 605239"/>
              <a:gd name="connsiteX29" fmla="*/ 373273 h 605239"/>
              <a:gd name="connsiteY29" fmla="*/ 373273 h 605239"/>
              <a:gd name="connsiteX30" fmla="*/ 373273 h 605239"/>
              <a:gd name="connsiteY30" fmla="*/ 373273 h 605239"/>
              <a:gd name="connsiteX31" fmla="*/ 373273 h 605239"/>
              <a:gd name="connsiteY31" fmla="*/ 373273 h 605239"/>
              <a:gd name="connsiteX32" fmla="*/ 373273 h 605239"/>
              <a:gd name="connsiteY32" fmla="*/ 373273 h 605239"/>
              <a:gd name="connsiteX33" fmla="*/ 373273 h 605239"/>
              <a:gd name="connsiteY33" fmla="*/ 373273 h 605239"/>
              <a:gd name="connsiteX34" fmla="*/ 373273 h 605239"/>
              <a:gd name="connsiteY34" fmla="*/ 373273 h 605239"/>
              <a:gd name="connsiteX35" fmla="*/ 373273 h 605239"/>
              <a:gd name="connsiteY35" fmla="*/ 373273 h 605239"/>
              <a:gd name="connsiteX36" fmla="*/ 373273 h 605239"/>
              <a:gd name="connsiteY36" fmla="*/ 373273 h 605239"/>
              <a:gd name="connsiteX37" fmla="*/ 373273 h 605239"/>
              <a:gd name="connsiteY37" fmla="*/ 373273 h 605239"/>
              <a:gd name="connsiteX38" fmla="*/ 373273 h 605239"/>
              <a:gd name="connsiteY38" fmla="*/ 373273 h 605239"/>
              <a:gd name="connsiteX39" fmla="*/ 373273 h 605239"/>
              <a:gd name="connsiteY39" fmla="*/ 373273 h 605239"/>
              <a:gd name="connsiteX40" fmla="*/ 373273 h 605239"/>
              <a:gd name="connsiteY40" fmla="*/ 373273 h 605239"/>
              <a:gd name="connsiteX41" fmla="*/ 373273 h 605239"/>
              <a:gd name="connsiteY41" fmla="*/ 373273 h 605239"/>
              <a:gd name="connsiteX42" fmla="*/ 373273 h 605239"/>
              <a:gd name="connsiteY42" fmla="*/ 373273 h 605239"/>
              <a:gd name="connsiteX43" fmla="*/ 373273 h 605239"/>
              <a:gd name="connsiteY43" fmla="*/ 373273 h 605239"/>
              <a:gd name="connsiteX44" fmla="*/ 373273 h 605239"/>
              <a:gd name="connsiteY44" fmla="*/ 373273 h 605239"/>
              <a:gd name="connsiteX45" fmla="*/ 373273 h 605239"/>
              <a:gd name="connsiteY45" fmla="*/ 373273 h 605239"/>
              <a:gd name="connsiteX46" fmla="*/ 373273 h 605239"/>
              <a:gd name="connsiteY46" fmla="*/ 373273 h 605239"/>
              <a:gd name="connsiteX47" fmla="*/ 373273 h 605239"/>
              <a:gd name="connsiteY47" fmla="*/ 373273 h 605239"/>
              <a:gd name="connsiteX48" fmla="*/ 373273 h 605239"/>
              <a:gd name="connsiteY48" fmla="*/ 373273 h 605239"/>
              <a:gd name="connsiteX49" fmla="*/ 373273 h 605239"/>
              <a:gd name="connsiteY49" fmla="*/ 373273 h 605239"/>
              <a:gd name="connsiteX50" fmla="*/ 373273 h 605239"/>
              <a:gd name="connsiteY50" fmla="*/ 373273 h 605239"/>
              <a:gd name="connsiteX51" fmla="*/ 373273 h 605239"/>
              <a:gd name="connsiteY51" fmla="*/ 373273 h 605239"/>
              <a:gd name="connsiteX52" fmla="*/ 373273 h 605239"/>
              <a:gd name="connsiteY52" fmla="*/ 373273 h 605239"/>
              <a:gd name="connsiteX53" fmla="*/ 373273 h 605239"/>
              <a:gd name="connsiteY53" fmla="*/ 373273 h 605239"/>
              <a:gd name="connsiteX54" fmla="*/ 373273 h 605239"/>
              <a:gd name="connsiteY54" fmla="*/ 373273 h 605239"/>
              <a:gd name="connsiteX55" fmla="*/ 373273 h 605239"/>
              <a:gd name="connsiteY55" fmla="*/ 373273 h 605239"/>
              <a:gd name="connsiteX56" fmla="*/ 373273 h 605239"/>
              <a:gd name="connsiteY56" fmla="*/ 373273 h 605239"/>
              <a:gd name="connsiteX57" fmla="*/ 373273 h 605239"/>
              <a:gd name="connsiteY57" fmla="*/ 373273 h 605239"/>
              <a:gd name="connsiteX58" fmla="*/ 373273 h 605239"/>
              <a:gd name="connsiteY58" fmla="*/ 373273 h 605239"/>
              <a:gd name="connsiteX59" fmla="*/ 373273 h 605239"/>
              <a:gd name="connsiteY59" fmla="*/ 373273 h 605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485208" h="605169">
                <a:moveTo>
                  <a:pt x="220235" y="439905"/>
                </a:moveTo>
                <a:cubicBezTo>
                  <a:pt x="238474" y="439905"/>
                  <a:pt x="253260" y="454659"/>
                  <a:pt x="253260" y="472859"/>
                </a:cubicBezTo>
                <a:cubicBezTo>
                  <a:pt x="253260" y="491059"/>
                  <a:pt x="238474" y="505813"/>
                  <a:pt x="220235" y="505813"/>
                </a:cubicBezTo>
                <a:cubicBezTo>
                  <a:pt x="201996" y="505813"/>
                  <a:pt x="187210" y="491059"/>
                  <a:pt x="187210" y="472859"/>
                </a:cubicBezTo>
                <a:cubicBezTo>
                  <a:pt x="187210" y="454659"/>
                  <a:pt x="201996" y="439905"/>
                  <a:pt x="220235" y="439905"/>
                </a:cubicBezTo>
                <a:close/>
                <a:moveTo>
                  <a:pt x="128077" y="340902"/>
                </a:moveTo>
                <a:cubicBezTo>
                  <a:pt x="155943" y="340902"/>
                  <a:pt x="178532" y="363444"/>
                  <a:pt x="178532" y="391251"/>
                </a:cubicBezTo>
                <a:cubicBezTo>
                  <a:pt x="178532" y="419058"/>
                  <a:pt x="155943" y="441600"/>
                  <a:pt x="128077" y="441600"/>
                </a:cubicBezTo>
                <a:cubicBezTo>
                  <a:pt x="100211" y="441600"/>
                  <a:pt x="77622" y="419058"/>
                  <a:pt x="77622" y="391251"/>
                </a:cubicBezTo>
                <a:cubicBezTo>
                  <a:pt x="77622" y="363444"/>
                  <a:pt x="100211" y="340902"/>
                  <a:pt x="128077" y="340902"/>
                </a:cubicBezTo>
                <a:close/>
                <a:moveTo>
                  <a:pt x="45549" y="290563"/>
                </a:moveTo>
                <a:cubicBezTo>
                  <a:pt x="41428" y="290563"/>
                  <a:pt x="39910" y="295545"/>
                  <a:pt x="39910" y="295545"/>
                </a:cubicBezTo>
                <a:cubicBezTo>
                  <a:pt x="31667" y="318396"/>
                  <a:pt x="28848" y="337781"/>
                  <a:pt x="28848" y="362906"/>
                </a:cubicBezTo>
                <a:cubicBezTo>
                  <a:pt x="28848" y="480518"/>
                  <a:pt x="124718" y="576253"/>
                  <a:pt x="242604" y="576253"/>
                </a:cubicBezTo>
                <a:cubicBezTo>
                  <a:pt x="360490" y="576253"/>
                  <a:pt x="456360" y="480518"/>
                  <a:pt x="456360" y="362906"/>
                </a:cubicBezTo>
                <a:cubicBezTo>
                  <a:pt x="456360" y="339081"/>
                  <a:pt x="452348" y="316013"/>
                  <a:pt x="444865" y="294246"/>
                </a:cubicBezTo>
                <a:cubicBezTo>
                  <a:pt x="444431" y="293054"/>
                  <a:pt x="443021" y="290563"/>
                  <a:pt x="437490" y="290563"/>
                </a:cubicBezTo>
                <a:close/>
                <a:moveTo>
                  <a:pt x="150096" y="28807"/>
                </a:moveTo>
                <a:cubicBezTo>
                  <a:pt x="149336" y="28807"/>
                  <a:pt x="148577" y="29024"/>
                  <a:pt x="148577" y="30432"/>
                </a:cubicBezTo>
                <a:lnTo>
                  <a:pt x="148577" y="52091"/>
                </a:lnTo>
                <a:cubicBezTo>
                  <a:pt x="148577" y="53283"/>
                  <a:pt x="150312" y="53283"/>
                  <a:pt x="150421" y="53283"/>
                </a:cubicBezTo>
                <a:lnTo>
                  <a:pt x="189680" y="53283"/>
                </a:lnTo>
                <a:cubicBezTo>
                  <a:pt x="191741" y="53283"/>
                  <a:pt x="192825" y="54582"/>
                  <a:pt x="192825" y="55773"/>
                </a:cubicBezTo>
                <a:lnTo>
                  <a:pt x="192825" y="152592"/>
                </a:lnTo>
                <a:cubicBezTo>
                  <a:pt x="192825" y="155083"/>
                  <a:pt x="190982" y="155516"/>
                  <a:pt x="190982" y="155516"/>
                </a:cubicBezTo>
                <a:lnTo>
                  <a:pt x="182414" y="158115"/>
                </a:lnTo>
                <a:cubicBezTo>
                  <a:pt x="130032" y="173385"/>
                  <a:pt x="86760" y="208149"/>
                  <a:pt x="59756" y="252876"/>
                </a:cubicBezTo>
                <a:cubicBezTo>
                  <a:pt x="58563" y="254825"/>
                  <a:pt x="56720" y="258832"/>
                  <a:pt x="64203" y="258832"/>
                </a:cubicBezTo>
                <a:lnTo>
                  <a:pt x="422524" y="258832"/>
                </a:lnTo>
                <a:cubicBezTo>
                  <a:pt x="427838" y="258832"/>
                  <a:pt x="427187" y="255691"/>
                  <a:pt x="426211" y="254175"/>
                </a:cubicBezTo>
                <a:cubicBezTo>
                  <a:pt x="399207" y="208798"/>
                  <a:pt x="355718" y="173602"/>
                  <a:pt x="302794" y="158115"/>
                </a:cubicBezTo>
                <a:lnTo>
                  <a:pt x="294444" y="155624"/>
                </a:lnTo>
                <a:cubicBezTo>
                  <a:pt x="294444" y="155624"/>
                  <a:pt x="292383" y="155191"/>
                  <a:pt x="292383" y="151725"/>
                </a:cubicBezTo>
                <a:cubicBezTo>
                  <a:pt x="292600" y="137430"/>
                  <a:pt x="292383" y="79274"/>
                  <a:pt x="292383" y="57615"/>
                </a:cubicBezTo>
                <a:cubicBezTo>
                  <a:pt x="292383" y="55015"/>
                  <a:pt x="292708" y="53283"/>
                  <a:pt x="295745" y="53283"/>
                </a:cubicBezTo>
                <a:lnTo>
                  <a:pt x="335980" y="53283"/>
                </a:lnTo>
                <a:cubicBezTo>
                  <a:pt x="336522" y="53283"/>
                  <a:pt x="336631" y="52849"/>
                  <a:pt x="336631" y="52741"/>
                </a:cubicBezTo>
                <a:lnTo>
                  <a:pt x="336631" y="29999"/>
                </a:lnTo>
                <a:cubicBezTo>
                  <a:pt x="336631" y="29349"/>
                  <a:pt x="336522" y="28916"/>
                  <a:pt x="335872" y="28916"/>
                </a:cubicBezTo>
                <a:cubicBezTo>
                  <a:pt x="335872" y="28916"/>
                  <a:pt x="196621" y="28807"/>
                  <a:pt x="150096" y="28807"/>
                </a:cubicBezTo>
                <a:close/>
                <a:moveTo>
                  <a:pt x="148794" y="0"/>
                </a:moveTo>
                <a:lnTo>
                  <a:pt x="336305" y="0"/>
                </a:lnTo>
                <a:cubicBezTo>
                  <a:pt x="352465" y="0"/>
                  <a:pt x="365479" y="13104"/>
                  <a:pt x="365479" y="29132"/>
                </a:cubicBezTo>
                <a:lnTo>
                  <a:pt x="365479" y="52958"/>
                </a:lnTo>
                <a:cubicBezTo>
                  <a:pt x="365479" y="69094"/>
                  <a:pt x="352465" y="82090"/>
                  <a:pt x="336305" y="82090"/>
                </a:cubicBezTo>
                <a:lnTo>
                  <a:pt x="321339" y="82090"/>
                </a:lnTo>
                <a:lnTo>
                  <a:pt x="321339" y="131257"/>
                </a:lnTo>
                <a:cubicBezTo>
                  <a:pt x="321339" y="133640"/>
                  <a:pt x="322749" y="134181"/>
                  <a:pt x="322749" y="134181"/>
                </a:cubicBezTo>
                <a:cubicBezTo>
                  <a:pt x="367865" y="149668"/>
                  <a:pt x="406798" y="178258"/>
                  <a:pt x="435863" y="216379"/>
                </a:cubicBezTo>
                <a:cubicBezTo>
                  <a:pt x="468181" y="258724"/>
                  <a:pt x="485208" y="309407"/>
                  <a:pt x="485208" y="362906"/>
                </a:cubicBezTo>
                <a:cubicBezTo>
                  <a:pt x="485208" y="496438"/>
                  <a:pt x="376432" y="605169"/>
                  <a:pt x="242604" y="605169"/>
                </a:cubicBezTo>
                <a:cubicBezTo>
                  <a:pt x="108776" y="605169"/>
                  <a:pt x="0" y="496438"/>
                  <a:pt x="0" y="362906"/>
                </a:cubicBezTo>
                <a:cubicBezTo>
                  <a:pt x="0" y="309407"/>
                  <a:pt x="17027" y="258724"/>
                  <a:pt x="49345" y="216379"/>
                </a:cubicBezTo>
                <a:cubicBezTo>
                  <a:pt x="78410" y="178258"/>
                  <a:pt x="116584" y="149884"/>
                  <a:pt x="161700" y="134398"/>
                </a:cubicBezTo>
                <a:cubicBezTo>
                  <a:pt x="161700" y="134398"/>
                  <a:pt x="163869" y="133748"/>
                  <a:pt x="163869" y="132232"/>
                </a:cubicBezTo>
                <a:lnTo>
                  <a:pt x="163869" y="82090"/>
                </a:lnTo>
                <a:lnTo>
                  <a:pt x="148794" y="82090"/>
                </a:lnTo>
                <a:cubicBezTo>
                  <a:pt x="132743" y="82090"/>
                  <a:pt x="119729" y="69094"/>
                  <a:pt x="119729" y="52958"/>
                </a:cubicBezTo>
                <a:lnTo>
                  <a:pt x="119729" y="29132"/>
                </a:lnTo>
                <a:cubicBezTo>
                  <a:pt x="119729" y="13104"/>
                  <a:pt x="132743" y="0"/>
                  <a:pt x="148794" y="0"/>
                </a:cubicBezTo>
                <a:close/>
              </a:path>
            </a:pathLst>
          </a:custGeom>
          <a:solidFill>
            <a:srgbClr val="9A0001"/>
          </a:solidFill>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latin typeface="Microsoft YaHei" panose="020B0503020204020204" pitchFamily="34" charset="-122"/>
              <a:ea typeface="Microsoft YaHei" panose="020B0503020204020204" pitchFamily="34" charset="-122"/>
              <a:cs typeface="+mn-ea"/>
              <a:sym typeface="Arial" panose="020B0604020202020204" pitchFamily="34" charset="0"/>
            </a:endParaRPr>
          </a:p>
        </p:txBody>
      </p:sp>
      <p:sp>
        <p:nvSpPr>
          <p:cNvPr id="16" name="book_176227">
            <a:extLst>
              <a:ext uri="{FF2B5EF4-FFF2-40B4-BE49-F238E27FC236}">
                <a16:creationId xmlns:a16="http://schemas.microsoft.com/office/drawing/2014/main" xmlns="" id="{557CBED1-91AD-1988-4A80-50CEB62E4094}"/>
              </a:ext>
            </a:extLst>
          </p:cNvPr>
          <p:cNvSpPr>
            <a:spLocks noChangeAspect="1"/>
          </p:cNvSpPr>
          <p:nvPr/>
        </p:nvSpPr>
        <p:spPr bwMode="auto">
          <a:xfrm>
            <a:off x="5941133" y="3275570"/>
            <a:ext cx="435858" cy="534524"/>
          </a:xfrm>
          <a:custGeom>
            <a:avLst/>
            <a:gdLst>
              <a:gd name="T0" fmla="*/ 3031 w 6644"/>
              <a:gd name="T1" fmla="*/ 409 h 8160"/>
              <a:gd name="T2" fmla="*/ 2618 w 6644"/>
              <a:gd name="T3" fmla="*/ 0 h 8160"/>
              <a:gd name="T4" fmla="*/ 2041 w 6644"/>
              <a:gd name="T5" fmla="*/ 583 h 8160"/>
              <a:gd name="T6" fmla="*/ 1515 w 6644"/>
              <a:gd name="T7" fmla="*/ 936 h 8160"/>
              <a:gd name="T8" fmla="*/ 3730 w 6644"/>
              <a:gd name="T9" fmla="*/ 936 h 8160"/>
              <a:gd name="T10" fmla="*/ 2623 w 6644"/>
              <a:gd name="T11" fmla="*/ 583 h 8160"/>
              <a:gd name="T12" fmla="*/ 2797 w 6644"/>
              <a:gd name="T13" fmla="*/ 408 h 8160"/>
              <a:gd name="T14" fmla="*/ 466 w 6644"/>
              <a:gd name="T15" fmla="*/ 7344 h 8160"/>
              <a:gd name="T16" fmla="*/ 349 w 6644"/>
              <a:gd name="T17" fmla="*/ 816 h 8160"/>
              <a:gd name="T18" fmla="*/ 1861 w 6644"/>
              <a:gd name="T19" fmla="*/ 1515 h 8160"/>
              <a:gd name="T20" fmla="*/ 3952 w 6644"/>
              <a:gd name="T21" fmla="*/ 816 h 8160"/>
              <a:gd name="T22" fmla="*/ 5245 w 6644"/>
              <a:gd name="T23" fmla="*/ 4785 h 8160"/>
              <a:gd name="T24" fmla="*/ 4663 w 6644"/>
              <a:gd name="T25" fmla="*/ 2098 h 8160"/>
              <a:gd name="T26" fmla="*/ 3270 w 6644"/>
              <a:gd name="T27" fmla="*/ 6761 h 8160"/>
              <a:gd name="T28" fmla="*/ 3613 w 6644"/>
              <a:gd name="T29" fmla="*/ 6645 h 8160"/>
              <a:gd name="T30" fmla="*/ 5129 w 6644"/>
              <a:gd name="T31" fmla="*/ 5129 h 8160"/>
              <a:gd name="T32" fmla="*/ 5012 w 6644"/>
              <a:gd name="T33" fmla="*/ 7461 h 8160"/>
              <a:gd name="T34" fmla="*/ 4247 w 6644"/>
              <a:gd name="T35" fmla="*/ 6616 h 8160"/>
              <a:gd name="T36" fmla="*/ 5771 w 6644"/>
              <a:gd name="T37" fmla="*/ 6023 h 8160"/>
              <a:gd name="T38" fmla="*/ 4080 w 6644"/>
              <a:gd name="T39" fmla="*/ 4080 h 8160"/>
              <a:gd name="T40" fmla="*/ 2098 w 6644"/>
              <a:gd name="T41" fmla="*/ 3847 h 8160"/>
              <a:gd name="T42" fmla="*/ 4196 w 6644"/>
              <a:gd name="T43" fmla="*/ 3847 h 8160"/>
              <a:gd name="T44" fmla="*/ 4080 w 6644"/>
              <a:gd name="T45" fmla="*/ 3031 h 8160"/>
              <a:gd name="T46" fmla="*/ 2098 w 6644"/>
              <a:gd name="T47" fmla="*/ 2798 h 8160"/>
              <a:gd name="T48" fmla="*/ 4196 w 6644"/>
              <a:gd name="T49" fmla="*/ 2798 h 8160"/>
              <a:gd name="T50" fmla="*/ 3497 w 6644"/>
              <a:gd name="T51" fmla="*/ 5013 h 8160"/>
              <a:gd name="T52" fmla="*/ 2098 w 6644"/>
              <a:gd name="T53" fmla="*/ 4779 h 8160"/>
              <a:gd name="T54" fmla="*/ 3613 w 6644"/>
              <a:gd name="T55" fmla="*/ 4779 h 8160"/>
              <a:gd name="T56" fmla="*/ 3264 w 6644"/>
              <a:gd name="T57" fmla="*/ 6062 h 8160"/>
              <a:gd name="T58" fmla="*/ 2098 w 6644"/>
              <a:gd name="T59" fmla="*/ 5829 h 8160"/>
              <a:gd name="T60" fmla="*/ 3380 w 6644"/>
              <a:gd name="T61" fmla="*/ 5829 h 8160"/>
              <a:gd name="T62" fmla="*/ 1875 w 6644"/>
              <a:gd name="T63" fmla="*/ 2600 h 8160"/>
              <a:gd name="T64" fmla="*/ 1298 w 6644"/>
              <a:gd name="T65" fmla="*/ 3095 h 8160"/>
              <a:gd name="T66" fmla="*/ 1164 w 6644"/>
              <a:gd name="T67" fmla="*/ 2713 h 8160"/>
              <a:gd name="T68" fmla="*/ 1866 w 6644"/>
              <a:gd name="T69" fmla="*/ 2448 h 8160"/>
              <a:gd name="T70" fmla="*/ 1445 w 6644"/>
              <a:gd name="T71" fmla="*/ 4120 h 8160"/>
              <a:gd name="T72" fmla="*/ 1030 w 6644"/>
              <a:gd name="T73" fmla="*/ 3918 h 8160"/>
              <a:gd name="T74" fmla="*/ 1353 w 6644"/>
              <a:gd name="T75" fmla="*/ 3901 h 8160"/>
              <a:gd name="T76" fmla="*/ 1875 w 6644"/>
              <a:gd name="T77" fmla="*/ 3637 h 8160"/>
              <a:gd name="T78" fmla="*/ 1365 w 6644"/>
              <a:gd name="T79" fmla="*/ 5148 h 8160"/>
              <a:gd name="T80" fmla="*/ 1013 w 6644"/>
              <a:gd name="T81" fmla="*/ 4759 h 8160"/>
              <a:gd name="T82" fmla="*/ 1714 w 6644"/>
              <a:gd name="T83" fmla="*/ 4486 h 8160"/>
              <a:gd name="T84" fmla="*/ 1875 w 6644"/>
              <a:gd name="T85" fmla="*/ 5628 h 8160"/>
              <a:gd name="T86" fmla="*/ 1298 w 6644"/>
              <a:gd name="T87" fmla="*/ 6123 h 8160"/>
              <a:gd name="T88" fmla="*/ 1164 w 6644"/>
              <a:gd name="T89" fmla="*/ 5741 h 8160"/>
              <a:gd name="T90" fmla="*/ 1866 w 6644"/>
              <a:gd name="T91" fmla="*/ 5476 h 8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644" h="8160">
                <a:moveTo>
                  <a:pt x="3384" y="583"/>
                </a:moveTo>
                <a:lnTo>
                  <a:pt x="3204" y="583"/>
                </a:lnTo>
                <a:cubicBezTo>
                  <a:pt x="3108" y="583"/>
                  <a:pt x="3031" y="505"/>
                  <a:pt x="3031" y="409"/>
                </a:cubicBezTo>
                <a:lnTo>
                  <a:pt x="3031" y="403"/>
                </a:lnTo>
                <a:cubicBezTo>
                  <a:pt x="3031" y="181"/>
                  <a:pt x="2850" y="0"/>
                  <a:pt x="2627" y="0"/>
                </a:cubicBezTo>
                <a:lnTo>
                  <a:pt x="2618" y="0"/>
                </a:lnTo>
                <a:cubicBezTo>
                  <a:pt x="2395" y="0"/>
                  <a:pt x="2215" y="181"/>
                  <a:pt x="2215" y="403"/>
                </a:cubicBezTo>
                <a:lnTo>
                  <a:pt x="2215" y="409"/>
                </a:lnTo>
                <a:cubicBezTo>
                  <a:pt x="2215" y="505"/>
                  <a:pt x="2137" y="583"/>
                  <a:pt x="2041" y="583"/>
                </a:cubicBezTo>
                <a:lnTo>
                  <a:pt x="1861" y="583"/>
                </a:lnTo>
                <a:cubicBezTo>
                  <a:pt x="1670" y="583"/>
                  <a:pt x="1515" y="738"/>
                  <a:pt x="1515" y="929"/>
                </a:cubicBezTo>
                <a:lnTo>
                  <a:pt x="1515" y="936"/>
                </a:lnTo>
                <a:cubicBezTo>
                  <a:pt x="1515" y="1127"/>
                  <a:pt x="1670" y="1282"/>
                  <a:pt x="1861" y="1282"/>
                </a:cubicBezTo>
                <a:lnTo>
                  <a:pt x="3384" y="1282"/>
                </a:lnTo>
                <a:cubicBezTo>
                  <a:pt x="3575" y="1282"/>
                  <a:pt x="3730" y="1127"/>
                  <a:pt x="3730" y="936"/>
                </a:cubicBezTo>
                <a:lnTo>
                  <a:pt x="3730" y="929"/>
                </a:lnTo>
                <a:cubicBezTo>
                  <a:pt x="3730" y="738"/>
                  <a:pt x="3575" y="583"/>
                  <a:pt x="3384" y="583"/>
                </a:cubicBezTo>
                <a:close/>
                <a:moveTo>
                  <a:pt x="2623" y="583"/>
                </a:moveTo>
                <a:cubicBezTo>
                  <a:pt x="2526" y="583"/>
                  <a:pt x="2448" y="505"/>
                  <a:pt x="2448" y="408"/>
                </a:cubicBezTo>
                <a:cubicBezTo>
                  <a:pt x="2448" y="311"/>
                  <a:pt x="2526" y="233"/>
                  <a:pt x="2623" y="233"/>
                </a:cubicBezTo>
                <a:cubicBezTo>
                  <a:pt x="2719" y="233"/>
                  <a:pt x="2797" y="311"/>
                  <a:pt x="2797" y="408"/>
                </a:cubicBezTo>
                <a:cubicBezTo>
                  <a:pt x="2797" y="505"/>
                  <a:pt x="2719" y="583"/>
                  <a:pt x="2623" y="583"/>
                </a:cubicBezTo>
                <a:close/>
                <a:moveTo>
                  <a:pt x="3401" y="7344"/>
                </a:moveTo>
                <a:lnTo>
                  <a:pt x="466" y="7344"/>
                </a:lnTo>
                <a:cubicBezTo>
                  <a:pt x="208" y="7344"/>
                  <a:pt x="0" y="7135"/>
                  <a:pt x="0" y="6878"/>
                </a:cubicBezTo>
                <a:lnTo>
                  <a:pt x="0" y="1282"/>
                </a:lnTo>
                <a:cubicBezTo>
                  <a:pt x="0" y="1025"/>
                  <a:pt x="208" y="816"/>
                  <a:pt x="349" y="816"/>
                </a:cubicBezTo>
                <a:lnTo>
                  <a:pt x="1294" y="816"/>
                </a:lnTo>
                <a:cubicBezTo>
                  <a:pt x="1286" y="855"/>
                  <a:pt x="1282" y="895"/>
                  <a:pt x="1282" y="936"/>
                </a:cubicBezTo>
                <a:cubicBezTo>
                  <a:pt x="1282" y="1256"/>
                  <a:pt x="1542" y="1515"/>
                  <a:pt x="1861" y="1515"/>
                </a:cubicBezTo>
                <a:lnTo>
                  <a:pt x="3384" y="1515"/>
                </a:lnTo>
                <a:cubicBezTo>
                  <a:pt x="3703" y="1515"/>
                  <a:pt x="3963" y="1256"/>
                  <a:pt x="3963" y="929"/>
                </a:cubicBezTo>
                <a:cubicBezTo>
                  <a:pt x="3963" y="890"/>
                  <a:pt x="3959" y="853"/>
                  <a:pt x="3952" y="816"/>
                </a:cubicBezTo>
                <a:lnTo>
                  <a:pt x="4663" y="816"/>
                </a:lnTo>
                <a:cubicBezTo>
                  <a:pt x="5037" y="816"/>
                  <a:pt x="5245" y="1025"/>
                  <a:pt x="5245" y="1282"/>
                </a:cubicBezTo>
                <a:lnTo>
                  <a:pt x="5245" y="4785"/>
                </a:lnTo>
                <a:cubicBezTo>
                  <a:pt x="5207" y="4783"/>
                  <a:pt x="5168" y="4779"/>
                  <a:pt x="5129" y="4779"/>
                </a:cubicBezTo>
                <a:cubicBezTo>
                  <a:pt x="4968" y="4779"/>
                  <a:pt x="4812" y="4802"/>
                  <a:pt x="4663" y="4841"/>
                </a:cubicBezTo>
                <a:lnTo>
                  <a:pt x="4663" y="2098"/>
                </a:lnTo>
                <a:lnTo>
                  <a:pt x="583" y="2098"/>
                </a:lnTo>
                <a:lnTo>
                  <a:pt x="583" y="6761"/>
                </a:lnTo>
                <a:lnTo>
                  <a:pt x="3270" y="6761"/>
                </a:lnTo>
                <a:cubicBezTo>
                  <a:pt x="3282" y="6966"/>
                  <a:pt x="3327" y="7162"/>
                  <a:pt x="3401" y="7344"/>
                </a:cubicBezTo>
                <a:close/>
                <a:moveTo>
                  <a:pt x="5129" y="5129"/>
                </a:moveTo>
                <a:cubicBezTo>
                  <a:pt x="4292" y="5129"/>
                  <a:pt x="3613" y="5808"/>
                  <a:pt x="3613" y="6645"/>
                </a:cubicBezTo>
                <a:cubicBezTo>
                  <a:pt x="3613" y="7482"/>
                  <a:pt x="4292" y="8160"/>
                  <a:pt x="5129" y="8160"/>
                </a:cubicBezTo>
                <a:cubicBezTo>
                  <a:pt x="5966" y="8160"/>
                  <a:pt x="6644" y="7482"/>
                  <a:pt x="6644" y="6645"/>
                </a:cubicBezTo>
                <a:cubicBezTo>
                  <a:pt x="6644" y="5808"/>
                  <a:pt x="5966" y="5129"/>
                  <a:pt x="5129" y="5129"/>
                </a:cubicBezTo>
                <a:close/>
                <a:moveTo>
                  <a:pt x="6119" y="6333"/>
                </a:moveTo>
                <a:lnTo>
                  <a:pt x="5187" y="7382"/>
                </a:lnTo>
                <a:cubicBezTo>
                  <a:pt x="5141" y="7434"/>
                  <a:pt x="5077" y="7461"/>
                  <a:pt x="5012" y="7461"/>
                </a:cubicBezTo>
                <a:cubicBezTo>
                  <a:pt x="4961" y="7461"/>
                  <a:pt x="4910" y="7444"/>
                  <a:pt x="4867" y="7409"/>
                </a:cubicBezTo>
                <a:lnTo>
                  <a:pt x="4284" y="6943"/>
                </a:lnTo>
                <a:cubicBezTo>
                  <a:pt x="4183" y="6863"/>
                  <a:pt x="4167" y="6716"/>
                  <a:pt x="4247" y="6616"/>
                </a:cubicBezTo>
                <a:cubicBezTo>
                  <a:pt x="4328" y="6515"/>
                  <a:pt x="4475" y="6499"/>
                  <a:pt x="4575" y="6579"/>
                </a:cubicBezTo>
                <a:lnTo>
                  <a:pt x="4985" y="6907"/>
                </a:lnTo>
                <a:lnTo>
                  <a:pt x="5771" y="6023"/>
                </a:lnTo>
                <a:cubicBezTo>
                  <a:pt x="5856" y="5927"/>
                  <a:pt x="6003" y="5918"/>
                  <a:pt x="6100" y="6004"/>
                </a:cubicBezTo>
                <a:cubicBezTo>
                  <a:pt x="6196" y="6090"/>
                  <a:pt x="6205" y="6237"/>
                  <a:pt x="6119" y="6333"/>
                </a:cubicBezTo>
                <a:close/>
                <a:moveTo>
                  <a:pt x="4080" y="4080"/>
                </a:moveTo>
                <a:lnTo>
                  <a:pt x="2215" y="4080"/>
                </a:lnTo>
                <a:cubicBezTo>
                  <a:pt x="2150" y="4080"/>
                  <a:pt x="2098" y="4028"/>
                  <a:pt x="2098" y="3963"/>
                </a:cubicBezTo>
                <a:lnTo>
                  <a:pt x="2098" y="3847"/>
                </a:lnTo>
                <a:cubicBezTo>
                  <a:pt x="2098" y="3782"/>
                  <a:pt x="2150" y="3730"/>
                  <a:pt x="2215" y="3730"/>
                </a:cubicBezTo>
                <a:lnTo>
                  <a:pt x="4080" y="3730"/>
                </a:lnTo>
                <a:cubicBezTo>
                  <a:pt x="4144" y="3730"/>
                  <a:pt x="4196" y="3782"/>
                  <a:pt x="4196" y="3847"/>
                </a:cubicBezTo>
                <a:lnTo>
                  <a:pt x="4196" y="3963"/>
                </a:lnTo>
                <a:cubicBezTo>
                  <a:pt x="4196" y="4028"/>
                  <a:pt x="4144" y="4080"/>
                  <a:pt x="4080" y="4080"/>
                </a:cubicBezTo>
                <a:close/>
                <a:moveTo>
                  <a:pt x="4080" y="3031"/>
                </a:moveTo>
                <a:lnTo>
                  <a:pt x="2215" y="3031"/>
                </a:lnTo>
                <a:cubicBezTo>
                  <a:pt x="2150" y="3031"/>
                  <a:pt x="2098" y="2979"/>
                  <a:pt x="2098" y="2914"/>
                </a:cubicBezTo>
                <a:lnTo>
                  <a:pt x="2098" y="2798"/>
                </a:lnTo>
                <a:cubicBezTo>
                  <a:pt x="2098" y="2733"/>
                  <a:pt x="2150" y="2681"/>
                  <a:pt x="2215" y="2681"/>
                </a:cubicBezTo>
                <a:lnTo>
                  <a:pt x="4080" y="2681"/>
                </a:lnTo>
                <a:cubicBezTo>
                  <a:pt x="4144" y="2681"/>
                  <a:pt x="4196" y="2733"/>
                  <a:pt x="4196" y="2798"/>
                </a:cubicBezTo>
                <a:lnTo>
                  <a:pt x="4196" y="2914"/>
                </a:lnTo>
                <a:cubicBezTo>
                  <a:pt x="4196" y="2979"/>
                  <a:pt x="4144" y="3031"/>
                  <a:pt x="4080" y="3031"/>
                </a:cubicBezTo>
                <a:close/>
                <a:moveTo>
                  <a:pt x="3497" y="5013"/>
                </a:moveTo>
                <a:lnTo>
                  <a:pt x="2215" y="5013"/>
                </a:lnTo>
                <a:cubicBezTo>
                  <a:pt x="2150" y="5013"/>
                  <a:pt x="2098" y="4960"/>
                  <a:pt x="2098" y="4896"/>
                </a:cubicBezTo>
                <a:lnTo>
                  <a:pt x="2098" y="4779"/>
                </a:lnTo>
                <a:cubicBezTo>
                  <a:pt x="2098" y="4715"/>
                  <a:pt x="2150" y="4663"/>
                  <a:pt x="2215" y="4663"/>
                </a:cubicBezTo>
                <a:lnTo>
                  <a:pt x="3497" y="4663"/>
                </a:lnTo>
                <a:cubicBezTo>
                  <a:pt x="3561" y="4663"/>
                  <a:pt x="3613" y="4715"/>
                  <a:pt x="3613" y="4779"/>
                </a:cubicBezTo>
                <a:lnTo>
                  <a:pt x="3613" y="4896"/>
                </a:lnTo>
                <a:cubicBezTo>
                  <a:pt x="3613" y="4960"/>
                  <a:pt x="3561" y="5013"/>
                  <a:pt x="3497" y="5013"/>
                </a:cubicBezTo>
                <a:close/>
                <a:moveTo>
                  <a:pt x="3264" y="6062"/>
                </a:moveTo>
                <a:lnTo>
                  <a:pt x="2215" y="6062"/>
                </a:lnTo>
                <a:cubicBezTo>
                  <a:pt x="2150" y="6062"/>
                  <a:pt x="2098" y="6010"/>
                  <a:pt x="2098" y="5945"/>
                </a:cubicBezTo>
                <a:lnTo>
                  <a:pt x="2098" y="5829"/>
                </a:lnTo>
                <a:cubicBezTo>
                  <a:pt x="2098" y="5764"/>
                  <a:pt x="2150" y="5712"/>
                  <a:pt x="2215" y="5712"/>
                </a:cubicBezTo>
                <a:lnTo>
                  <a:pt x="3264" y="5712"/>
                </a:lnTo>
                <a:cubicBezTo>
                  <a:pt x="3328" y="5712"/>
                  <a:pt x="3380" y="5764"/>
                  <a:pt x="3380" y="5829"/>
                </a:cubicBezTo>
                <a:lnTo>
                  <a:pt x="3380" y="5945"/>
                </a:lnTo>
                <a:cubicBezTo>
                  <a:pt x="3380" y="6010"/>
                  <a:pt x="3328" y="6062"/>
                  <a:pt x="3264" y="6062"/>
                </a:cubicBezTo>
                <a:close/>
                <a:moveTo>
                  <a:pt x="1875" y="2600"/>
                </a:moveTo>
                <a:lnTo>
                  <a:pt x="1445" y="3083"/>
                </a:lnTo>
                <a:cubicBezTo>
                  <a:pt x="1424" y="3107"/>
                  <a:pt x="1395" y="3119"/>
                  <a:pt x="1365" y="3119"/>
                </a:cubicBezTo>
                <a:cubicBezTo>
                  <a:pt x="1342" y="3119"/>
                  <a:pt x="1318" y="3111"/>
                  <a:pt x="1298" y="3095"/>
                </a:cubicBezTo>
                <a:lnTo>
                  <a:pt x="1030" y="2881"/>
                </a:lnTo>
                <a:cubicBezTo>
                  <a:pt x="984" y="2844"/>
                  <a:pt x="976" y="2776"/>
                  <a:pt x="1013" y="2730"/>
                </a:cubicBezTo>
                <a:cubicBezTo>
                  <a:pt x="1050" y="2683"/>
                  <a:pt x="1118" y="2676"/>
                  <a:pt x="1164" y="2713"/>
                </a:cubicBezTo>
                <a:lnTo>
                  <a:pt x="1353" y="2864"/>
                </a:lnTo>
                <a:lnTo>
                  <a:pt x="1714" y="2457"/>
                </a:lnTo>
                <a:cubicBezTo>
                  <a:pt x="1754" y="2413"/>
                  <a:pt x="1822" y="2409"/>
                  <a:pt x="1866" y="2448"/>
                </a:cubicBezTo>
                <a:cubicBezTo>
                  <a:pt x="1910" y="2488"/>
                  <a:pt x="1914" y="2555"/>
                  <a:pt x="1875" y="2600"/>
                </a:cubicBezTo>
                <a:close/>
                <a:moveTo>
                  <a:pt x="1875" y="3637"/>
                </a:moveTo>
                <a:lnTo>
                  <a:pt x="1445" y="4120"/>
                </a:lnTo>
                <a:cubicBezTo>
                  <a:pt x="1424" y="4144"/>
                  <a:pt x="1395" y="4156"/>
                  <a:pt x="1365" y="4156"/>
                </a:cubicBezTo>
                <a:cubicBezTo>
                  <a:pt x="1342" y="4156"/>
                  <a:pt x="1318" y="4148"/>
                  <a:pt x="1298" y="4132"/>
                </a:cubicBezTo>
                <a:lnTo>
                  <a:pt x="1030" y="3918"/>
                </a:lnTo>
                <a:cubicBezTo>
                  <a:pt x="984" y="3881"/>
                  <a:pt x="976" y="3813"/>
                  <a:pt x="1013" y="3767"/>
                </a:cubicBezTo>
                <a:cubicBezTo>
                  <a:pt x="1050" y="3721"/>
                  <a:pt x="1118" y="3713"/>
                  <a:pt x="1164" y="3750"/>
                </a:cubicBezTo>
                <a:lnTo>
                  <a:pt x="1353" y="3901"/>
                </a:lnTo>
                <a:lnTo>
                  <a:pt x="1714" y="3494"/>
                </a:lnTo>
                <a:cubicBezTo>
                  <a:pt x="1754" y="3450"/>
                  <a:pt x="1822" y="3446"/>
                  <a:pt x="1866" y="3485"/>
                </a:cubicBezTo>
                <a:cubicBezTo>
                  <a:pt x="1910" y="3525"/>
                  <a:pt x="1914" y="3593"/>
                  <a:pt x="1875" y="3637"/>
                </a:cubicBezTo>
                <a:close/>
                <a:moveTo>
                  <a:pt x="1875" y="4629"/>
                </a:moveTo>
                <a:lnTo>
                  <a:pt x="1445" y="5112"/>
                </a:lnTo>
                <a:cubicBezTo>
                  <a:pt x="1424" y="5136"/>
                  <a:pt x="1395" y="5148"/>
                  <a:pt x="1365" y="5148"/>
                </a:cubicBezTo>
                <a:cubicBezTo>
                  <a:pt x="1342" y="5148"/>
                  <a:pt x="1318" y="5140"/>
                  <a:pt x="1298" y="5124"/>
                </a:cubicBezTo>
                <a:lnTo>
                  <a:pt x="1030" y="4910"/>
                </a:lnTo>
                <a:cubicBezTo>
                  <a:pt x="984" y="4873"/>
                  <a:pt x="976" y="4805"/>
                  <a:pt x="1013" y="4759"/>
                </a:cubicBezTo>
                <a:cubicBezTo>
                  <a:pt x="1050" y="4712"/>
                  <a:pt x="1118" y="4705"/>
                  <a:pt x="1164" y="4742"/>
                </a:cubicBezTo>
                <a:lnTo>
                  <a:pt x="1353" y="4893"/>
                </a:lnTo>
                <a:lnTo>
                  <a:pt x="1714" y="4486"/>
                </a:lnTo>
                <a:cubicBezTo>
                  <a:pt x="1754" y="4442"/>
                  <a:pt x="1822" y="4438"/>
                  <a:pt x="1866" y="4477"/>
                </a:cubicBezTo>
                <a:cubicBezTo>
                  <a:pt x="1910" y="4517"/>
                  <a:pt x="1914" y="4584"/>
                  <a:pt x="1875" y="4629"/>
                </a:cubicBezTo>
                <a:close/>
                <a:moveTo>
                  <a:pt x="1875" y="5628"/>
                </a:moveTo>
                <a:lnTo>
                  <a:pt x="1445" y="6111"/>
                </a:lnTo>
                <a:cubicBezTo>
                  <a:pt x="1424" y="6134"/>
                  <a:pt x="1395" y="6147"/>
                  <a:pt x="1365" y="6147"/>
                </a:cubicBezTo>
                <a:cubicBezTo>
                  <a:pt x="1342" y="6147"/>
                  <a:pt x="1318" y="6139"/>
                  <a:pt x="1298" y="6123"/>
                </a:cubicBezTo>
                <a:lnTo>
                  <a:pt x="1030" y="5908"/>
                </a:lnTo>
                <a:cubicBezTo>
                  <a:pt x="984" y="5871"/>
                  <a:pt x="976" y="5804"/>
                  <a:pt x="1013" y="5758"/>
                </a:cubicBezTo>
                <a:cubicBezTo>
                  <a:pt x="1050" y="5711"/>
                  <a:pt x="1118" y="5704"/>
                  <a:pt x="1164" y="5741"/>
                </a:cubicBezTo>
                <a:lnTo>
                  <a:pt x="1353" y="5892"/>
                </a:lnTo>
                <a:lnTo>
                  <a:pt x="1714" y="5485"/>
                </a:lnTo>
                <a:cubicBezTo>
                  <a:pt x="1754" y="5441"/>
                  <a:pt x="1822" y="5437"/>
                  <a:pt x="1866" y="5476"/>
                </a:cubicBezTo>
                <a:cubicBezTo>
                  <a:pt x="1910" y="5515"/>
                  <a:pt x="1914" y="5583"/>
                  <a:pt x="1875" y="5628"/>
                </a:cubicBezTo>
                <a:close/>
              </a:path>
            </a:pathLst>
          </a:custGeom>
          <a:solidFill>
            <a:srgbClr val="9A0001"/>
          </a:solidFill>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latin typeface="Microsoft YaHei" panose="020B0503020204020204" pitchFamily="34" charset="-122"/>
              <a:ea typeface="Microsoft YaHei" panose="020B0503020204020204" pitchFamily="34" charset="-122"/>
              <a:cs typeface="+mn-ea"/>
              <a:sym typeface="Arial" panose="020B0604020202020204" pitchFamily="34" charset="0"/>
            </a:endParaRPr>
          </a:p>
        </p:txBody>
      </p:sp>
      <p:sp>
        <p:nvSpPr>
          <p:cNvPr id="17" name="空心弧 16">
            <a:extLst>
              <a:ext uri="{FF2B5EF4-FFF2-40B4-BE49-F238E27FC236}">
                <a16:creationId xmlns:a16="http://schemas.microsoft.com/office/drawing/2014/main" xmlns="" id="{99A7101C-83FF-6AE9-4B84-E8657160F7B0}"/>
              </a:ext>
            </a:extLst>
          </p:cNvPr>
          <p:cNvSpPr/>
          <p:nvPr/>
        </p:nvSpPr>
        <p:spPr>
          <a:xfrm>
            <a:off x="5346263" y="2778515"/>
            <a:ext cx="1516983" cy="1516983"/>
          </a:xfrm>
          <a:prstGeom prst="blockArc">
            <a:avLst>
              <a:gd name="adj1" fmla="val 12886880"/>
              <a:gd name="adj2" fmla="val 10720422"/>
              <a:gd name="adj3" fmla="val 7811"/>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zh-CN" altLang="en-US" sz="2400">
              <a:solidFill>
                <a:schemeClr val="tx1">
                  <a:lumMod val="65000"/>
                  <a:lumOff val="35000"/>
                </a:schemeClr>
              </a:solidFill>
              <a:latin typeface="Microsoft YaHei" panose="020B0503020204020204" pitchFamily="34" charset="-122"/>
              <a:ea typeface="Microsoft YaHei" panose="020B0503020204020204" pitchFamily="34" charset="-122"/>
              <a:cs typeface="+mn-ea"/>
              <a:sym typeface="Arial" panose="020B0604020202020204" pitchFamily="34" charset="0"/>
            </a:endParaRPr>
          </a:p>
        </p:txBody>
      </p:sp>
      <p:sp>
        <p:nvSpPr>
          <p:cNvPr id="19" name="矩形 47">
            <a:extLst>
              <a:ext uri="{FF2B5EF4-FFF2-40B4-BE49-F238E27FC236}">
                <a16:creationId xmlns:a16="http://schemas.microsoft.com/office/drawing/2014/main" xmlns="" id="{42E5ECBC-4BC1-2BD2-2209-14D56D5060F5}"/>
              </a:ext>
            </a:extLst>
          </p:cNvPr>
          <p:cNvSpPr>
            <a:spLocks noChangeArrowheads="1"/>
          </p:cNvSpPr>
          <p:nvPr/>
        </p:nvSpPr>
        <p:spPr bwMode="auto">
          <a:xfrm>
            <a:off x="7805114" y="3141206"/>
            <a:ext cx="3714223" cy="157997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lIns="68573" tIns="34287" rIns="68573" bIns="34287">
            <a:spAutoFit/>
          </a:bodyPr>
          <a:lstStyle>
            <a:lvl1pPr>
              <a:spcBef>
                <a:spcPct val="20000"/>
              </a:spcBef>
              <a:buFont typeface="Arial" charset="0"/>
              <a:buChar char="•"/>
              <a:defRPr sz="3200">
                <a:solidFill>
                  <a:schemeClr val="tx1"/>
                </a:solidFill>
                <a:latin typeface="微软雅黑" pitchFamily="34" charset="-122"/>
                <a:ea typeface="微软雅黑" pitchFamily="34" charset="-122"/>
                <a:sym typeface="Calibri" pitchFamily="34" charset="0"/>
              </a:defRPr>
            </a:lvl1pPr>
            <a:lvl2pPr marL="742950" indent="-285750">
              <a:spcBef>
                <a:spcPct val="20000"/>
              </a:spcBef>
              <a:buFont typeface="Arial" charset="0"/>
              <a:buChar char="–"/>
              <a:defRPr sz="2800">
                <a:solidFill>
                  <a:schemeClr val="tx1"/>
                </a:solidFill>
                <a:latin typeface="微软雅黑" pitchFamily="34" charset="-122"/>
                <a:ea typeface="微软雅黑" pitchFamily="34" charset="-122"/>
                <a:sym typeface="Calibri" pitchFamily="34" charset="0"/>
              </a:defRPr>
            </a:lvl2pPr>
            <a:lvl3pPr marL="1143000" indent="-228600">
              <a:spcBef>
                <a:spcPct val="20000"/>
              </a:spcBef>
              <a:buFont typeface="Arial" charset="0"/>
              <a:buChar char="•"/>
              <a:defRPr sz="2400">
                <a:solidFill>
                  <a:schemeClr val="tx1"/>
                </a:solidFill>
                <a:latin typeface="微软雅黑" pitchFamily="34" charset="-122"/>
                <a:ea typeface="微软雅黑" pitchFamily="34" charset="-122"/>
                <a:sym typeface="Calibri" pitchFamily="34" charset="0"/>
              </a:defRPr>
            </a:lvl3pPr>
            <a:lvl4pPr marL="16002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4pPr>
            <a:lvl5pPr marL="2057400" indent="-228600">
              <a:spcBef>
                <a:spcPct val="20000"/>
              </a:spcBef>
              <a:buFont typeface="Arial" charset="0"/>
              <a:buChar char="»"/>
              <a:defRPr sz="2000">
                <a:solidFill>
                  <a:schemeClr val="tx1"/>
                </a:solidFill>
                <a:latin typeface="微软雅黑" pitchFamily="34" charset="-122"/>
                <a:ea typeface="微软雅黑" pitchFamily="34" charset="-122"/>
                <a:sym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微软雅黑" pitchFamily="34" charset="-122"/>
                <a:ea typeface="微软雅黑" pitchFamily="34" charset="-122"/>
                <a:sym typeface="Calibri" pitchFamily="34" charset="0"/>
              </a:defRPr>
            </a:lvl9pPr>
          </a:lstStyle>
          <a:p>
            <a:pPr algn="just">
              <a:lnSpc>
                <a:spcPts val="2400"/>
              </a:lnSpc>
              <a:buNone/>
            </a:pPr>
            <a:r>
              <a:rPr lang="zh-CN" altLang="zh-CN" sz="1600" kern="100" dirty="0">
                <a:latin typeface="Microsoft YaHei" panose="020B0503020204020204" pitchFamily="34" charset="-122"/>
                <a:ea typeface="Microsoft YaHei" panose="020B0503020204020204" pitchFamily="34" charset="-122"/>
              </a:rPr>
              <a:t>内存空间是在目标模块装入时或运行时链接并确定分配的，但是在程序运行过程中允许申请附加的内存空间或在内存中“搬家”，即分配工作可以在程序运行前及运行过程中逐步完成</a:t>
            </a:r>
            <a:endParaRPr lang="zh-CN" altLang="en-US" sz="1600" kern="100" dirty="0">
              <a:latin typeface="Microsoft YaHei" panose="020B0503020204020204" pitchFamily="34" charset="-122"/>
              <a:ea typeface="Microsoft YaHei" panose="020B0503020204020204" pitchFamily="34" charset="-122"/>
              <a:sym typeface="Arial" panose="020B0604020202020204" pitchFamily="34" charset="0"/>
            </a:endParaRPr>
          </a:p>
        </p:txBody>
      </p:sp>
      <p:sp>
        <p:nvSpPr>
          <p:cNvPr id="22" name="文本框 21">
            <a:extLst>
              <a:ext uri="{FF2B5EF4-FFF2-40B4-BE49-F238E27FC236}">
                <a16:creationId xmlns:a16="http://schemas.microsoft.com/office/drawing/2014/main" xmlns="" id="{342F4654-83B9-7E1A-0FC1-EE2AAA3677F3}"/>
              </a:ext>
            </a:extLst>
          </p:cNvPr>
          <p:cNvSpPr txBox="1"/>
          <p:nvPr/>
        </p:nvSpPr>
        <p:spPr>
          <a:xfrm>
            <a:off x="630621" y="5290351"/>
            <a:ext cx="11340662" cy="1134734"/>
          </a:xfrm>
          <a:prstGeom prst="rect">
            <a:avLst/>
          </a:prstGeom>
          <a:noFill/>
        </p:spPr>
        <p:txBody>
          <a:bodyPr wrap="square">
            <a:spAutoFit/>
          </a:bodyPr>
          <a:lstStyle/>
          <a:p>
            <a:pPr>
              <a:lnSpc>
                <a:spcPts val="2800"/>
              </a:lnSpc>
            </a:pPr>
            <a:r>
              <a:rPr lang="en-US" altLang="zh-CN" sz="1600" b="1" kern="100" dirty="0">
                <a:solidFill>
                  <a:srgbClr val="C00000"/>
                </a:solidFill>
                <a:effectLst/>
                <a:latin typeface="Microsoft YaHei" panose="020B0503020204020204" pitchFamily="34" charset="-122"/>
                <a:ea typeface="Microsoft YaHei" panose="020B0503020204020204" pitchFamily="34" charset="-122"/>
              </a:rPr>
              <a:t>①</a:t>
            </a:r>
            <a:r>
              <a:rPr lang="zh-CN" altLang="en-US" sz="1600" b="1" kern="100" dirty="0">
                <a:solidFill>
                  <a:srgbClr val="C00000"/>
                </a:solidFill>
                <a:effectLst/>
                <a:latin typeface="Microsoft YaHei" panose="020B0503020204020204" pitchFamily="34" charset="-122"/>
                <a:ea typeface="Microsoft YaHei" panose="020B0503020204020204" pitchFamily="34" charset="-122"/>
              </a:rPr>
              <a:t> </a:t>
            </a:r>
            <a:r>
              <a:rPr lang="zh-CN" altLang="zh-CN" sz="1600" kern="100" dirty="0">
                <a:effectLst/>
                <a:latin typeface="Microsoft YaHei" panose="020B0503020204020204" pitchFamily="34" charset="-122"/>
                <a:ea typeface="Microsoft YaHei" panose="020B0503020204020204" pitchFamily="34" charset="-122"/>
              </a:rPr>
              <a:t>动态分配具有较大的灵活性，在程序运行中需要时，操作系统自动将其调入内存</a:t>
            </a:r>
            <a:endParaRPr lang="en-US" altLang="zh-CN" sz="1600" kern="100" dirty="0">
              <a:effectLst/>
              <a:latin typeface="Microsoft YaHei" panose="020B0503020204020204" pitchFamily="34" charset="-122"/>
              <a:ea typeface="Microsoft YaHei" panose="020B0503020204020204" pitchFamily="34" charset="-122"/>
            </a:endParaRPr>
          </a:p>
          <a:p>
            <a:pPr>
              <a:lnSpc>
                <a:spcPts val="2800"/>
              </a:lnSpc>
            </a:pPr>
            <a:r>
              <a:rPr lang="en-US" altLang="zh-CN" sz="1600" b="1" kern="100" dirty="0">
                <a:solidFill>
                  <a:srgbClr val="C00000"/>
                </a:solidFill>
                <a:latin typeface="Microsoft YaHei" panose="020B0503020204020204" pitchFamily="34" charset="-122"/>
                <a:ea typeface="Microsoft YaHei" panose="020B0503020204020204" pitchFamily="34" charset="-122"/>
              </a:rPr>
              <a:t>②</a:t>
            </a:r>
            <a:r>
              <a:rPr lang="zh-CN" altLang="en-US" sz="1600" kern="100" dirty="0">
                <a:latin typeface="Microsoft YaHei" panose="020B0503020204020204" pitchFamily="34" charset="-122"/>
                <a:ea typeface="Microsoft YaHei" panose="020B0503020204020204" pitchFamily="34" charset="-122"/>
              </a:rPr>
              <a:t> </a:t>
            </a:r>
            <a:r>
              <a:rPr lang="zh-CN" altLang="zh-CN" sz="1600" kern="100" dirty="0">
                <a:effectLst/>
                <a:latin typeface="Microsoft YaHei" panose="020B0503020204020204" pitchFamily="34" charset="-122"/>
                <a:ea typeface="Microsoft YaHei" panose="020B0503020204020204" pitchFamily="34" charset="-122"/>
              </a:rPr>
              <a:t>程序当前暂不使用的信息可以不进入内存，这对提高内存的利用率大有好处</a:t>
            </a:r>
            <a:endParaRPr lang="en-US" altLang="zh-CN" sz="1600" kern="100" dirty="0">
              <a:effectLst/>
              <a:latin typeface="Microsoft YaHei" panose="020B0503020204020204" pitchFamily="34" charset="-122"/>
              <a:ea typeface="Microsoft YaHei" panose="020B0503020204020204" pitchFamily="34" charset="-122"/>
            </a:endParaRPr>
          </a:p>
          <a:p>
            <a:pPr>
              <a:lnSpc>
                <a:spcPts val="2800"/>
              </a:lnSpc>
            </a:pPr>
            <a:r>
              <a:rPr lang="en-US" altLang="zh-CN" sz="1600" b="1" kern="100" dirty="0">
                <a:solidFill>
                  <a:srgbClr val="C00000"/>
                </a:solidFill>
                <a:latin typeface="Microsoft YaHei" panose="020B0503020204020204" pitchFamily="34" charset="-122"/>
                <a:ea typeface="Microsoft YaHei" panose="020B0503020204020204" pitchFamily="34" charset="-122"/>
              </a:rPr>
              <a:t>③</a:t>
            </a:r>
            <a:r>
              <a:rPr lang="zh-CN" altLang="en-US" sz="1600" b="1" kern="100" dirty="0">
                <a:solidFill>
                  <a:srgbClr val="C00000"/>
                </a:solidFill>
                <a:latin typeface="Microsoft YaHei" panose="020B0503020204020204" pitchFamily="34" charset="-122"/>
                <a:ea typeface="Microsoft YaHei" panose="020B0503020204020204" pitchFamily="34" charset="-122"/>
              </a:rPr>
              <a:t> </a:t>
            </a:r>
            <a:r>
              <a:rPr lang="zh-CN" altLang="zh-CN" sz="1600" kern="100" dirty="0">
                <a:effectLst/>
                <a:latin typeface="Microsoft YaHei" panose="020B0503020204020204" pitchFamily="34" charset="-122"/>
                <a:ea typeface="Microsoft YaHei" panose="020B0503020204020204" pitchFamily="34" charset="-122"/>
              </a:rPr>
              <a:t>动态分配反映了程序的动态性，较之静态分配更为合理</a:t>
            </a:r>
            <a:endParaRPr lang="zh-CN" altLang="en-US" sz="1600" dirty="0">
              <a:latin typeface="Microsoft YaHei" panose="020B0503020204020204" pitchFamily="34" charset="-122"/>
              <a:ea typeface="Microsoft YaHei" panose="020B0503020204020204" pitchFamily="34" charset="-122"/>
            </a:endParaRPr>
          </a:p>
        </p:txBody>
      </p:sp>
    </p:spTree>
    <p:extLst>
      <p:ext uri="{BB962C8B-B14F-4D97-AF65-F5344CB8AC3E}">
        <p14:creationId xmlns:p14="http://schemas.microsoft.com/office/powerpoint/2010/main" xmlns="" val="3832482345"/>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p:txBody>
          <a:bodyPr/>
          <a:lstStyle/>
          <a:p>
            <a:r>
              <a:rPr lang="en-US" altLang="zh-CN" dirty="0">
                <a:sym typeface="Arial" panose="020B0604020202020204" pitchFamily="34" charset="0"/>
              </a:rPr>
              <a:t>5.1.2</a:t>
            </a:r>
            <a:r>
              <a:rPr lang="zh-CN" altLang="en-US" dirty="0">
                <a:sym typeface="Arial" panose="020B0604020202020204" pitchFamily="34" charset="0"/>
              </a:rPr>
              <a:t>存储管理的任务 </a:t>
            </a:r>
            <a:r>
              <a:rPr lang="en-US" altLang="zh-CN" dirty="0">
                <a:sym typeface="Arial" panose="020B0604020202020204" pitchFamily="34" charset="0"/>
              </a:rPr>
              <a:t>I</a:t>
            </a:r>
            <a:r>
              <a:rPr lang="zh-CN" altLang="en-US" dirty="0">
                <a:sym typeface="Arial" panose="020B0604020202020204" pitchFamily="34" charset="0"/>
              </a:rPr>
              <a:t> 内存共享</a:t>
            </a:r>
          </a:p>
        </p:txBody>
      </p:sp>
      <p:grpSp>
        <p:nvGrpSpPr>
          <p:cNvPr id="2" name="组合 1">
            <a:extLst>
              <a:ext uri="{FF2B5EF4-FFF2-40B4-BE49-F238E27FC236}">
                <a16:creationId xmlns:a16="http://schemas.microsoft.com/office/drawing/2014/main" xmlns="" id="{EB69DC37-C029-AF2A-D02E-840FA683220D}"/>
              </a:ext>
            </a:extLst>
          </p:cNvPr>
          <p:cNvGrpSpPr/>
          <p:nvPr/>
        </p:nvGrpSpPr>
        <p:grpSpPr>
          <a:xfrm>
            <a:off x="643052" y="3429000"/>
            <a:ext cx="1266290" cy="554804"/>
            <a:chOff x="737171" y="5636574"/>
            <a:chExt cx="1266290" cy="554804"/>
          </a:xfrm>
        </p:grpSpPr>
        <p:sp>
          <p:nvSpPr>
            <p:cNvPr id="4" name="圆角矩形 3">
              <a:extLst>
                <a:ext uri="{FF2B5EF4-FFF2-40B4-BE49-F238E27FC236}">
                  <a16:creationId xmlns:a16="http://schemas.microsoft.com/office/drawing/2014/main" xmlns="" id="{FB7EFA78-B2E8-045F-05EE-7521EF43F413}"/>
                </a:ext>
              </a:extLst>
            </p:cNvPr>
            <p:cNvSpPr/>
            <p:nvPr/>
          </p:nvSpPr>
          <p:spPr>
            <a:xfrm>
              <a:off x="737171" y="5636574"/>
              <a:ext cx="1266290" cy="554804"/>
            </a:xfrm>
            <a:prstGeom prst="roundRect">
              <a:avLst>
                <a:gd name="adj" fmla="val 1111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Microsoft YaHei" panose="020B0503020204020204" pitchFamily="34" charset="-122"/>
                <a:ea typeface="Microsoft YaHei" panose="020B0503020204020204" pitchFamily="34" charset="-122"/>
              </a:endParaRPr>
            </a:p>
          </p:txBody>
        </p:sp>
        <p:sp>
          <p:nvSpPr>
            <p:cNvPr id="5" name="文本框 4">
              <a:extLst>
                <a:ext uri="{FF2B5EF4-FFF2-40B4-BE49-F238E27FC236}">
                  <a16:creationId xmlns:a16="http://schemas.microsoft.com/office/drawing/2014/main" xmlns="" id="{5EFD3A84-F31B-22DD-EF54-F5C1F0ACE69E}"/>
                </a:ext>
              </a:extLst>
            </p:cNvPr>
            <p:cNvSpPr txBox="1"/>
            <p:nvPr/>
          </p:nvSpPr>
          <p:spPr>
            <a:xfrm>
              <a:off x="737171" y="5713921"/>
              <a:ext cx="1266290" cy="400110"/>
            </a:xfrm>
            <a:prstGeom prst="rect">
              <a:avLst/>
            </a:prstGeom>
            <a:noFill/>
          </p:spPr>
          <p:txBody>
            <a:bodyPr wrap="square">
              <a:spAutoFit/>
            </a:bodyPr>
            <a:lstStyle/>
            <a:p>
              <a:pPr algn="ctr"/>
              <a:r>
                <a:rPr lang="zh-CN" altLang="zh-CN" sz="2000" b="1" kern="100" dirty="0">
                  <a:solidFill>
                    <a:schemeClr val="bg1"/>
                  </a:solidFill>
                  <a:effectLst/>
                  <a:latin typeface="Microsoft YaHei" panose="020B0503020204020204" pitchFamily="34" charset="-122"/>
                  <a:ea typeface="Microsoft YaHei" panose="020B0503020204020204" pitchFamily="34" charset="-122"/>
                </a:rPr>
                <a:t>内存</a:t>
              </a:r>
              <a:r>
                <a:rPr lang="zh-CN" altLang="en-US" sz="2000" b="1" kern="100" dirty="0">
                  <a:solidFill>
                    <a:schemeClr val="bg1"/>
                  </a:solidFill>
                  <a:effectLst/>
                  <a:latin typeface="Microsoft YaHei" panose="020B0503020204020204" pitchFamily="34" charset="-122"/>
                  <a:ea typeface="Microsoft YaHei" panose="020B0503020204020204" pitchFamily="34" charset="-122"/>
                </a:rPr>
                <a:t>共享</a:t>
              </a:r>
              <a:endParaRPr lang="zh-CN" altLang="en-US" sz="2000" b="1" dirty="0">
                <a:solidFill>
                  <a:schemeClr val="bg1"/>
                </a:solidFill>
                <a:latin typeface="Microsoft YaHei" panose="020B0503020204020204" pitchFamily="34" charset="-122"/>
                <a:ea typeface="Microsoft YaHei" panose="020B0503020204020204" pitchFamily="34" charset="-122"/>
              </a:endParaRPr>
            </a:p>
          </p:txBody>
        </p:sp>
      </p:grpSp>
      <p:grpSp>
        <p:nvGrpSpPr>
          <p:cNvPr id="6" name="组合 5">
            <a:extLst>
              <a:ext uri="{FF2B5EF4-FFF2-40B4-BE49-F238E27FC236}">
                <a16:creationId xmlns:a16="http://schemas.microsoft.com/office/drawing/2014/main" xmlns="" id="{087C3DFB-0FAC-792A-A650-58B18ED08F97}"/>
              </a:ext>
            </a:extLst>
          </p:cNvPr>
          <p:cNvGrpSpPr/>
          <p:nvPr/>
        </p:nvGrpSpPr>
        <p:grpSpPr>
          <a:xfrm>
            <a:off x="2874731" y="1812097"/>
            <a:ext cx="1266290" cy="554804"/>
            <a:chOff x="737171" y="5636574"/>
            <a:chExt cx="1266290" cy="554804"/>
          </a:xfrm>
        </p:grpSpPr>
        <p:sp>
          <p:nvSpPr>
            <p:cNvPr id="7" name="圆角矩形 6">
              <a:extLst>
                <a:ext uri="{FF2B5EF4-FFF2-40B4-BE49-F238E27FC236}">
                  <a16:creationId xmlns:a16="http://schemas.microsoft.com/office/drawing/2014/main" xmlns="" id="{EE07B0A4-AB80-7DCF-F931-10398653F8B4}"/>
                </a:ext>
              </a:extLst>
            </p:cNvPr>
            <p:cNvSpPr/>
            <p:nvPr/>
          </p:nvSpPr>
          <p:spPr>
            <a:xfrm>
              <a:off x="737171" y="5636574"/>
              <a:ext cx="1266290" cy="554804"/>
            </a:xfrm>
            <a:prstGeom prst="roundRect">
              <a:avLst>
                <a:gd name="adj" fmla="val 1111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Microsoft YaHei" panose="020B0503020204020204" pitchFamily="34" charset="-122"/>
                <a:ea typeface="Microsoft YaHei" panose="020B0503020204020204" pitchFamily="34" charset="-122"/>
              </a:endParaRPr>
            </a:p>
          </p:txBody>
        </p:sp>
        <p:sp>
          <p:nvSpPr>
            <p:cNvPr id="9" name="文本框 8">
              <a:extLst>
                <a:ext uri="{FF2B5EF4-FFF2-40B4-BE49-F238E27FC236}">
                  <a16:creationId xmlns:a16="http://schemas.microsoft.com/office/drawing/2014/main" xmlns="" id="{6AAC4944-2674-27EA-BF94-7F339846EA40}"/>
                </a:ext>
              </a:extLst>
            </p:cNvPr>
            <p:cNvSpPr txBox="1"/>
            <p:nvPr/>
          </p:nvSpPr>
          <p:spPr>
            <a:xfrm>
              <a:off x="737171" y="5713921"/>
              <a:ext cx="1266290" cy="400110"/>
            </a:xfrm>
            <a:prstGeom prst="rect">
              <a:avLst/>
            </a:prstGeom>
            <a:noFill/>
          </p:spPr>
          <p:txBody>
            <a:bodyPr wrap="square">
              <a:spAutoFit/>
            </a:bodyPr>
            <a:lstStyle/>
            <a:p>
              <a:pPr algn="ctr"/>
              <a:r>
                <a:rPr lang="zh-CN" altLang="en-US" sz="2000" b="1" kern="100" dirty="0">
                  <a:solidFill>
                    <a:schemeClr val="bg1"/>
                  </a:solidFill>
                  <a:effectLst/>
                  <a:latin typeface="Microsoft YaHei" panose="020B0503020204020204" pitchFamily="34" charset="-122"/>
                  <a:ea typeface="Microsoft YaHei" panose="020B0503020204020204" pitchFamily="34" charset="-122"/>
                </a:rPr>
                <a:t>定义</a:t>
              </a:r>
              <a:endParaRPr lang="zh-CN" altLang="en-US" sz="2000" b="1" dirty="0">
                <a:solidFill>
                  <a:schemeClr val="bg1"/>
                </a:solidFill>
                <a:latin typeface="Microsoft YaHei" panose="020B0503020204020204" pitchFamily="34" charset="-122"/>
                <a:ea typeface="Microsoft YaHei" panose="020B0503020204020204" pitchFamily="34" charset="-122"/>
              </a:endParaRPr>
            </a:p>
          </p:txBody>
        </p:sp>
      </p:grpSp>
      <p:grpSp>
        <p:nvGrpSpPr>
          <p:cNvPr id="10" name="组合 9">
            <a:extLst>
              <a:ext uri="{FF2B5EF4-FFF2-40B4-BE49-F238E27FC236}">
                <a16:creationId xmlns:a16="http://schemas.microsoft.com/office/drawing/2014/main" xmlns="" id="{CCDD5216-2BE5-6FDB-0E8A-E8ED60BED14C}"/>
              </a:ext>
            </a:extLst>
          </p:cNvPr>
          <p:cNvGrpSpPr/>
          <p:nvPr/>
        </p:nvGrpSpPr>
        <p:grpSpPr>
          <a:xfrm>
            <a:off x="2874731" y="3404061"/>
            <a:ext cx="1266290" cy="554804"/>
            <a:chOff x="737171" y="5636574"/>
            <a:chExt cx="1266290" cy="554804"/>
          </a:xfrm>
        </p:grpSpPr>
        <p:sp>
          <p:nvSpPr>
            <p:cNvPr id="11" name="圆角矩形 10">
              <a:extLst>
                <a:ext uri="{FF2B5EF4-FFF2-40B4-BE49-F238E27FC236}">
                  <a16:creationId xmlns:a16="http://schemas.microsoft.com/office/drawing/2014/main" xmlns="" id="{E691DFDB-728F-93E4-6766-FBDAAD5DC998}"/>
                </a:ext>
              </a:extLst>
            </p:cNvPr>
            <p:cNvSpPr/>
            <p:nvPr/>
          </p:nvSpPr>
          <p:spPr>
            <a:xfrm>
              <a:off x="737171" y="5636574"/>
              <a:ext cx="1266290" cy="554804"/>
            </a:xfrm>
            <a:prstGeom prst="roundRect">
              <a:avLst>
                <a:gd name="adj" fmla="val 1111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Microsoft YaHei" panose="020B0503020204020204" pitchFamily="34" charset="-122"/>
                <a:ea typeface="Microsoft YaHei" panose="020B0503020204020204" pitchFamily="34" charset="-122"/>
              </a:endParaRPr>
            </a:p>
          </p:txBody>
        </p:sp>
        <p:sp>
          <p:nvSpPr>
            <p:cNvPr id="12" name="文本框 11">
              <a:extLst>
                <a:ext uri="{FF2B5EF4-FFF2-40B4-BE49-F238E27FC236}">
                  <a16:creationId xmlns:a16="http://schemas.microsoft.com/office/drawing/2014/main" xmlns="" id="{F22C9756-3DB3-0B1C-7C50-969552C49F09}"/>
                </a:ext>
              </a:extLst>
            </p:cNvPr>
            <p:cNvSpPr txBox="1"/>
            <p:nvPr/>
          </p:nvSpPr>
          <p:spPr>
            <a:xfrm>
              <a:off x="737171" y="5713921"/>
              <a:ext cx="1266290" cy="400110"/>
            </a:xfrm>
            <a:prstGeom prst="rect">
              <a:avLst/>
            </a:prstGeom>
            <a:noFill/>
          </p:spPr>
          <p:txBody>
            <a:bodyPr wrap="square">
              <a:spAutoFit/>
            </a:bodyPr>
            <a:lstStyle/>
            <a:p>
              <a:pPr algn="ctr"/>
              <a:r>
                <a:rPr lang="zh-CN" altLang="en-US" sz="2000" b="1" dirty="0">
                  <a:solidFill>
                    <a:schemeClr val="bg1"/>
                  </a:solidFill>
                  <a:latin typeface="Microsoft YaHei" panose="020B0503020204020204" pitchFamily="34" charset="-122"/>
                  <a:ea typeface="Microsoft YaHei" panose="020B0503020204020204" pitchFamily="34" charset="-122"/>
                </a:rPr>
                <a:t>共享内容</a:t>
              </a:r>
            </a:p>
          </p:txBody>
        </p:sp>
      </p:grpSp>
      <p:grpSp>
        <p:nvGrpSpPr>
          <p:cNvPr id="13" name="组合 12">
            <a:extLst>
              <a:ext uri="{FF2B5EF4-FFF2-40B4-BE49-F238E27FC236}">
                <a16:creationId xmlns:a16="http://schemas.microsoft.com/office/drawing/2014/main" xmlns="" id="{4F11AC97-D4BE-F015-5771-C39D03094FD1}"/>
              </a:ext>
            </a:extLst>
          </p:cNvPr>
          <p:cNvGrpSpPr/>
          <p:nvPr/>
        </p:nvGrpSpPr>
        <p:grpSpPr>
          <a:xfrm>
            <a:off x="2874731" y="4996025"/>
            <a:ext cx="1266290" cy="554804"/>
            <a:chOff x="737171" y="5636574"/>
            <a:chExt cx="1266290" cy="554804"/>
          </a:xfrm>
        </p:grpSpPr>
        <p:sp>
          <p:nvSpPr>
            <p:cNvPr id="14" name="圆角矩形 13">
              <a:extLst>
                <a:ext uri="{FF2B5EF4-FFF2-40B4-BE49-F238E27FC236}">
                  <a16:creationId xmlns:a16="http://schemas.microsoft.com/office/drawing/2014/main" xmlns="" id="{4CC6D570-2235-2950-8814-C23F9771BF45}"/>
                </a:ext>
              </a:extLst>
            </p:cNvPr>
            <p:cNvSpPr/>
            <p:nvPr/>
          </p:nvSpPr>
          <p:spPr>
            <a:xfrm>
              <a:off x="737171" y="5636574"/>
              <a:ext cx="1266290" cy="554804"/>
            </a:xfrm>
            <a:prstGeom prst="roundRect">
              <a:avLst>
                <a:gd name="adj" fmla="val 1111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Microsoft YaHei" panose="020B0503020204020204" pitchFamily="34" charset="-122"/>
                <a:ea typeface="Microsoft YaHei" panose="020B0503020204020204" pitchFamily="34" charset="-122"/>
              </a:endParaRPr>
            </a:p>
          </p:txBody>
        </p:sp>
        <p:sp>
          <p:nvSpPr>
            <p:cNvPr id="15" name="文本框 14">
              <a:extLst>
                <a:ext uri="{FF2B5EF4-FFF2-40B4-BE49-F238E27FC236}">
                  <a16:creationId xmlns:a16="http://schemas.microsoft.com/office/drawing/2014/main" xmlns="" id="{EB5902AC-10E0-B8F4-E26E-A12F0726B820}"/>
                </a:ext>
              </a:extLst>
            </p:cNvPr>
            <p:cNvSpPr txBox="1"/>
            <p:nvPr/>
          </p:nvSpPr>
          <p:spPr>
            <a:xfrm>
              <a:off x="737171" y="5713921"/>
              <a:ext cx="1266290" cy="400110"/>
            </a:xfrm>
            <a:prstGeom prst="rect">
              <a:avLst/>
            </a:prstGeom>
            <a:noFill/>
          </p:spPr>
          <p:txBody>
            <a:bodyPr wrap="square">
              <a:spAutoFit/>
            </a:bodyPr>
            <a:lstStyle/>
            <a:p>
              <a:pPr algn="ctr"/>
              <a:r>
                <a:rPr lang="zh-CN" altLang="en-US" sz="2000" b="1" dirty="0">
                  <a:solidFill>
                    <a:schemeClr val="bg1"/>
                  </a:solidFill>
                  <a:latin typeface="Microsoft YaHei" panose="020B0503020204020204" pitchFamily="34" charset="-122"/>
                  <a:ea typeface="Microsoft YaHei" panose="020B0503020204020204" pitchFamily="34" charset="-122"/>
                </a:rPr>
                <a:t>目的</a:t>
              </a:r>
            </a:p>
          </p:txBody>
        </p:sp>
      </p:grpSp>
      <p:sp>
        <p:nvSpPr>
          <p:cNvPr id="18" name="圆角矩形 17">
            <a:extLst>
              <a:ext uri="{FF2B5EF4-FFF2-40B4-BE49-F238E27FC236}">
                <a16:creationId xmlns:a16="http://schemas.microsoft.com/office/drawing/2014/main" xmlns="" id="{DA90B447-7A50-3338-4E4C-DDD6E398EDA4}"/>
              </a:ext>
            </a:extLst>
          </p:cNvPr>
          <p:cNvSpPr/>
          <p:nvPr/>
        </p:nvSpPr>
        <p:spPr>
          <a:xfrm>
            <a:off x="4372304" y="1544385"/>
            <a:ext cx="6831724" cy="1090227"/>
          </a:xfrm>
          <a:prstGeom prst="roundRect">
            <a:avLst>
              <a:gd name="adj" fmla="val 7026"/>
            </a:avLst>
          </a:prstGeom>
          <a:solidFill>
            <a:schemeClr val="bg1"/>
          </a:solidFill>
          <a:ln>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ts val="2800"/>
              </a:lnSpc>
            </a:pPr>
            <a:r>
              <a:rPr lang="zh-CN" altLang="zh-CN" sz="1800" kern="100" dirty="0">
                <a:solidFill>
                  <a:schemeClr val="tx1"/>
                </a:solidFill>
                <a:effectLst/>
                <a:latin typeface="Microsoft YaHei" panose="020B0503020204020204" pitchFamily="34" charset="-122"/>
                <a:ea typeface="Microsoft YaHei" panose="020B0503020204020204" pitchFamily="34" charset="-122"/>
              </a:rPr>
              <a:t>指两个或多个进程共用内存中相同区域，多道程序动态地共享内存，提高内存利用率</a:t>
            </a:r>
            <a:r>
              <a:rPr lang="zh-CN" altLang="en-US" sz="1800" kern="100" dirty="0">
                <a:solidFill>
                  <a:schemeClr val="tx1"/>
                </a:solidFill>
                <a:effectLst/>
                <a:latin typeface="Microsoft YaHei" panose="020B0503020204020204" pitchFamily="34" charset="-122"/>
                <a:ea typeface="Microsoft YaHei" panose="020B0503020204020204" pitchFamily="34" charset="-122"/>
              </a:rPr>
              <a:t>。也</a:t>
            </a:r>
            <a:r>
              <a:rPr lang="zh-CN" altLang="zh-CN" sz="1800" kern="100" dirty="0">
                <a:solidFill>
                  <a:schemeClr val="tx1"/>
                </a:solidFill>
                <a:effectLst/>
                <a:latin typeface="Microsoft YaHei" panose="020B0503020204020204" pitchFamily="34" charset="-122"/>
                <a:ea typeface="Microsoft YaHei" panose="020B0503020204020204" pitchFamily="34" charset="-122"/>
              </a:rPr>
              <a:t>能共享内存中某个区域的信息</a:t>
            </a:r>
            <a:endParaRPr lang="zh-CN" altLang="en-US" dirty="0">
              <a:solidFill>
                <a:schemeClr val="tx1"/>
              </a:solidFill>
              <a:latin typeface="Microsoft YaHei" panose="020B0503020204020204" pitchFamily="34" charset="-122"/>
              <a:ea typeface="Microsoft YaHei" panose="020B0503020204020204" pitchFamily="34" charset="-122"/>
            </a:endParaRPr>
          </a:p>
        </p:txBody>
      </p:sp>
      <p:sp>
        <p:nvSpPr>
          <p:cNvPr id="19" name="圆角矩形 18">
            <a:extLst>
              <a:ext uri="{FF2B5EF4-FFF2-40B4-BE49-F238E27FC236}">
                <a16:creationId xmlns:a16="http://schemas.microsoft.com/office/drawing/2014/main" xmlns="" id="{AAA96111-1CEB-A398-AB04-43E850E5CE4E}"/>
              </a:ext>
            </a:extLst>
          </p:cNvPr>
          <p:cNvSpPr/>
          <p:nvPr/>
        </p:nvSpPr>
        <p:spPr>
          <a:xfrm>
            <a:off x="4372304" y="3136349"/>
            <a:ext cx="6831724" cy="1090227"/>
          </a:xfrm>
          <a:prstGeom prst="roundRect">
            <a:avLst>
              <a:gd name="adj" fmla="val 7026"/>
            </a:avLst>
          </a:prstGeom>
          <a:solidFill>
            <a:schemeClr val="bg1"/>
          </a:solidFill>
          <a:ln>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ts val="2800"/>
              </a:lnSpc>
            </a:pPr>
            <a:r>
              <a:rPr lang="zh-CN" altLang="zh-CN" kern="100" dirty="0">
                <a:solidFill>
                  <a:schemeClr val="tx1"/>
                </a:solidFill>
                <a:latin typeface="Microsoft YaHei" panose="020B0503020204020204" pitchFamily="34" charset="-122"/>
                <a:ea typeface="Microsoft YaHei" panose="020B0503020204020204" pitchFamily="34" charset="-122"/>
              </a:rPr>
              <a:t>代码共享和数据共享</a:t>
            </a:r>
            <a:endParaRPr lang="en-US" altLang="zh-CN" kern="100" dirty="0">
              <a:solidFill>
                <a:schemeClr val="tx1"/>
              </a:solidFill>
              <a:latin typeface="Microsoft YaHei" panose="020B0503020204020204" pitchFamily="34" charset="-122"/>
              <a:ea typeface="Microsoft YaHei" panose="020B0503020204020204" pitchFamily="34" charset="-122"/>
            </a:endParaRPr>
          </a:p>
          <a:p>
            <a:pPr>
              <a:lnSpc>
                <a:spcPts val="2800"/>
              </a:lnSpc>
            </a:pPr>
            <a:r>
              <a:rPr lang="zh-CN" altLang="zh-CN" kern="100" dirty="0">
                <a:solidFill>
                  <a:schemeClr val="tx1"/>
                </a:solidFill>
                <a:latin typeface="Microsoft YaHei" panose="020B0503020204020204" pitchFamily="34" charset="-122"/>
                <a:ea typeface="Microsoft YaHei" panose="020B0503020204020204" pitchFamily="34" charset="-122"/>
              </a:rPr>
              <a:t>特别是代码共享要求代码必须是纯代码（运行中不会改变）</a:t>
            </a:r>
          </a:p>
        </p:txBody>
      </p:sp>
      <p:sp>
        <p:nvSpPr>
          <p:cNvPr id="20" name="圆角矩形 19">
            <a:extLst>
              <a:ext uri="{FF2B5EF4-FFF2-40B4-BE49-F238E27FC236}">
                <a16:creationId xmlns:a16="http://schemas.microsoft.com/office/drawing/2014/main" xmlns="" id="{713DB26B-1190-D90E-EB43-4175DAFA4E6C}"/>
              </a:ext>
            </a:extLst>
          </p:cNvPr>
          <p:cNvSpPr/>
          <p:nvPr/>
        </p:nvSpPr>
        <p:spPr>
          <a:xfrm>
            <a:off x="4372304" y="4728313"/>
            <a:ext cx="6831724" cy="1090227"/>
          </a:xfrm>
          <a:prstGeom prst="roundRect">
            <a:avLst>
              <a:gd name="adj" fmla="val 7026"/>
            </a:avLst>
          </a:prstGeom>
          <a:solidFill>
            <a:schemeClr val="bg1"/>
          </a:solidFill>
          <a:ln>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ts val="2800"/>
              </a:lnSpc>
            </a:pPr>
            <a:r>
              <a:rPr lang="zh-CN" altLang="zh-CN" kern="100" dirty="0">
                <a:solidFill>
                  <a:schemeClr val="tx1"/>
                </a:solidFill>
                <a:latin typeface="Microsoft YaHei" panose="020B0503020204020204" pitchFamily="34" charset="-122"/>
                <a:ea typeface="Microsoft YaHei" panose="020B0503020204020204" pitchFamily="34" charset="-122"/>
              </a:rPr>
              <a:t>通过代码共享节省内存空间，提高内存利用率</a:t>
            </a:r>
            <a:endParaRPr lang="en-US" altLang="zh-CN" kern="100" dirty="0">
              <a:solidFill>
                <a:schemeClr val="tx1"/>
              </a:solidFill>
              <a:latin typeface="Microsoft YaHei" panose="020B0503020204020204" pitchFamily="34" charset="-122"/>
              <a:ea typeface="Microsoft YaHei" panose="020B0503020204020204" pitchFamily="34" charset="-122"/>
            </a:endParaRPr>
          </a:p>
          <a:p>
            <a:pPr>
              <a:lnSpc>
                <a:spcPts val="2800"/>
              </a:lnSpc>
            </a:pPr>
            <a:r>
              <a:rPr lang="zh-CN" altLang="zh-CN" kern="100" dirty="0">
                <a:solidFill>
                  <a:schemeClr val="tx1"/>
                </a:solidFill>
                <a:latin typeface="Microsoft YaHei" panose="020B0503020204020204" pitchFamily="34" charset="-122"/>
                <a:ea typeface="Microsoft YaHei" panose="020B0503020204020204" pitchFamily="34" charset="-122"/>
              </a:rPr>
              <a:t>通过数据共享实现进程通信</a:t>
            </a:r>
          </a:p>
        </p:txBody>
      </p:sp>
      <p:cxnSp>
        <p:nvCxnSpPr>
          <p:cNvPr id="22" name="直线连接符 21">
            <a:extLst>
              <a:ext uri="{FF2B5EF4-FFF2-40B4-BE49-F238E27FC236}">
                <a16:creationId xmlns:a16="http://schemas.microsoft.com/office/drawing/2014/main" xmlns="" id="{05658B30-ECEC-43D5-9994-A77B89F63A6E}"/>
              </a:ext>
            </a:extLst>
          </p:cNvPr>
          <p:cNvCxnSpPr>
            <a:stCxn id="5" idx="3"/>
            <a:endCxn id="9" idx="1"/>
          </p:cNvCxnSpPr>
          <p:nvPr/>
        </p:nvCxnSpPr>
        <p:spPr>
          <a:xfrm flipV="1">
            <a:off x="1909342" y="2089499"/>
            <a:ext cx="965389" cy="1616903"/>
          </a:xfrm>
          <a:prstGeom prst="line">
            <a:avLst/>
          </a:prstGeom>
        </p:spPr>
        <p:style>
          <a:lnRef idx="1">
            <a:schemeClr val="accent1"/>
          </a:lnRef>
          <a:fillRef idx="0">
            <a:schemeClr val="accent1"/>
          </a:fillRef>
          <a:effectRef idx="0">
            <a:schemeClr val="accent1"/>
          </a:effectRef>
          <a:fontRef idx="minor">
            <a:schemeClr val="tx1"/>
          </a:fontRef>
        </p:style>
      </p:cxnSp>
      <p:cxnSp>
        <p:nvCxnSpPr>
          <p:cNvPr id="23" name="直线连接符 22">
            <a:extLst>
              <a:ext uri="{FF2B5EF4-FFF2-40B4-BE49-F238E27FC236}">
                <a16:creationId xmlns:a16="http://schemas.microsoft.com/office/drawing/2014/main" xmlns="" id="{387DFA00-EDD2-F3B4-60F9-362F6F185959}"/>
              </a:ext>
            </a:extLst>
          </p:cNvPr>
          <p:cNvCxnSpPr>
            <a:cxnSpLocks/>
            <a:endCxn id="15" idx="1"/>
          </p:cNvCxnSpPr>
          <p:nvPr/>
        </p:nvCxnSpPr>
        <p:spPr>
          <a:xfrm>
            <a:off x="1909341" y="3718872"/>
            <a:ext cx="965390" cy="1554555"/>
          </a:xfrm>
          <a:prstGeom prst="line">
            <a:avLst/>
          </a:prstGeom>
        </p:spPr>
        <p:style>
          <a:lnRef idx="1">
            <a:schemeClr val="accent1"/>
          </a:lnRef>
          <a:fillRef idx="0">
            <a:schemeClr val="accent1"/>
          </a:fillRef>
          <a:effectRef idx="0">
            <a:schemeClr val="accent1"/>
          </a:effectRef>
          <a:fontRef idx="minor">
            <a:schemeClr val="tx1"/>
          </a:fontRef>
        </p:style>
      </p:cxnSp>
      <p:cxnSp>
        <p:nvCxnSpPr>
          <p:cNvPr id="25" name="直线连接符 24">
            <a:extLst>
              <a:ext uri="{FF2B5EF4-FFF2-40B4-BE49-F238E27FC236}">
                <a16:creationId xmlns:a16="http://schemas.microsoft.com/office/drawing/2014/main" xmlns="" id="{E6E69B9A-1DB0-6166-963F-7BFC4AD56DF6}"/>
              </a:ext>
            </a:extLst>
          </p:cNvPr>
          <p:cNvCxnSpPr>
            <a:cxnSpLocks/>
            <a:endCxn id="12" idx="1"/>
          </p:cNvCxnSpPr>
          <p:nvPr/>
        </p:nvCxnSpPr>
        <p:spPr>
          <a:xfrm flipV="1">
            <a:off x="1909341" y="3681463"/>
            <a:ext cx="965390" cy="23085"/>
          </a:xfrm>
          <a:prstGeom prst="line">
            <a:avLst/>
          </a:prstGeom>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1151547908"/>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p:txBody>
          <a:bodyPr/>
          <a:lstStyle/>
          <a:p>
            <a:r>
              <a:rPr lang="en-US" altLang="zh-CN" dirty="0">
                <a:sym typeface="Arial" panose="020B0604020202020204" pitchFamily="34" charset="0"/>
              </a:rPr>
              <a:t>5.1.2</a:t>
            </a:r>
            <a:r>
              <a:rPr lang="zh-CN" altLang="en-US" dirty="0">
                <a:sym typeface="Arial" panose="020B0604020202020204" pitchFamily="34" charset="0"/>
              </a:rPr>
              <a:t>存储管理的任务 </a:t>
            </a:r>
            <a:r>
              <a:rPr lang="en-US" altLang="zh-CN" dirty="0">
                <a:sym typeface="Arial" panose="020B0604020202020204" pitchFamily="34" charset="0"/>
              </a:rPr>
              <a:t>I</a:t>
            </a:r>
            <a:r>
              <a:rPr lang="zh-CN" altLang="en-US" dirty="0">
                <a:sym typeface="Arial" panose="020B0604020202020204" pitchFamily="34" charset="0"/>
              </a:rPr>
              <a:t> 内存保护</a:t>
            </a:r>
          </a:p>
        </p:txBody>
      </p:sp>
      <p:grpSp>
        <p:nvGrpSpPr>
          <p:cNvPr id="2" name="组合 1">
            <a:extLst>
              <a:ext uri="{FF2B5EF4-FFF2-40B4-BE49-F238E27FC236}">
                <a16:creationId xmlns:a16="http://schemas.microsoft.com/office/drawing/2014/main" xmlns="" id="{EB69DC37-C029-AF2A-D02E-840FA683220D}"/>
              </a:ext>
            </a:extLst>
          </p:cNvPr>
          <p:cNvGrpSpPr/>
          <p:nvPr/>
        </p:nvGrpSpPr>
        <p:grpSpPr>
          <a:xfrm>
            <a:off x="586007" y="3634516"/>
            <a:ext cx="1266290" cy="554804"/>
            <a:chOff x="737171" y="5636574"/>
            <a:chExt cx="1266290" cy="554804"/>
          </a:xfrm>
        </p:grpSpPr>
        <p:sp>
          <p:nvSpPr>
            <p:cNvPr id="4" name="圆角矩形 3">
              <a:extLst>
                <a:ext uri="{FF2B5EF4-FFF2-40B4-BE49-F238E27FC236}">
                  <a16:creationId xmlns:a16="http://schemas.microsoft.com/office/drawing/2014/main" xmlns="" id="{FB7EFA78-B2E8-045F-05EE-7521EF43F413}"/>
                </a:ext>
              </a:extLst>
            </p:cNvPr>
            <p:cNvSpPr/>
            <p:nvPr/>
          </p:nvSpPr>
          <p:spPr>
            <a:xfrm>
              <a:off x="737171" y="5636574"/>
              <a:ext cx="1266290" cy="554804"/>
            </a:xfrm>
            <a:prstGeom prst="roundRect">
              <a:avLst>
                <a:gd name="adj" fmla="val 1111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Microsoft YaHei" panose="020B0503020204020204" pitchFamily="34" charset="-122"/>
                <a:ea typeface="Microsoft YaHei" panose="020B0503020204020204" pitchFamily="34" charset="-122"/>
              </a:endParaRPr>
            </a:p>
          </p:txBody>
        </p:sp>
        <p:sp>
          <p:nvSpPr>
            <p:cNvPr id="5" name="文本框 4">
              <a:extLst>
                <a:ext uri="{FF2B5EF4-FFF2-40B4-BE49-F238E27FC236}">
                  <a16:creationId xmlns:a16="http://schemas.microsoft.com/office/drawing/2014/main" xmlns="" id="{5EFD3A84-F31B-22DD-EF54-F5C1F0ACE69E}"/>
                </a:ext>
              </a:extLst>
            </p:cNvPr>
            <p:cNvSpPr txBox="1"/>
            <p:nvPr/>
          </p:nvSpPr>
          <p:spPr>
            <a:xfrm>
              <a:off x="737171" y="5713921"/>
              <a:ext cx="1266290" cy="400110"/>
            </a:xfrm>
            <a:prstGeom prst="rect">
              <a:avLst/>
            </a:prstGeom>
            <a:noFill/>
          </p:spPr>
          <p:txBody>
            <a:bodyPr wrap="square">
              <a:spAutoFit/>
            </a:bodyPr>
            <a:lstStyle/>
            <a:p>
              <a:pPr algn="ctr"/>
              <a:r>
                <a:rPr lang="zh-CN" altLang="zh-CN" sz="2000" b="1" kern="100" dirty="0">
                  <a:solidFill>
                    <a:schemeClr val="bg1"/>
                  </a:solidFill>
                  <a:effectLst/>
                  <a:latin typeface="Microsoft YaHei" panose="020B0503020204020204" pitchFamily="34" charset="-122"/>
                  <a:ea typeface="Microsoft YaHei" panose="020B0503020204020204" pitchFamily="34" charset="-122"/>
                </a:rPr>
                <a:t>内存</a:t>
              </a:r>
              <a:r>
                <a:rPr lang="zh-CN" altLang="en-US" sz="2000" b="1" kern="100" dirty="0">
                  <a:solidFill>
                    <a:schemeClr val="bg1"/>
                  </a:solidFill>
                  <a:effectLst/>
                  <a:latin typeface="Microsoft YaHei" panose="020B0503020204020204" pitchFamily="34" charset="-122"/>
                  <a:ea typeface="Microsoft YaHei" panose="020B0503020204020204" pitchFamily="34" charset="-122"/>
                </a:rPr>
                <a:t>保护</a:t>
              </a:r>
              <a:endParaRPr lang="zh-CN" altLang="en-US" sz="2000" b="1" dirty="0">
                <a:solidFill>
                  <a:schemeClr val="bg1"/>
                </a:solidFill>
                <a:latin typeface="Microsoft YaHei" panose="020B0503020204020204" pitchFamily="34" charset="-122"/>
                <a:ea typeface="Microsoft YaHei" panose="020B0503020204020204" pitchFamily="34" charset="-122"/>
              </a:endParaRPr>
            </a:p>
          </p:txBody>
        </p:sp>
      </p:grpSp>
      <p:grpSp>
        <p:nvGrpSpPr>
          <p:cNvPr id="10" name="组合 9">
            <a:extLst>
              <a:ext uri="{FF2B5EF4-FFF2-40B4-BE49-F238E27FC236}">
                <a16:creationId xmlns:a16="http://schemas.microsoft.com/office/drawing/2014/main" xmlns="" id="{CCDD5216-2BE5-6FDB-0E8A-E8ED60BED14C}"/>
              </a:ext>
            </a:extLst>
          </p:cNvPr>
          <p:cNvGrpSpPr/>
          <p:nvPr/>
        </p:nvGrpSpPr>
        <p:grpSpPr>
          <a:xfrm>
            <a:off x="2817686" y="2341867"/>
            <a:ext cx="1266290" cy="554804"/>
            <a:chOff x="737171" y="5636574"/>
            <a:chExt cx="1266290" cy="554804"/>
          </a:xfrm>
        </p:grpSpPr>
        <p:sp>
          <p:nvSpPr>
            <p:cNvPr id="11" name="圆角矩形 10">
              <a:extLst>
                <a:ext uri="{FF2B5EF4-FFF2-40B4-BE49-F238E27FC236}">
                  <a16:creationId xmlns:a16="http://schemas.microsoft.com/office/drawing/2014/main" xmlns="" id="{E691DFDB-728F-93E4-6766-FBDAAD5DC998}"/>
                </a:ext>
              </a:extLst>
            </p:cNvPr>
            <p:cNvSpPr/>
            <p:nvPr/>
          </p:nvSpPr>
          <p:spPr>
            <a:xfrm>
              <a:off x="737171" y="5636574"/>
              <a:ext cx="1266290" cy="554804"/>
            </a:xfrm>
            <a:prstGeom prst="roundRect">
              <a:avLst>
                <a:gd name="adj" fmla="val 1111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Microsoft YaHei" panose="020B0503020204020204" pitchFamily="34" charset="-122"/>
                <a:ea typeface="Microsoft YaHei" panose="020B0503020204020204" pitchFamily="34" charset="-122"/>
              </a:endParaRPr>
            </a:p>
          </p:txBody>
        </p:sp>
        <p:sp>
          <p:nvSpPr>
            <p:cNvPr id="12" name="文本框 11">
              <a:extLst>
                <a:ext uri="{FF2B5EF4-FFF2-40B4-BE49-F238E27FC236}">
                  <a16:creationId xmlns:a16="http://schemas.microsoft.com/office/drawing/2014/main" xmlns="" id="{F22C9756-3DB3-0B1C-7C50-969552C49F09}"/>
                </a:ext>
              </a:extLst>
            </p:cNvPr>
            <p:cNvSpPr txBox="1"/>
            <p:nvPr/>
          </p:nvSpPr>
          <p:spPr>
            <a:xfrm>
              <a:off x="737171" y="5713921"/>
              <a:ext cx="1266290" cy="400110"/>
            </a:xfrm>
            <a:prstGeom prst="rect">
              <a:avLst/>
            </a:prstGeom>
            <a:noFill/>
          </p:spPr>
          <p:txBody>
            <a:bodyPr wrap="square">
              <a:spAutoFit/>
            </a:bodyPr>
            <a:lstStyle/>
            <a:p>
              <a:pPr algn="ctr"/>
              <a:r>
                <a:rPr lang="zh-CN" altLang="en-US" sz="2000" b="1" dirty="0">
                  <a:solidFill>
                    <a:schemeClr val="bg1"/>
                  </a:solidFill>
                  <a:latin typeface="Microsoft YaHei" panose="020B0503020204020204" pitchFamily="34" charset="-122"/>
                  <a:ea typeface="Microsoft YaHei" panose="020B0503020204020204" pitchFamily="34" charset="-122"/>
                </a:rPr>
                <a:t>保护内容</a:t>
              </a:r>
            </a:p>
          </p:txBody>
        </p:sp>
      </p:grpSp>
      <p:grpSp>
        <p:nvGrpSpPr>
          <p:cNvPr id="13" name="组合 12">
            <a:extLst>
              <a:ext uri="{FF2B5EF4-FFF2-40B4-BE49-F238E27FC236}">
                <a16:creationId xmlns:a16="http://schemas.microsoft.com/office/drawing/2014/main" xmlns="" id="{4F11AC97-D4BE-F015-5771-C39D03094FD1}"/>
              </a:ext>
            </a:extLst>
          </p:cNvPr>
          <p:cNvGrpSpPr/>
          <p:nvPr/>
        </p:nvGrpSpPr>
        <p:grpSpPr>
          <a:xfrm>
            <a:off x="2817686" y="3638473"/>
            <a:ext cx="1266290" cy="554804"/>
            <a:chOff x="737171" y="5636574"/>
            <a:chExt cx="1266290" cy="554804"/>
          </a:xfrm>
        </p:grpSpPr>
        <p:sp>
          <p:nvSpPr>
            <p:cNvPr id="14" name="圆角矩形 13">
              <a:extLst>
                <a:ext uri="{FF2B5EF4-FFF2-40B4-BE49-F238E27FC236}">
                  <a16:creationId xmlns:a16="http://schemas.microsoft.com/office/drawing/2014/main" xmlns="" id="{4CC6D570-2235-2950-8814-C23F9771BF45}"/>
                </a:ext>
              </a:extLst>
            </p:cNvPr>
            <p:cNvSpPr/>
            <p:nvPr/>
          </p:nvSpPr>
          <p:spPr>
            <a:xfrm>
              <a:off x="737171" y="5636574"/>
              <a:ext cx="1266290" cy="554804"/>
            </a:xfrm>
            <a:prstGeom prst="roundRect">
              <a:avLst>
                <a:gd name="adj" fmla="val 1111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Microsoft YaHei" panose="020B0503020204020204" pitchFamily="34" charset="-122"/>
                <a:ea typeface="Microsoft YaHei" panose="020B0503020204020204" pitchFamily="34" charset="-122"/>
              </a:endParaRPr>
            </a:p>
          </p:txBody>
        </p:sp>
        <p:sp>
          <p:nvSpPr>
            <p:cNvPr id="15" name="文本框 14">
              <a:extLst>
                <a:ext uri="{FF2B5EF4-FFF2-40B4-BE49-F238E27FC236}">
                  <a16:creationId xmlns:a16="http://schemas.microsoft.com/office/drawing/2014/main" xmlns="" id="{EB5902AC-10E0-B8F4-E26E-A12F0726B820}"/>
                </a:ext>
              </a:extLst>
            </p:cNvPr>
            <p:cNvSpPr txBox="1"/>
            <p:nvPr/>
          </p:nvSpPr>
          <p:spPr>
            <a:xfrm>
              <a:off x="737171" y="5713921"/>
              <a:ext cx="1266290" cy="400110"/>
            </a:xfrm>
            <a:prstGeom prst="rect">
              <a:avLst/>
            </a:prstGeom>
            <a:noFill/>
          </p:spPr>
          <p:txBody>
            <a:bodyPr wrap="square">
              <a:spAutoFit/>
            </a:bodyPr>
            <a:lstStyle/>
            <a:p>
              <a:pPr algn="ctr"/>
              <a:r>
                <a:rPr lang="zh-CN" altLang="en-US" sz="2000" b="1" dirty="0">
                  <a:solidFill>
                    <a:schemeClr val="bg1"/>
                  </a:solidFill>
                  <a:latin typeface="Microsoft YaHei" panose="020B0503020204020204" pitchFamily="34" charset="-122"/>
                  <a:ea typeface="Microsoft YaHei" panose="020B0503020204020204" pitchFamily="34" charset="-122"/>
                </a:rPr>
                <a:t>目的</a:t>
              </a:r>
            </a:p>
          </p:txBody>
        </p:sp>
      </p:grpSp>
      <p:sp>
        <p:nvSpPr>
          <p:cNvPr id="19" name="圆角矩形 18">
            <a:extLst>
              <a:ext uri="{FF2B5EF4-FFF2-40B4-BE49-F238E27FC236}">
                <a16:creationId xmlns:a16="http://schemas.microsoft.com/office/drawing/2014/main" xmlns="" id="{AAA96111-1CEB-A398-AB04-43E850E5CE4E}"/>
              </a:ext>
            </a:extLst>
          </p:cNvPr>
          <p:cNvSpPr/>
          <p:nvPr/>
        </p:nvSpPr>
        <p:spPr>
          <a:xfrm>
            <a:off x="4315259" y="2132701"/>
            <a:ext cx="6831724" cy="973136"/>
          </a:xfrm>
          <a:prstGeom prst="roundRect">
            <a:avLst>
              <a:gd name="adj" fmla="val 7026"/>
            </a:avLst>
          </a:prstGeom>
          <a:solidFill>
            <a:schemeClr val="bg1"/>
          </a:solidFill>
          <a:ln>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lnSpc>
                <a:spcPts val="2800"/>
              </a:lnSpc>
            </a:pPr>
            <a:r>
              <a:rPr lang="zh-CN" altLang="zh-CN" sz="1600" kern="100" dirty="0">
                <a:solidFill>
                  <a:schemeClr val="tx1"/>
                </a:solidFill>
                <a:effectLst/>
                <a:latin typeface="+mj-ea"/>
                <a:ea typeface="+mj-ea"/>
                <a:cs typeface="Times New Roman" panose="02020603050405020304" pitchFamily="18" charset="0"/>
              </a:rPr>
              <a:t>保护系统程序区不被用户有意或无意的侵犯</a:t>
            </a:r>
            <a:endParaRPr lang="en-US" altLang="zh-CN" sz="1600" kern="100" dirty="0">
              <a:solidFill>
                <a:schemeClr val="tx1"/>
              </a:solidFill>
              <a:latin typeface="+mj-ea"/>
              <a:ea typeface="+mj-ea"/>
              <a:cs typeface="Times New Roman" panose="02020603050405020304" pitchFamily="18" charset="0"/>
            </a:endParaRPr>
          </a:p>
          <a:p>
            <a:pPr algn="just">
              <a:lnSpc>
                <a:spcPts val="2800"/>
              </a:lnSpc>
            </a:pPr>
            <a:r>
              <a:rPr lang="zh-CN" altLang="zh-CN" sz="1600" kern="100" dirty="0">
                <a:solidFill>
                  <a:schemeClr val="tx1"/>
                </a:solidFill>
                <a:effectLst/>
                <a:latin typeface="+mj-ea"/>
                <a:ea typeface="+mj-ea"/>
                <a:cs typeface="Times New Roman" panose="02020603050405020304" pitchFamily="18" charset="0"/>
              </a:rPr>
              <a:t>不允许用户程序读写不属于自己程序的内存空间</a:t>
            </a:r>
            <a:endParaRPr lang="zh-CN" altLang="zh-CN" sz="1600" kern="100" dirty="0">
              <a:solidFill>
                <a:schemeClr val="tx1"/>
              </a:solidFill>
              <a:effectLst/>
              <a:latin typeface="+mj-ea"/>
              <a:ea typeface="+mj-ea"/>
            </a:endParaRPr>
          </a:p>
        </p:txBody>
      </p:sp>
      <p:sp>
        <p:nvSpPr>
          <p:cNvPr id="20" name="圆角矩形 19">
            <a:extLst>
              <a:ext uri="{FF2B5EF4-FFF2-40B4-BE49-F238E27FC236}">
                <a16:creationId xmlns:a16="http://schemas.microsoft.com/office/drawing/2014/main" xmlns="" id="{713DB26B-1190-D90E-EB43-4175DAFA4E6C}"/>
              </a:ext>
            </a:extLst>
          </p:cNvPr>
          <p:cNvSpPr/>
          <p:nvPr/>
        </p:nvSpPr>
        <p:spPr>
          <a:xfrm>
            <a:off x="4315259" y="3328657"/>
            <a:ext cx="6831724" cy="1214934"/>
          </a:xfrm>
          <a:prstGeom prst="roundRect">
            <a:avLst>
              <a:gd name="adj" fmla="val 7026"/>
            </a:avLst>
          </a:prstGeom>
          <a:solidFill>
            <a:schemeClr val="bg1"/>
          </a:solidFill>
          <a:ln>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lnSpc>
                <a:spcPts val="2800"/>
              </a:lnSpc>
            </a:pPr>
            <a:r>
              <a:rPr lang="zh-CN" altLang="zh-CN" sz="1600" kern="100" dirty="0">
                <a:solidFill>
                  <a:schemeClr val="tx1"/>
                </a:solidFill>
                <a:effectLst/>
                <a:latin typeface="Microsoft YaHei" panose="020B0503020204020204" pitchFamily="34" charset="-122"/>
                <a:ea typeface="Microsoft YaHei" panose="020B0503020204020204" pitchFamily="34" charset="-122"/>
                <a:cs typeface="Times New Roman" panose="02020603050405020304" pitchFamily="18" charset="0"/>
              </a:rPr>
              <a:t>多个程序共享内存提供保障，内存中的各道程序，只能访问它自己的区域</a:t>
            </a:r>
            <a:endParaRPr lang="en-US" altLang="zh-CN" sz="1600" kern="100" dirty="0">
              <a:solidFill>
                <a:schemeClr val="tx1"/>
              </a:solidFill>
              <a:effectLst/>
              <a:latin typeface="Microsoft YaHei" panose="020B0503020204020204" pitchFamily="34" charset="-122"/>
              <a:ea typeface="Microsoft YaHei" panose="020B0503020204020204" pitchFamily="34" charset="-122"/>
              <a:cs typeface="Times New Roman" panose="02020603050405020304" pitchFamily="18" charset="0"/>
            </a:endParaRPr>
          </a:p>
          <a:p>
            <a:pPr algn="just">
              <a:lnSpc>
                <a:spcPts val="2800"/>
              </a:lnSpc>
            </a:pPr>
            <a:r>
              <a:rPr lang="zh-CN" altLang="zh-CN" sz="1600" kern="100" dirty="0">
                <a:solidFill>
                  <a:schemeClr val="tx1"/>
                </a:solidFill>
                <a:effectLst/>
                <a:latin typeface="Microsoft YaHei" panose="020B0503020204020204" pitchFamily="34" charset="-122"/>
                <a:ea typeface="Microsoft YaHei" panose="020B0503020204020204" pitchFamily="34" charset="-122"/>
                <a:cs typeface="Times New Roman" panose="02020603050405020304" pitchFamily="18" charset="0"/>
              </a:rPr>
              <a:t>当一道程序发生错误时，不至于影响其他程序的运行</a:t>
            </a:r>
            <a:endParaRPr lang="zh-CN" altLang="zh-CN" sz="1600" kern="100" dirty="0">
              <a:solidFill>
                <a:schemeClr val="tx1"/>
              </a:solidFill>
              <a:effectLst/>
              <a:latin typeface="Microsoft YaHei" panose="020B0503020204020204" pitchFamily="34" charset="-122"/>
              <a:ea typeface="Microsoft YaHei" panose="020B0503020204020204" pitchFamily="34" charset="-122"/>
            </a:endParaRPr>
          </a:p>
        </p:txBody>
      </p:sp>
      <p:cxnSp>
        <p:nvCxnSpPr>
          <p:cNvPr id="23" name="直线连接符 22">
            <a:extLst>
              <a:ext uri="{FF2B5EF4-FFF2-40B4-BE49-F238E27FC236}">
                <a16:creationId xmlns:a16="http://schemas.microsoft.com/office/drawing/2014/main" xmlns="" id="{387DFA00-EDD2-F3B4-60F9-362F6F185959}"/>
              </a:ext>
            </a:extLst>
          </p:cNvPr>
          <p:cNvCxnSpPr>
            <a:cxnSpLocks/>
            <a:stCxn id="5" idx="3"/>
            <a:endCxn id="15" idx="1"/>
          </p:cNvCxnSpPr>
          <p:nvPr/>
        </p:nvCxnSpPr>
        <p:spPr>
          <a:xfrm>
            <a:off x="1852297" y="3911918"/>
            <a:ext cx="965389" cy="3957"/>
          </a:xfrm>
          <a:prstGeom prst="line">
            <a:avLst/>
          </a:prstGeom>
        </p:spPr>
        <p:style>
          <a:lnRef idx="1">
            <a:schemeClr val="accent1"/>
          </a:lnRef>
          <a:fillRef idx="0">
            <a:schemeClr val="accent1"/>
          </a:fillRef>
          <a:effectRef idx="0">
            <a:schemeClr val="accent1"/>
          </a:effectRef>
          <a:fontRef idx="minor">
            <a:schemeClr val="tx1"/>
          </a:fontRef>
        </p:style>
      </p:cxnSp>
      <p:cxnSp>
        <p:nvCxnSpPr>
          <p:cNvPr id="25" name="直线连接符 24">
            <a:extLst>
              <a:ext uri="{FF2B5EF4-FFF2-40B4-BE49-F238E27FC236}">
                <a16:creationId xmlns:a16="http://schemas.microsoft.com/office/drawing/2014/main" xmlns="" id="{E6E69B9A-1DB0-6166-963F-7BFC4AD56DF6}"/>
              </a:ext>
            </a:extLst>
          </p:cNvPr>
          <p:cNvCxnSpPr>
            <a:cxnSpLocks/>
            <a:stCxn id="5" idx="3"/>
            <a:endCxn id="12" idx="1"/>
          </p:cNvCxnSpPr>
          <p:nvPr/>
        </p:nvCxnSpPr>
        <p:spPr>
          <a:xfrm flipV="1">
            <a:off x="1852297" y="2619269"/>
            <a:ext cx="965389" cy="1292649"/>
          </a:xfrm>
          <a:prstGeom prst="line">
            <a:avLst/>
          </a:prstGeom>
        </p:spPr>
        <p:style>
          <a:lnRef idx="1">
            <a:schemeClr val="accent1"/>
          </a:lnRef>
          <a:fillRef idx="0">
            <a:schemeClr val="accent1"/>
          </a:fillRef>
          <a:effectRef idx="0">
            <a:schemeClr val="accent1"/>
          </a:effectRef>
          <a:fontRef idx="minor">
            <a:schemeClr val="tx1"/>
          </a:fontRef>
        </p:style>
      </p:cxnSp>
      <p:sp>
        <p:nvSpPr>
          <p:cNvPr id="3" name="文本框 2">
            <a:extLst>
              <a:ext uri="{FF2B5EF4-FFF2-40B4-BE49-F238E27FC236}">
                <a16:creationId xmlns:a16="http://schemas.microsoft.com/office/drawing/2014/main" xmlns="" id="{9C83EAA9-A4AB-399F-562D-874F47958900}"/>
              </a:ext>
            </a:extLst>
          </p:cNvPr>
          <p:cNvSpPr txBox="1"/>
          <p:nvPr/>
        </p:nvSpPr>
        <p:spPr>
          <a:xfrm>
            <a:off x="586007" y="1163211"/>
            <a:ext cx="11019985" cy="685893"/>
          </a:xfrm>
          <a:prstGeom prst="rect">
            <a:avLst/>
          </a:prstGeom>
          <a:noFill/>
        </p:spPr>
        <p:txBody>
          <a:bodyPr wrap="square" rtlCol="0">
            <a:spAutoFit/>
          </a:bodyPr>
          <a:lstStyle/>
          <a:p>
            <a:pPr>
              <a:lnSpc>
                <a:spcPts val="2400"/>
              </a:lnSpc>
            </a:pPr>
            <a:r>
              <a:rPr lang="zh-CN" altLang="zh-CN" sz="1800" kern="100" dirty="0">
                <a:effectLst/>
                <a:latin typeface="+mj-ea"/>
                <a:ea typeface="+mj-ea"/>
              </a:rPr>
              <a:t>在多道程序系统中，内存中既有操作系统，又有许多用户程序。为使系统正常运行，避免内存中各程序相互干扰，必须对内存中的程序和数据进行保护</a:t>
            </a:r>
          </a:p>
        </p:txBody>
      </p:sp>
      <p:grpSp>
        <p:nvGrpSpPr>
          <p:cNvPr id="21" name="组合 20">
            <a:extLst>
              <a:ext uri="{FF2B5EF4-FFF2-40B4-BE49-F238E27FC236}">
                <a16:creationId xmlns:a16="http://schemas.microsoft.com/office/drawing/2014/main" xmlns="" id="{D262CF64-9E00-354E-49C2-E92906CF1C2B}"/>
              </a:ext>
            </a:extLst>
          </p:cNvPr>
          <p:cNvGrpSpPr/>
          <p:nvPr/>
        </p:nvGrpSpPr>
        <p:grpSpPr>
          <a:xfrm>
            <a:off x="2817686" y="5307103"/>
            <a:ext cx="1266290" cy="554804"/>
            <a:chOff x="737171" y="5636574"/>
            <a:chExt cx="1266290" cy="554804"/>
          </a:xfrm>
        </p:grpSpPr>
        <p:sp>
          <p:nvSpPr>
            <p:cNvPr id="24" name="圆角矩形 23">
              <a:extLst>
                <a:ext uri="{FF2B5EF4-FFF2-40B4-BE49-F238E27FC236}">
                  <a16:creationId xmlns:a16="http://schemas.microsoft.com/office/drawing/2014/main" xmlns="" id="{37F31D82-13C2-5D93-0516-17ED7076E1C2}"/>
                </a:ext>
              </a:extLst>
            </p:cNvPr>
            <p:cNvSpPr/>
            <p:nvPr/>
          </p:nvSpPr>
          <p:spPr>
            <a:xfrm>
              <a:off x="737171" y="5636574"/>
              <a:ext cx="1266290" cy="554804"/>
            </a:xfrm>
            <a:prstGeom prst="roundRect">
              <a:avLst>
                <a:gd name="adj" fmla="val 1111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Microsoft YaHei" panose="020B0503020204020204" pitchFamily="34" charset="-122"/>
                <a:ea typeface="Microsoft YaHei" panose="020B0503020204020204" pitchFamily="34" charset="-122"/>
              </a:endParaRPr>
            </a:p>
          </p:txBody>
        </p:sp>
        <p:sp>
          <p:nvSpPr>
            <p:cNvPr id="26" name="文本框 25">
              <a:extLst>
                <a:ext uri="{FF2B5EF4-FFF2-40B4-BE49-F238E27FC236}">
                  <a16:creationId xmlns:a16="http://schemas.microsoft.com/office/drawing/2014/main" xmlns="" id="{DED933D9-B054-337D-AF0F-71E800ADE82C}"/>
                </a:ext>
              </a:extLst>
            </p:cNvPr>
            <p:cNvSpPr txBox="1"/>
            <p:nvPr/>
          </p:nvSpPr>
          <p:spPr>
            <a:xfrm>
              <a:off x="737171" y="5713921"/>
              <a:ext cx="1266290" cy="400110"/>
            </a:xfrm>
            <a:prstGeom prst="rect">
              <a:avLst/>
            </a:prstGeom>
            <a:noFill/>
          </p:spPr>
          <p:txBody>
            <a:bodyPr wrap="square">
              <a:spAutoFit/>
            </a:bodyPr>
            <a:lstStyle/>
            <a:p>
              <a:pPr algn="ctr"/>
              <a:r>
                <a:rPr lang="zh-CN" altLang="en-US" sz="2000" b="1" dirty="0">
                  <a:solidFill>
                    <a:schemeClr val="bg1"/>
                  </a:solidFill>
                  <a:latin typeface="Microsoft YaHei" panose="020B0503020204020204" pitchFamily="34" charset="-122"/>
                  <a:ea typeface="Microsoft YaHei" panose="020B0503020204020204" pitchFamily="34" charset="-122"/>
                </a:rPr>
                <a:t>方法</a:t>
              </a:r>
            </a:p>
          </p:txBody>
        </p:sp>
      </p:grpSp>
      <p:cxnSp>
        <p:nvCxnSpPr>
          <p:cNvPr id="27" name="直线连接符 26">
            <a:extLst>
              <a:ext uri="{FF2B5EF4-FFF2-40B4-BE49-F238E27FC236}">
                <a16:creationId xmlns:a16="http://schemas.microsoft.com/office/drawing/2014/main" xmlns="" id="{17DCFAB4-825B-03CA-DAE2-9EC8652C86D9}"/>
              </a:ext>
            </a:extLst>
          </p:cNvPr>
          <p:cNvCxnSpPr>
            <a:cxnSpLocks/>
            <a:endCxn id="26" idx="1"/>
          </p:cNvCxnSpPr>
          <p:nvPr/>
        </p:nvCxnSpPr>
        <p:spPr>
          <a:xfrm>
            <a:off x="1852296" y="3911918"/>
            <a:ext cx="965390" cy="1672587"/>
          </a:xfrm>
          <a:prstGeom prst="line">
            <a:avLst/>
          </a:prstGeom>
        </p:spPr>
        <p:style>
          <a:lnRef idx="1">
            <a:schemeClr val="accent1"/>
          </a:lnRef>
          <a:fillRef idx="0">
            <a:schemeClr val="accent1"/>
          </a:fillRef>
          <a:effectRef idx="0">
            <a:schemeClr val="accent1"/>
          </a:effectRef>
          <a:fontRef idx="minor">
            <a:schemeClr val="tx1"/>
          </a:fontRef>
        </p:style>
      </p:cxnSp>
      <p:sp>
        <p:nvSpPr>
          <p:cNvPr id="29" name="圆角矩形 28">
            <a:extLst>
              <a:ext uri="{FF2B5EF4-FFF2-40B4-BE49-F238E27FC236}">
                <a16:creationId xmlns:a16="http://schemas.microsoft.com/office/drawing/2014/main" xmlns="" id="{C6C20FBB-FCB0-5C6E-8C34-D967B3B8D69C}"/>
              </a:ext>
            </a:extLst>
          </p:cNvPr>
          <p:cNvSpPr/>
          <p:nvPr/>
        </p:nvSpPr>
        <p:spPr>
          <a:xfrm>
            <a:off x="4315259" y="4922353"/>
            <a:ext cx="6831724" cy="1324303"/>
          </a:xfrm>
          <a:prstGeom prst="roundRect">
            <a:avLst>
              <a:gd name="adj" fmla="val 7026"/>
            </a:avLst>
          </a:prstGeom>
          <a:solidFill>
            <a:schemeClr val="bg1"/>
          </a:solidFill>
          <a:ln>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zh-CN" altLang="zh-CN" sz="1600" b="1" kern="100" dirty="0">
                <a:solidFill>
                  <a:srgbClr val="C00000"/>
                </a:solidFill>
                <a:effectLst/>
                <a:latin typeface="Microsoft YaHei" panose="020B0503020204020204" pitchFamily="34" charset="-122"/>
                <a:ea typeface="Microsoft YaHei" panose="020B0503020204020204" pitchFamily="34" charset="-122"/>
              </a:rPr>
              <a:t>地址越界保护</a:t>
            </a:r>
            <a:r>
              <a:rPr lang="zh-CN" altLang="en-US" sz="1600" b="1" kern="100" dirty="0">
                <a:solidFill>
                  <a:srgbClr val="C00000"/>
                </a:solidFill>
                <a:effectLst/>
                <a:latin typeface="Microsoft YaHei" panose="020B0503020204020204" pitchFamily="34" charset="-122"/>
                <a:ea typeface="Microsoft YaHei" panose="020B0503020204020204" pitchFamily="34" charset="-122"/>
              </a:rPr>
              <a:t>：</a:t>
            </a:r>
            <a:r>
              <a:rPr lang="zh-CN" altLang="zh-CN" sz="1600" kern="100" dirty="0">
                <a:solidFill>
                  <a:schemeClr val="tx1"/>
                </a:solidFill>
                <a:effectLst/>
                <a:latin typeface="Microsoft YaHei" panose="020B0503020204020204" pitchFamily="34" charset="-122"/>
                <a:ea typeface="Microsoft YaHei" panose="020B0503020204020204" pitchFamily="34" charset="-122"/>
                <a:cs typeface="Times New Roman" panose="02020603050405020304" pitchFamily="18" charset="0"/>
              </a:rPr>
              <a:t>进程在运行时所产生的地址超出其地址空间范围，则发生地址越界</a:t>
            </a:r>
            <a:endParaRPr lang="en-US" altLang="zh-CN" sz="1600" kern="100" dirty="0">
              <a:solidFill>
                <a:schemeClr val="tx1"/>
              </a:solidFill>
              <a:effectLst/>
              <a:latin typeface="Microsoft YaHei" panose="020B0503020204020204" pitchFamily="34" charset="-122"/>
              <a:ea typeface="Microsoft YaHei" panose="020B0503020204020204" pitchFamily="34" charset="-122"/>
              <a:cs typeface="Times New Roman" panose="02020603050405020304" pitchFamily="18" charset="0"/>
            </a:endParaRPr>
          </a:p>
          <a:p>
            <a:pPr algn="just"/>
            <a:r>
              <a:rPr lang="zh-CN" altLang="zh-CN" sz="1600" b="1" kern="100" dirty="0">
                <a:solidFill>
                  <a:srgbClr val="C00000"/>
                </a:solidFill>
                <a:effectLst/>
                <a:latin typeface="Microsoft YaHei" panose="020B0503020204020204" pitchFamily="34" charset="-122"/>
                <a:ea typeface="Microsoft YaHei" panose="020B0503020204020204" pitchFamily="34" charset="-122"/>
              </a:rPr>
              <a:t>权限保护</a:t>
            </a:r>
            <a:r>
              <a:rPr lang="zh-CN" altLang="en-US" sz="1600" b="1" kern="100" dirty="0">
                <a:solidFill>
                  <a:srgbClr val="C00000"/>
                </a:solidFill>
                <a:effectLst/>
                <a:latin typeface="Microsoft YaHei" panose="020B0503020204020204" pitchFamily="34" charset="-122"/>
                <a:ea typeface="Microsoft YaHei" panose="020B0503020204020204" pitchFamily="34" charset="-122"/>
              </a:rPr>
              <a:t>：</a:t>
            </a:r>
            <a:r>
              <a:rPr lang="zh-CN" altLang="zh-CN" sz="1600" kern="100" dirty="0">
                <a:solidFill>
                  <a:schemeClr val="tx1"/>
                </a:solidFill>
                <a:effectLst/>
                <a:latin typeface="Microsoft YaHei" panose="020B0503020204020204" pitchFamily="34" charset="-122"/>
                <a:ea typeface="Microsoft YaHei" panose="020B0503020204020204" pitchFamily="34" charset="-122"/>
              </a:rPr>
              <a:t>对多个进程共享的公共区域，每个进程都有自己的访问权限</a:t>
            </a:r>
          </a:p>
        </p:txBody>
      </p:sp>
    </p:spTree>
    <p:extLst>
      <p:ext uri="{BB962C8B-B14F-4D97-AF65-F5344CB8AC3E}">
        <p14:creationId xmlns:p14="http://schemas.microsoft.com/office/powerpoint/2010/main" xmlns="" val="450603135"/>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p:txBody>
          <a:bodyPr/>
          <a:lstStyle/>
          <a:p>
            <a:r>
              <a:rPr lang="en-US" altLang="zh-CN" dirty="0">
                <a:sym typeface="Arial" panose="020B0604020202020204" pitchFamily="34" charset="0"/>
              </a:rPr>
              <a:t>5.1.2</a:t>
            </a:r>
            <a:r>
              <a:rPr lang="zh-CN" altLang="en-US" dirty="0">
                <a:sym typeface="Arial" panose="020B0604020202020204" pitchFamily="34" charset="0"/>
              </a:rPr>
              <a:t>存储管理的任务 </a:t>
            </a:r>
            <a:r>
              <a:rPr lang="en-US" altLang="zh-CN" dirty="0">
                <a:sym typeface="Arial" panose="020B0604020202020204" pitchFamily="34" charset="0"/>
              </a:rPr>
              <a:t>I</a:t>
            </a:r>
            <a:r>
              <a:rPr lang="zh-CN" altLang="en-US" dirty="0">
                <a:sym typeface="Arial" panose="020B0604020202020204" pitchFamily="34" charset="0"/>
              </a:rPr>
              <a:t>“扩充”内存容量</a:t>
            </a:r>
          </a:p>
        </p:txBody>
      </p:sp>
      <p:grpSp>
        <p:nvGrpSpPr>
          <p:cNvPr id="5" name="组合 4">
            <a:extLst>
              <a:ext uri="{FF2B5EF4-FFF2-40B4-BE49-F238E27FC236}">
                <a16:creationId xmlns:a16="http://schemas.microsoft.com/office/drawing/2014/main" xmlns="" id="{3498E964-3435-1597-A2E5-960521FCE24D}"/>
              </a:ext>
            </a:extLst>
          </p:cNvPr>
          <p:cNvGrpSpPr/>
          <p:nvPr/>
        </p:nvGrpSpPr>
        <p:grpSpPr>
          <a:xfrm>
            <a:off x="442913" y="3283456"/>
            <a:ext cx="1860277" cy="554804"/>
            <a:chOff x="737170" y="5636574"/>
            <a:chExt cx="1860277" cy="554804"/>
          </a:xfrm>
        </p:grpSpPr>
        <p:sp>
          <p:nvSpPr>
            <p:cNvPr id="6" name="圆角矩形 5">
              <a:extLst>
                <a:ext uri="{FF2B5EF4-FFF2-40B4-BE49-F238E27FC236}">
                  <a16:creationId xmlns:a16="http://schemas.microsoft.com/office/drawing/2014/main" xmlns="" id="{4B198770-0E8E-DA98-AF06-1ABBA41E47FA}"/>
                </a:ext>
              </a:extLst>
            </p:cNvPr>
            <p:cNvSpPr/>
            <p:nvPr/>
          </p:nvSpPr>
          <p:spPr>
            <a:xfrm>
              <a:off x="737171" y="5636574"/>
              <a:ext cx="1860276" cy="554804"/>
            </a:xfrm>
            <a:prstGeom prst="roundRect">
              <a:avLst>
                <a:gd name="adj" fmla="val 1111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Microsoft YaHei" panose="020B0503020204020204" pitchFamily="34" charset="-122"/>
                <a:ea typeface="Microsoft YaHei" panose="020B0503020204020204" pitchFamily="34" charset="-122"/>
              </a:endParaRPr>
            </a:p>
          </p:txBody>
        </p:sp>
        <p:sp>
          <p:nvSpPr>
            <p:cNvPr id="7" name="文本框 6">
              <a:extLst>
                <a:ext uri="{FF2B5EF4-FFF2-40B4-BE49-F238E27FC236}">
                  <a16:creationId xmlns:a16="http://schemas.microsoft.com/office/drawing/2014/main" xmlns="" id="{28D3B320-D2A4-F4E7-0E76-9E9B9CFD9737}"/>
                </a:ext>
              </a:extLst>
            </p:cNvPr>
            <p:cNvSpPr txBox="1"/>
            <p:nvPr/>
          </p:nvSpPr>
          <p:spPr>
            <a:xfrm>
              <a:off x="737170" y="5713921"/>
              <a:ext cx="1860275" cy="400110"/>
            </a:xfrm>
            <a:prstGeom prst="rect">
              <a:avLst/>
            </a:prstGeom>
            <a:noFill/>
          </p:spPr>
          <p:txBody>
            <a:bodyPr wrap="square">
              <a:spAutoFit/>
            </a:bodyPr>
            <a:lstStyle/>
            <a:p>
              <a:pPr algn="ctr"/>
              <a:r>
                <a:rPr lang="zh-CN" altLang="en-US" sz="2000" b="1" kern="100" dirty="0">
                  <a:solidFill>
                    <a:schemeClr val="bg1"/>
                  </a:solidFill>
                  <a:latin typeface="Microsoft YaHei" panose="020B0503020204020204" pitchFamily="34" charset="-122"/>
                  <a:ea typeface="Microsoft YaHei" panose="020B0503020204020204" pitchFamily="34" charset="-122"/>
                </a:rPr>
                <a:t>扩充</a:t>
              </a:r>
              <a:r>
                <a:rPr lang="zh-CN" altLang="zh-CN" sz="2000" b="1" kern="100" dirty="0">
                  <a:solidFill>
                    <a:schemeClr val="bg1"/>
                  </a:solidFill>
                  <a:effectLst/>
                  <a:latin typeface="Microsoft YaHei" panose="020B0503020204020204" pitchFamily="34" charset="-122"/>
                  <a:ea typeface="Microsoft YaHei" panose="020B0503020204020204" pitchFamily="34" charset="-122"/>
                </a:rPr>
                <a:t>内存</a:t>
              </a:r>
              <a:r>
                <a:rPr lang="zh-CN" altLang="en-US" sz="2000" b="1" kern="100" dirty="0">
                  <a:solidFill>
                    <a:schemeClr val="bg1"/>
                  </a:solidFill>
                  <a:effectLst/>
                  <a:latin typeface="Microsoft YaHei" panose="020B0503020204020204" pitchFamily="34" charset="-122"/>
                  <a:ea typeface="Microsoft YaHei" panose="020B0503020204020204" pitchFamily="34" charset="-122"/>
                </a:rPr>
                <a:t>容量</a:t>
              </a:r>
              <a:endParaRPr lang="zh-CN" altLang="en-US" sz="2000" b="1" dirty="0">
                <a:solidFill>
                  <a:schemeClr val="bg1"/>
                </a:solidFill>
                <a:latin typeface="Microsoft YaHei" panose="020B0503020204020204" pitchFamily="34" charset="-122"/>
                <a:ea typeface="Microsoft YaHei" panose="020B0503020204020204" pitchFamily="34" charset="-122"/>
              </a:endParaRPr>
            </a:p>
          </p:txBody>
        </p:sp>
      </p:grpSp>
      <p:grpSp>
        <p:nvGrpSpPr>
          <p:cNvPr id="9" name="组合 8">
            <a:extLst>
              <a:ext uri="{FF2B5EF4-FFF2-40B4-BE49-F238E27FC236}">
                <a16:creationId xmlns:a16="http://schemas.microsoft.com/office/drawing/2014/main" xmlns="" id="{541E657C-3BE0-FF31-2A55-125D4A7C180E}"/>
              </a:ext>
            </a:extLst>
          </p:cNvPr>
          <p:cNvGrpSpPr/>
          <p:nvPr/>
        </p:nvGrpSpPr>
        <p:grpSpPr>
          <a:xfrm>
            <a:off x="3268581" y="2016046"/>
            <a:ext cx="1266290" cy="554804"/>
            <a:chOff x="737171" y="5636574"/>
            <a:chExt cx="1266290" cy="554804"/>
          </a:xfrm>
        </p:grpSpPr>
        <p:sp>
          <p:nvSpPr>
            <p:cNvPr id="10" name="圆角矩形 9">
              <a:extLst>
                <a:ext uri="{FF2B5EF4-FFF2-40B4-BE49-F238E27FC236}">
                  <a16:creationId xmlns:a16="http://schemas.microsoft.com/office/drawing/2014/main" xmlns="" id="{7CB22175-7BDD-291F-B11E-BF641E433712}"/>
                </a:ext>
              </a:extLst>
            </p:cNvPr>
            <p:cNvSpPr/>
            <p:nvPr/>
          </p:nvSpPr>
          <p:spPr>
            <a:xfrm>
              <a:off x="737171" y="5636574"/>
              <a:ext cx="1266290" cy="554804"/>
            </a:xfrm>
            <a:prstGeom prst="roundRect">
              <a:avLst>
                <a:gd name="adj" fmla="val 1111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Microsoft YaHei" panose="020B0503020204020204" pitchFamily="34" charset="-122"/>
                <a:ea typeface="Microsoft YaHei" panose="020B0503020204020204" pitchFamily="34" charset="-122"/>
              </a:endParaRPr>
            </a:p>
          </p:txBody>
        </p:sp>
        <p:sp>
          <p:nvSpPr>
            <p:cNvPr id="11" name="文本框 10">
              <a:extLst>
                <a:ext uri="{FF2B5EF4-FFF2-40B4-BE49-F238E27FC236}">
                  <a16:creationId xmlns:a16="http://schemas.microsoft.com/office/drawing/2014/main" xmlns="" id="{A102184C-9D9E-0DDB-119C-1E161B4BE5CF}"/>
                </a:ext>
              </a:extLst>
            </p:cNvPr>
            <p:cNvSpPr txBox="1"/>
            <p:nvPr/>
          </p:nvSpPr>
          <p:spPr>
            <a:xfrm>
              <a:off x="737171" y="5713921"/>
              <a:ext cx="1266290" cy="400110"/>
            </a:xfrm>
            <a:prstGeom prst="rect">
              <a:avLst/>
            </a:prstGeom>
            <a:noFill/>
          </p:spPr>
          <p:txBody>
            <a:bodyPr wrap="square">
              <a:spAutoFit/>
            </a:bodyPr>
            <a:lstStyle/>
            <a:p>
              <a:pPr algn="ctr"/>
              <a:r>
                <a:rPr lang="zh-CN" altLang="en-US" sz="2000" b="1" dirty="0">
                  <a:solidFill>
                    <a:schemeClr val="bg1"/>
                  </a:solidFill>
                  <a:latin typeface="Microsoft YaHei" panose="020B0503020204020204" pitchFamily="34" charset="-122"/>
                  <a:ea typeface="Microsoft YaHei" panose="020B0503020204020204" pitchFamily="34" charset="-122"/>
                </a:rPr>
                <a:t>目的</a:t>
              </a:r>
            </a:p>
          </p:txBody>
        </p:sp>
      </p:grpSp>
      <p:grpSp>
        <p:nvGrpSpPr>
          <p:cNvPr id="12" name="组合 11">
            <a:extLst>
              <a:ext uri="{FF2B5EF4-FFF2-40B4-BE49-F238E27FC236}">
                <a16:creationId xmlns:a16="http://schemas.microsoft.com/office/drawing/2014/main" xmlns="" id="{2CE3D1C3-F8E4-782F-AED3-1E684B68182E}"/>
              </a:ext>
            </a:extLst>
          </p:cNvPr>
          <p:cNvGrpSpPr/>
          <p:nvPr/>
        </p:nvGrpSpPr>
        <p:grpSpPr>
          <a:xfrm>
            <a:off x="3268581" y="3460493"/>
            <a:ext cx="1266290" cy="554804"/>
            <a:chOff x="737171" y="5636574"/>
            <a:chExt cx="1266290" cy="554804"/>
          </a:xfrm>
        </p:grpSpPr>
        <p:sp>
          <p:nvSpPr>
            <p:cNvPr id="13" name="圆角矩形 12">
              <a:extLst>
                <a:ext uri="{FF2B5EF4-FFF2-40B4-BE49-F238E27FC236}">
                  <a16:creationId xmlns:a16="http://schemas.microsoft.com/office/drawing/2014/main" xmlns="" id="{C307079E-C365-62D7-1C07-97C1B0F019F0}"/>
                </a:ext>
              </a:extLst>
            </p:cNvPr>
            <p:cNvSpPr/>
            <p:nvPr/>
          </p:nvSpPr>
          <p:spPr>
            <a:xfrm>
              <a:off x="737171" y="5636574"/>
              <a:ext cx="1266290" cy="554804"/>
            </a:xfrm>
            <a:prstGeom prst="roundRect">
              <a:avLst>
                <a:gd name="adj" fmla="val 1111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Microsoft YaHei" panose="020B0503020204020204" pitchFamily="34" charset="-122"/>
                <a:ea typeface="Microsoft YaHei" panose="020B0503020204020204" pitchFamily="34" charset="-122"/>
              </a:endParaRPr>
            </a:p>
          </p:txBody>
        </p:sp>
        <p:sp>
          <p:nvSpPr>
            <p:cNvPr id="14" name="文本框 13">
              <a:extLst>
                <a:ext uri="{FF2B5EF4-FFF2-40B4-BE49-F238E27FC236}">
                  <a16:creationId xmlns:a16="http://schemas.microsoft.com/office/drawing/2014/main" xmlns="" id="{0AEE5B3A-9CDD-AA48-5F38-ECE78B2D0D8C}"/>
                </a:ext>
              </a:extLst>
            </p:cNvPr>
            <p:cNvSpPr txBox="1"/>
            <p:nvPr/>
          </p:nvSpPr>
          <p:spPr>
            <a:xfrm>
              <a:off x="737171" y="5713921"/>
              <a:ext cx="1266290" cy="400110"/>
            </a:xfrm>
            <a:prstGeom prst="rect">
              <a:avLst/>
            </a:prstGeom>
            <a:noFill/>
          </p:spPr>
          <p:txBody>
            <a:bodyPr wrap="square">
              <a:spAutoFit/>
            </a:bodyPr>
            <a:lstStyle/>
            <a:p>
              <a:pPr algn="ctr"/>
              <a:r>
                <a:rPr lang="zh-CN" altLang="en-US" sz="2000" b="1" dirty="0">
                  <a:solidFill>
                    <a:schemeClr val="bg1"/>
                  </a:solidFill>
                  <a:latin typeface="Microsoft YaHei" panose="020B0503020204020204" pitchFamily="34" charset="-122"/>
                  <a:ea typeface="Microsoft YaHei" panose="020B0503020204020204" pitchFamily="34" charset="-122"/>
                </a:rPr>
                <a:t>实现</a:t>
              </a:r>
            </a:p>
          </p:txBody>
        </p:sp>
      </p:grpSp>
      <p:cxnSp>
        <p:nvCxnSpPr>
          <p:cNvPr id="15" name="直线连接符 14">
            <a:extLst>
              <a:ext uri="{FF2B5EF4-FFF2-40B4-BE49-F238E27FC236}">
                <a16:creationId xmlns:a16="http://schemas.microsoft.com/office/drawing/2014/main" xmlns="" id="{6BECD4E5-1AF8-03D1-B44C-D0B15A1BF482}"/>
              </a:ext>
            </a:extLst>
          </p:cNvPr>
          <p:cNvCxnSpPr>
            <a:cxnSpLocks/>
            <a:stCxn id="7" idx="3"/>
            <a:endCxn id="14" idx="1"/>
          </p:cNvCxnSpPr>
          <p:nvPr/>
        </p:nvCxnSpPr>
        <p:spPr>
          <a:xfrm>
            <a:off x="2303188" y="3560858"/>
            <a:ext cx="965393" cy="177037"/>
          </a:xfrm>
          <a:prstGeom prst="line">
            <a:avLst/>
          </a:prstGeom>
        </p:spPr>
        <p:style>
          <a:lnRef idx="1">
            <a:schemeClr val="accent1"/>
          </a:lnRef>
          <a:fillRef idx="0">
            <a:schemeClr val="accent1"/>
          </a:fillRef>
          <a:effectRef idx="0">
            <a:schemeClr val="accent1"/>
          </a:effectRef>
          <a:fontRef idx="minor">
            <a:schemeClr val="tx1"/>
          </a:fontRef>
        </p:style>
      </p:cxnSp>
      <p:cxnSp>
        <p:nvCxnSpPr>
          <p:cNvPr id="16" name="直线连接符 15">
            <a:extLst>
              <a:ext uri="{FF2B5EF4-FFF2-40B4-BE49-F238E27FC236}">
                <a16:creationId xmlns:a16="http://schemas.microsoft.com/office/drawing/2014/main" xmlns="" id="{8D46C8FF-D195-DADE-1F14-9D7C48FE47BE}"/>
              </a:ext>
            </a:extLst>
          </p:cNvPr>
          <p:cNvCxnSpPr>
            <a:cxnSpLocks/>
            <a:endCxn id="11" idx="1"/>
          </p:cNvCxnSpPr>
          <p:nvPr/>
        </p:nvCxnSpPr>
        <p:spPr>
          <a:xfrm flipV="1">
            <a:off x="2303192" y="2293448"/>
            <a:ext cx="965389" cy="1292649"/>
          </a:xfrm>
          <a:prstGeom prst="line">
            <a:avLst/>
          </a:prstGeom>
        </p:spPr>
        <p:style>
          <a:lnRef idx="1">
            <a:schemeClr val="accent1"/>
          </a:lnRef>
          <a:fillRef idx="0">
            <a:schemeClr val="accent1"/>
          </a:fillRef>
          <a:effectRef idx="0">
            <a:schemeClr val="accent1"/>
          </a:effectRef>
          <a:fontRef idx="minor">
            <a:schemeClr val="tx1"/>
          </a:fontRef>
        </p:style>
      </p:cxnSp>
      <p:grpSp>
        <p:nvGrpSpPr>
          <p:cNvPr id="17" name="组合 16">
            <a:extLst>
              <a:ext uri="{FF2B5EF4-FFF2-40B4-BE49-F238E27FC236}">
                <a16:creationId xmlns:a16="http://schemas.microsoft.com/office/drawing/2014/main" xmlns="" id="{071EF9CC-EA7D-B24C-ED3F-FBA4EEA6366B}"/>
              </a:ext>
            </a:extLst>
          </p:cNvPr>
          <p:cNvGrpSpPr/>
          <p:nvPr/>
        </p:nvGrpSpPr>
        <p:grpSpPr>
          <a:xfrm>
            <a:off x="3268581" y="4981282"/>
            <a:ext cx="1266290" cy="554804"/>
            <a:chOff x="737171" y="5636574"/>
            <a:chExt cx="1266290" cy="554804"/>
          </a:xfrm>
        </p:grpSpPr>
        <p:sp>
          <p:nvSpPr>
            <p:cNvPr id="18" name="圆角矩形 17">
              <a:extLst>
                <a:ext uri="{FF2B5EF4-FFF2-40B4-BE49-F238E27FC236}">
                  <a16:creationId xmlns:a16="http://schemas.microsoft.com/office/drawing/2014/main" xmlns="" id="{C06EE623-7D06-430F-A9B9-65A49B463EAD}"/>
                </a:ext>
              </a:extLst>
            </p:cNvPr>
            <p:cNvSpPr/>
            <p:nvPr/>
          </p:nvSpPr>
          <p:spPr>
            <a:xfrm>
              <a:off x="737171" y="5636574"/>
              <a:ext cx="1266290" cy="554804"/>
            </a:xfrm>
            <a:prstGeom prst="roundRect">
              <a:avLst>
                <a:gd name="adj" fmla="val 1111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Microsoft YaHei" panose="020B0503020204020204" pitchFamily="34" charset="-122"/>
                <a:ea typeface="Microsoft YaHei" panose="020B0503020204020204" pitchFamily="34" charset="-122"/>
              </a:endParaRPr>
            </a:p>
          </p:txBody>
        </p:sp>
        <p:sp>
          <p:nvSpPr>
            <p:cNvPr id="19" name="文本框 18">
              <a:extLst>
                <a:ext uri="{FF2B5EF4-FFF2-40B4-BE49-F238E27FC236}">
                  <a16:creationId xmlns:a16="http://schemas.microsoft.com/office/drawing/2014/main" xmlns="" id="{353FD5FC-A58E-598A-50F0-4E98238569B8}"/>
                </a:ext>
              </a:extLst>
            </p:cNvPr>
            <p:cNvSpPr txBox="1"/>
            <p:nvPr/>
          </p:nvSpPr>
          <p:spPr>
            <a:xfrm>
              <a:off x="737171" y="5713921"/>
              <a:ext cx="1266290" cy="400110"/>
            </a:xfrm>
            <a:prstGeom prst="rect">
              <a:avLst/>
            </a:prstGeom>
            <a:noFill/>
          </p:spPr>
          <p:txBody>
            <a:bodyPr wrap="square">
              <a:spAutoFit/>
            </a:bodyPr>
            <a:lstStyle/>
            <a:p>
              <a:pPr algn="ctr"/>
              <a:r>
                <a:rPr lang="zh-CN" altLang="en-US" sz="2000" b="1" dirty="0">
                  <a:solidFill>
                    <a:schemeClr val="bg1"/>
                  </a:solidFill>
                  <a:latin typeface="Microsoft YaHei" panose="020B0503020204020204" pitchFamily="34" charset="-122"/>
                  <a:ea typeface="Microsoft YaHei" panose="020B0503020204020204" pitchFamily="34" charset="-122"/>
                </a:rPr>
                <a:t>意义</a:t>
              </a:r>
            </a:p>
          </p:txBody>
        </p:sp>
      </p:grpSp>
      <p:cxnSp>
        <p:nvCxnSpPr>
          <p:cNvPr id="20" name="直线连接符 19">
            <a:extLst>
              <a:ext uri="{FF2B5EF4-FFF2-40B4-BE49-F238E27FC236}">
                <a16:creationId xmlns:a16="http://schemas.microsoft.com/office/drawing/2014/main" xmlns="" id="{1D400681-643B-070B-F243-B7AC9A0879AA}"/>
              </a:ext>
            </a:extLst>
          </p:cNvPr>
          <p:cNvCxnSpPr>
            <a:cxnSpLocks/>
            <a:endCxn id="19" idx="1"/>
          </p:cNvCxnSpPr>
          <p:nvPr/>
        </p:nvCxnSpPr>
        <p:spPr>
          <a:xfrm>
            <a:off x="2303191" y="3586097"/>
            <a:ext cx="965390" cy="1672587"/>
          </a:xfrm>
          <a:prstGeom prst="line">
            <a:avLst/>
          </a:prstGeom>
        </p:spPr>
        <p:style>
          <a:lnRef idx="1">
            <a:schemeClr val="accent1"/>
          </a:lnRef>
          <a:fillRef idx="0">
            <a:schemeClr val="accent1"/>
          </a:fillRef>
          <a:effectRef idx="0">
            <a:schemeClr val="accent1"/>
          </a:effectRef>
          <a:fontRef idx="minor">
            <a:schemeClr val="tx1"/>
          </a:fontRef>
        </p:style>
      </p:cxnSp>
      <p:sp>
        <p:nvSpPr>
          <p:cNvPr id="33" name="圆角矩形 32">
            <a:extLst>
              <a:ext uri="{FF2B5EF4-FFF2-40B4-BE49-F238E27FC236}">
                <a16:creationId xmlns:a16="http://schemas.microsoft.com/office/drawing/2014/main" xmlns="" id="{44EAD63B-926A-B5F4-7CB7-FA905F4FE205}"/>
              </a:ext>
            </a:extLst>
          </p:cNvPr>
          <p:cNvSpPr/>
          <p:nvPr/>
        </p:nvSpPr>
        <p:spPr>
          <a:xfrm>
            <a:off x="4776664" y="1628536"/>
            <a:ext cx="6831724" cy="1292648"/>
          </a:xfrm>
          <a:prstGeom prst="roundRect">
            <a:avLst>
              <a:gd name="adj" fmla="val 7026"/>
            </a:avLst>
          </a:prstGeom>
          <a:solidFill>
            <a:schemeClr val="bg1"/>
          </a:solidFill>
          <a:ln>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lnSpc>
                <a:spcPts val="2800"/>
              </a:lnSpc>
            </a:pPr>
            <a:r>
              <a:rPr lang="zh-CN" altLang="zh-CN" sz="1600" kern="100" dirty="0">
                <a:solidFill>
                  <a:schemeClr val="tx1"/>
                </a:solidFill>
                <a:effectLst/>
                <a:latin typeface="Microsoft YaHei" panose="020B0503020204020204" pitchFamily="34" charset="-122"/>
                <a:ea typeface="Microsoft YaHei" panose="020B0503020204020204" pitchFamily="34" charset="-122"/>
              </a:rPr>
              <a:t>用户在编制程序时，通常不受内存容量限制，实际运行时受制于具体的物理计算机平台。操作系统要采用一定技术来“扩充”内存的容量，使用户得到比物理内存容量大得多的内存空间</a:t>
            </a:r>
          </a:p>
        </p:txBody>
      </p:sp>
      <p:sp>
        <p:nvSpPr>
          <p:cNvPr id="34" name="圆角矩形 33">
            <a:extLst>
              <a:ext uri="{FF2B5EF4-FFF2-40B4-BE49-F238E27FC236}">
                <a16:creationId xmlns:a16="http://schemas.microsoft.com/office/drawing/2014/main" xmlns="" id="{6830C7C7-DE14-E7AD-F500-45F0374167FF}"/>
              </a:ext>
            </a:extLst>
          </p:cNvPr>
          <p:cNvSpPr/>
          <p:nvPr/>
        </p:nvSpPr>
        <p:spPr>
          <a:xfrm>
            <a:off x="4776664" y="3351692"/>
            <a:ext cx="6831724" cy="973136"/>
          </a:xfrm>
          <a:prstGeom prst="roundRect">
            <a:avLst>
              <a:gd name="adj" fmla="val 7026"/>
            </a:avLst>
          </a:prstGeom>
          <a:solidFill>
            <a:schemeClr val="bg1"/>
          </a:solidFill>
          <a:ln>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zh-CN" altLang="zh-CN" sz="1600" kern="100" dirty="0">
                <a:solidFill>
                  <a:schemeClr val="tx1"/>
                </a:solidFill>
                <a:effectLst/>
                <a:latin typeface="Microsoft YaHei" panose="020B0503020204020204" pitchFamily="34" charset="-122"/>
                <a:ea typeface="Microsoft YaHei" panose="020B0503020204020204" pitchFamily="34" charset="-122"/>
              </a:rPr>
              <a:t>在硬件支持下，软件、硬件相互协作，将内存和外存结合起来统一使用</a:t>
            </a:r>
            <a:endParaRPr lang="zh-CN" altLang="zh-CN" sz="1600" kern="100" dirty="0">
              <a:solidFill>
                <a:schemeClr val="tx1"/>
              </a:solidFill>
              <a:effectLst/>
              <a:latin typeface="+mj-ea"/>
              <a:ea typeface="+mj-ea"/>
            </a:endParaRPr>
          </a:p>
        </p:txBody>
      </p:sp>
      <p:sp>
        <p:nvSpPr>
          <p:cNvPr id="35" name="圆角矩形 34">
            <a:extLst>
              <a:ext uri="{FF2B5EF4-FFF2-40B4-BE49-F238E27FC236}">
                <a16:creationId xmlns:a16="http://schemas.microsoft.com/office/drawing/2014/main" xmlns="" id="{B9D03DE1-3AF1-A458-D7EE-A6D2DF555633}"/>
              </a:ext>
            </a:extLst>
          </p:cNvPr>
          <p:cNvSpPr/>
          <p:nvPr/>
        </p:nvSpPr>
        <p:spPr>
          <a:xfrm>
            <a:off x="4776664" y="4772116"/>
            <a:ext cx="6831724" cy="973136"/>
          </a:xfrm>
          <a:prstGeom prst="roundRect">
            <a:avLst>
              <a:gd name="adj" fmla="val 7026"/>
            </a:avLst>
          </a:prstGeom>
          <a:solidFill>
            <a:schemeClr val="bg1"/>
          </a:solidFill>
          <a:ln>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lnSpc>
                <a:spcPct val="150000"/>
              </a:lnSpc>
            </a:pPr>
            <a:r>
              <a:rPr lang="zh-CN" altLang="zh-CN" sz="1600" kern="100" dirty="0">
                <a:solidFill>
                  <a:schemeClr val="tx1"/>
                </a:solidFill>
                <a:effectLst/>
                <a:latin typeface="Microsoft YaHei" panose="020B0503020204020204" pitchFamily="34" charset="-122"/>
                <a:ea typeface="Microsoft YaHei" panose="020B0503020204020204" pitchFamily="34" charset="-122"/>
              </a:rPr>
              <a:t>通过这种方法扩充内存，使用户在编制程序时不受内存限制</a:t>
            </a:r>
            <a:endParaRPr lang="en-US" altLang="zh-CN" sz="1600" kern="100" dirty="0">
              <a:solidFill>
                <a:schemeClr val="tx1"/>
              </a:solidFill>
              <a:latin typeface="Microsoft YaHei" panose="020B0503020204020204" pitchFamily="34" charset="-122"/>
              <a:ea typeface="Microsoft YaHei" panose="020B0503020204020204" pitchFamily="34" charset="-122"/>
            </a:endParaRPr>
          </a:p>
          <a:p>
            <a:pPr algn="just">
              <a:lnSpc>
                <a:spcPct val="150000"/>
              </a:lnSpc>
            </a:pPr>
            <a:r>
              <a:rPr lang="zh-CN" altLang="zh-CN" sz="1600" kern="100" dirty="0">
                <a:solidFill>
                  <a:schemeClr val="tx1"/>
                </a:solidFill>
                <a:effectLst/>
                <a:latin typeface="Microsoft YaHei" panose="020B0503020204020204" pitchFamily="34" charset="-122"/>
                <a:ea typeface="Microsoft YaHei" panose="020B0503020204020204" pitchFamily="34" charset="-122"/>
              </a:rPr>
              <a:t>借助虚拟存储技术或其他交换技术，达到在逻辑上扩充内存容量</a:t>
            </a:r>
          </a:p>
        </p:txBody>
      </p:sp>
    </p:spTree>
    <p:extLst>
      <p:ext uri="{BB962C8B-B14F-4D97-AF65-F5344CB8AC3E}">
        <p14:creationId xmlns:p14="http://schemas.microsoft.com/office/powerpoint/2010/main" xmlns="" val="1275850273"/>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p:txBody>
          <a:bodyPr/>
          <a:lstStyle/>
          <a:p>
            <a:r>
              <a:rPr lang="en-US" altLang="zh-CN" dirty="0">
                <a:sym typeface="Arial" panose="020B0604020202020204" pitchFamily="34" charset="0"/>
              </a:rPr>
              <a:t>5.1.3</a:t>
            </a:r>
            <a:r>
              <a:rPr lang="zh-CN" altLang="en-US" dirty="0">
                <a:sym typeface="Arial" panose="020B0604020202020204" pitchFamily="34" charset="0"/>
              </a:rPr>
              <a:t>地址转换</a:t>
            </a:r>
          </a:p>
        </p:txBody>
      </p:sp>
      <p:sp>
        <p:nvSpPr>
          <p:cNvPr id="10" name="文本框 9">
            <a:extLst>
              <a:ext uri="{FF2B5EF4-FFF2-40B4-BE49-F238E27FC236}">
                <a16:creationId xmlns:a16="http://schemas.microsoft.com/office/drawing/2014/main" xmlns="" id="{4F6A6A87-1304-C5A9-1112-C174C226B76D}"/>
              </a:ext>
            </a:extLst>
          </p:cNvPr>
          <p:cNvSpPr txBox="1"/>
          <p:nvPr/>
        </p:nvSpPr>
        <p:spPr>
          <a:xfrm>
            <a:off x="872358" y="1891107"/>
            <a:ext cx="10321160" cy="1211357"/>
          </a:xfrm>
          <a:prstGeom prst="rect">
            <a:avLst/>
          </a:prstGeom>
          <a:noFill/>
        </p:spPr>
        <p:txBody>
          <a:bodyPr wrap="square">
            <a:spAutoFit/>
          </a:bodyPr>
          <a:lstStyle/>
          <a:p>
            <a:pPr algn="just">
              <a:lnSpc>
                <a:spcPts val="3000"/>
              </a:lnSpc>
            </a:pPr>
            <a:r>
              <a:rPr lang="zh-CN" altLang="en-US" sz="2000" kern="100" dirty="0">
                <a:latin typeface="Microsoft YaHei" panose="020B0503020204020204" pitchFamily="34" charset="-122"/>
                <a:ea typeface="Microsoft YaHei" panose="020B0503020204020204" pitchFamily="34" charset="-122"/>
              </a:rPr>
              <a:t>       </a:t>
            </a:r>
            <a:r>
              <a:rPr lang="zh-CN" altLang="zh-CN" sz="2000" kern="100" dirty="0">
                <a:effectLst/>
                <a:latin typeface="Microsoft YaHei" panose="020B0503020204020204" pitchFamily="34" charset="-122"/>
                <a:ea typeface="Microsoft YaHei" panose="020B0503020204020204" pitchFamily="34" charset="-122"/>
              </a:rPr>
              <a:t>存储器以字节（每个字节为</a:t>
            </a:r>
            <a:r>
              <a:rPr lang="en-US" altLang="zh-CN" sz="2000" kern="100" dirty="0">
                <a:effectLst/>
                <a:latin typeface="Microsoft YaHei" panose="020B0503020204020204" pitchFamily="34" charset="-122"/>
                <a:ea typeface="Microsoft YaHei" panose="020B0503020204020204" pitchFamily="34" charset="-122"/>
              </a:rPr>
              <a:t>8</a:t>
            </a:r>
            <a:r>
              <a:rPr lang="zh-CN" altLang="zh-CN" sz="2000" kern="100" dirty="0">
                <a:effectLst/>
                <a:latin typeface="Microsoft YaHei" panose="020B0503020204020204" pitchFamily="34" charset="-122"/>
                <a:ea typeface="Microsoft YaHei" panose="020B0503020204020204" pitchFamily="34" charset="-122"/>
              </a:rPr>
              <a:t>个二进制位）为编址单位，每个字节都有一个地址与其对应。假定存储器的容量为</a:t>
            </a:r>
            <a:r>
              <a:rPr lang="en-US" altLang="zh-CN" sz="2000" kern="100" dirty="0">
                <a:effectLst/>
                <a:latin typeface="Microsoft YaHei" panose="020B0503020204020204" pitchFamily="34" charset="-122"/>
                <a:ea typeface="Microsoft YaHei" panose="020B0503020204020204" pitchFamily="34" charset="-122"/>
              </a:rPr>
              <a:t>n</a:t>
            </a:r>
            <a:r>
              <a:rPr lang="zh-CN" altLang="zh-CN" sz="2000" kern="100" dirty="0">
                <a:effectLst/>
                <a:latin typeface="Microsoft YaHei" panose="020B0503020204020204" pitchFamily="34" charset="-122"/>
                <a:ea typeface="Microsoft YaHei" panose="020B0503020204020204" pitchFamily="34" charset="-122"/>
              </a:rPr>
              <a:t>个字节，其地址编号顺序为</a:t>
            </a:r>
            <a:r>
              <a:rPr lang="en-US" altLang="zh-CN" sz="2000" kern="100" dirty="0">
                <a:effectLst/>
                <a:latin typeface="Microsoft YaHei" panose="020B0503020204020204" pitchFamily="34" charset="-122"/>
                <a:ea typeface="Microsoft YaHei" panose="020B0503020204020204" pitchFamily="34" charset="-122"/>
              </a:rPr>
              <a:t>0</a:t>
            </a:r>
            <a:r>
              <a:rPr lang="zh-CN" altLang="zh-CN" sz="2000" kern="100" dirty="0">
                <a:effectLst/>
                <a:latin typeface="Microsoft YaHei" panose="020B0503020204020204" pitchFamily="34" charset="-122"/>
                <a:ea typeface="Microsoft YaHei" panose="020B0503020204020204" pitchFamily="34" charset="-122"/>
              </a:rPr>
              <a:t>，</a:t>
            </a:r>
            <a:r>
              <a:rPr lang="en-US" altLang="zh-CN" sz="2000" kern="100" dirty="0">
                <a:effectLst/>
                <a:latin typeface="Microsoft YaHei" panose="020B0503020204020204" pitchFamily="34" charset="-122"/>
                <a:ea typeface="Microsoft YaHei" panose="020B0503020204020204" pitchFamily="34" charset="-122"/>
              </a:rPr>
              <a:t>1</a:t>
            </a:r>
            <a:r>
              <a:rPr lang="zh-CN" altLang="zh-CN" sz="2000" kern="100" dirty="0">
                <a:effectLst/>
                <a:latin typeface="Microsoft YaHei" panose="020B0503020204020204" pitchFamily="34" charset="-122"/>
                <a:ea typeface="Microsoft YaHei" panose="020B0503020204020204" pitchFamily="34" charset="-122"/>
              </a:rPr>
              <a:t>，</a:t>
            </a:r>
            <a:r>
              <a:rPr lang="en-US" altLang="zh-CN" sz="2000" kern="100" dirty="0">
                <a:effectLst/>
                <a:latin typeface="Microsoft YaHei" panose="020B0503020204020204" pitchFamily="34" charset="-122"/>
                <a:ea typeface="Microsoft YaHei" panose="020B0503020204020204" pitchFamily="34" charset="-122"/>
              </a:rPr>
              <a:t>2</a:t>
            </a:r>
            <a:r>
              <a:rPr lang="zh-CN" altLang="zh-CN" sz="2000" kern="100" dirty="0">
                <a:effectLst/>
                <a:latin typeface="Microsoft YaHei" panose="020B0503020204020204" pitchFamily="34" charset="-122"/>
                <a:ea typeface="Microsoft YaHei" panose="020B0503020204020204" pitchFamily="34" charset="-122"/>
              </a:rPr>
              <a:t>，</a:t>
            </a:r>
            <a:r>
              <a:rPr lang="en-US" altLang="zh-CN" sz="2000" kern="100" dirty="0">
                <a:effectLst/>
                <a:latin typeface="Microsoft YaHei" panose="020B0503020204020204" pitchFamily="34" charset="-122"/>
                <a:ea typeface="Microsoft YaHei" panose="020B0503020204020204" pitchFamily="34" charset="-122"/>
              </a:rPr>
              <a:t>…</a:t>
            </a:r>
            <a:r>
              <a:rPr lang="zh-CN" altLang="zh-CN" sz="2000" kern="100" dirty="0">
                <a:effectLst/>
                <a:latin typeface="Microsoft YaHei" panose="020B0503020204020204" pitchFamily="34" charset="-122"/>
                <a:ea typeface="Microsoft YaHei" panose="020B0503020204020204" pitchFamily="34" charset="-122"/>
              </a:rPr>
              <a:t>，</a:t>
            </a:r>
            <a:r>
              <a:rPr lang="en-US" altLang="zh-CN" sz="2000" kern="100" dirty="0">
                <a:effectLst/>
                <a:latin typeface="Microsoft YaHei" panose="020B0503020204020204" pitchFamily="34" charset="-122"/>
                <a:ea typeface="Microsoft YaHei" panose="020B0503020204020204" pitchFamily="34" charset="-122"/>
              </a:rPr>
              <a:t>n</a:t>
            </a:r>
            <a:r>
              <a:rPr lang="zh-CN" altLang="zh-CN" sz="2000" kern="100" dirty="0">
                <a:effectLst/>
                <a:latin typeface="Microsoft YaHei" panose="020B0503020204020204" pitchFamily="34" charset="-122"/>
                <a:ea typeface="Microsoft YaHei" panose="020B0503020204020204" pitchFamily="34" charset="-122"/>
              </a:rPr>
              <a:t>－</a:t>
            </a:r>
            <a:r>
              <a:rPr lang="en-US" altLang="zh-CN" sz="2000" kern="100" dirty="0">
                <a:effectLst/>
                <a:latin typeface="Microsoft YaHei" panose="020B0503020204020204" pitchFamily="34" charset="-122"/>
                <a:ea typeface="Microsoft YaHei" panose="020B0503020204020204" pitchFamily="34" charset="-122"/>
              </a:rPr>
              <a:t>1</a:t>
            </a:r>
            <a:r>
              <a:rPr lang="zh-CN" altLang="zh-CN" sz="2000" kern="100" dirty="0">
                <a:effectLst/>
                <a:latin typeface="Microsoft YaHei" panose="020B0503020204020204" pitchFamily="34" charset="-122"/>
                <a:ea typeface="Microsoft YaHei" panose="020B0503020204020204" pitchFamily="34" charset="-122"/>
              </a:rPr>
              <a:t>。这些地址称为内存的</a:t>
            </a:r>
            <a:r>
              <a:rPr lang="zh-CN" altLang="zh-CN" sz="2000" b="1" kern="100" dirty="0">
                <a:solidFill>
                  <a:srgbClr val="C00000"/>
                </a:solidFill>
                <a:effectLst/>
                <a:latin typeface="Microsoft YaHei" panose="020B0503020204020204" pitchFamily="34" charset="-122"/>
                <a:ea typeface="Microsoft YaHei" panose="020B0503020204020204" pitchFamily="34" charset="-122"/>
              </a:rPr>
              <a:t>“绝对地址”</a:t>
            </a:r>
            <a:r>
              <a:rPr lang="zh-CN" altLang="zh-CN" sz="2000" kern="100" dirty="0">
                <a:effectLst/>
                <a:latin typeface="Microsoft YaHei" panose="020B0503020204020204" pitchFamily="34" charset="-122"/>
                <a:ea typeface="Microsoft YaHei" panose="020B0503020204020204" pitchFamily="34" charset="-122"/>
              </a:rPr>
              <a:t>，由绝对地址对应的内存空间称为</a:t>
            </a:r>
            <a:r>
              <a:rPr lang="zh-CN" altLang="zh-CN" sz="2000" b="1" kern="100" dirty="0">
                <a:solidFill>
                  <a:srgbClr val="C00000"/>
                </a:solidFill>
                <a:effectLst/>
                <a:latin typeface="Microsoft YaHei" panose="020B0503020204020204" pitchFamily="34" charset="-122"/>
                <a:ea typeface="Microsoft YaHei" panose="020B0503020204020204" pitchFamily="34" charset="-122"/>
              </a:rPr>
              <a:t>“物理地址空间”</a:t>
            </a:r>
            <a:endParaRPr lang="zh-CN" altLang="zh-CN" sz="2000" kern="100" dirty="0">
              <a:effectLst/>
              <a:latin typeface="Microsoft YaHei" panose="020B0503020204020204" pitchFamily="34" charset="-122"/>
              <a:ea typeface="Microsoft YaHei" panose="020B0503020204020204" pitchFamily="34" charset="-122"/>
            </a:endParaRPr>
          </a:p>
        </p:txBody>
      </p:sp>
      <p:sp>
        <p:nvSpPr>
          <p:cNvPr id="4" name="文本框 3">
            <a:extLst>
              <a:ext uri="{FF2B5EF4-FFF2-40B4-BE49-F238E27FC236}">
                <a16:creationId xmlns:a16="http://schemas.microsoft.com/office/drawing/2014/main" xmlns="" id="{E22BA69C-55FE-5818-D098-C34654CC685E}"/>
              </a:ext>
            </a:extLst>
          </p:cNvPr>
          <p:cNvSpPr txBox="1"/>
          <p:nvPr/>
        </p:nvSpPr>
        <p:spPr>
          <a:xfrm>
            <a:off x="872358" y="3429000"/>
            <a:ext cx="10226566" cy="1980799"/>
          </a:xfrm>
          <a:prstGeom prst="rect">
            <a:avLst/>
          </a:prstGeom>
          <a:noFill/>
        </p:spPr>
        <p:txBody>
          <a:bodyPr wrap="square">
            <a:spAutoFit/>
          </a:bodyPr>
          <a:lstStyle/>
          <a:p>
            <a:pPr algn="just">
              <a:lnSpc>
                <a:spcPts val="3000"/>
              </a:lnSpc>
            </a:pPr>
            <a:r>
              <a:rPr lang="zh-CN" altLang="en-US" sz="2000" kern="100" dirty="0">
                <a:latin typeface="Microsoft YaHei" panose="020B0503020204020204" pitchFamily="34" charset="-122"/>
                <a:ea typeface="Microsoft YaHei" panose="020B0503020204020204" pitchFamily="34" charset="-122"/>
              </a:rPr>
              <a:t>       </a:t>
            </a:r>
            <a:r>
              <a:rPr lang="zh-CN" altLang="zh-CN" sz="2000" kern="100" dirty="0">
                <a:effectLst/>
                <a:latin typeface="Microsoft YaHei" panose="020B0503020204020204" pitchFamily="34" charset="-122"/>
                <a:ea typeface="Microsoft YaHei" panose="020B0503020204020204" pitchFamily="34" charset="-122"/>
              </a:rPr>
              <a:t>在多道程序设计的系统中，内存中同时存放了多个用户程序。操作系统根据内存的使用情况为用户分配内存空间。因此，每个用户不能预先知道他的程序将被存放到内存的什么位置</a:t>
            </a:r>
            <a:r>
              <a:rPr lang="zh-CN" altLang="en-US" sz="2000" kern="100" dirty="0">
                <a:latin typeface="Microsoft YaHei" panose="020B0503020204020204" pitchFamily="34" charset="-122"/>
                <a:ea typeface="Microsoft YaHei" panose="020B0503020204020204" pitchFamily="34" charset="-122"/>
              </a:rPr>
              <a:t>，</a:t>
            </a:r>
            <a:r>
              <a:rPr lang="zh-CN" altLang="zh-CN" sz="2000" kern="100" dirty="0">
                <a:effectLst/>
                <a:latin typeface="Microsoft YaHei" panose="020B0503020204020204" pitchFamily="34" charset="-122"/>
                <a:ea typeface="Microsoft YaHei" panose="020B0503020204020204" pitchFamily="34" charset="-122"/>
              </a:rPr>
              <a:t>用户程序中就不能使用内存的绝对地址。为了方便用户，每个用户都可认为自己的程序和数据存放在一组“</a:t>
            </a:r>
            <a:r>
              <a:rPr lang="en-US" altLang="zh-CN" sz="2000" kern="100" dirty="0">
                <a:effectLst/>
                <a:latin typeface="Microsoft YaHei" panose="020B0503020204020204" pitchFamily="34" charset="-122"/>
                <a:ea typeface="Microsoft YaHei" panose="020B0503020204020204" pitchFamily="34" charset="-122"/>
              </a:rPr>
              <a:t>0</a:t>
            </a:r>
            <a:r>
              <a:rPr lang="zh-CN" altLang="zh-CN" sz="2000" kern="100" dirty="0">
                <a:effectLst/>
                <a:latin typeface="Microsoft YaHei" panose="020B0503020204020204" pitchFamily="34" charset="-122"/>
                <a:ea typeface="Microsoft YaHei" panose="020B0503020204020204" pitchFamily="34" charset="-122"/>
              </a:rPr>
              <a:t>”地址开始的连续空间中。用户程序中使用的地址称为</a:t>
            </a:r>
            <a:r>
              <a:rPr lang="zh-CN" altLang="zh-CN" sz="2000" b="1" kern="100" dirty="0">
                <a:solidFill>
                  <a:srgbClr val="C00000"/>
                </a:solidFill>
                <a:effectLst/>
                <a:latin typeface="Microsoft YaHei" panose="020B0503020204020204" pitchFamily="34" charset="-122"/>
                <a:ea typeface="Microsoft YaHei" panose="020B0503020204020204" pitchFamily="34" charset="-122"/>
              </a:rPr>
              <a:t>“逻辑地址”</a:t>
            </a:r>
            <a:r>
              <a:rPr lang="zh-CN" altLang="zh-CN" sz="2000" kern="100" dirty="0">
                <a:effectLst/>
                <a:latin typeface="Microsoft YaHei" panose="020B0503020204020204" pitchFamily="34" charset="-122"/>
                <a:ea typeface="Microsoft YaHei" panose="020B0503020204020204" pitchFamily="34" charset="-122"/>
              </a:rPr>
              <a:t>，由逻辑地址对应的内存空间称为</a:t>
            </a:r>
            <a:r>
              <a:rPr lang="zh-CN" altLang="zh-CN" sz="2000" b="1" kern="100" dirty="0">
                <a:solidFill>
                  <a:srgbClr val="C00000"/>
                </a:solidFill>
                <a:effectLst/>
                <a:latin typeface="Microsoft YaHei" panose="020B0503020204020204" pitchFamily="34" charset="-122"/>
                <a:ea typeface="Microsoft YaHei" panose="020B0503020204020204" pitchFamily="34" charset="-122"/>
              </a:rPr>
              <a:t>“逻辑地址空间”</a:t>
            </a:r>
            <a:endParaRPr lang="zh-CN" altLang="zh-CN" sz="2000" kern="100" dirty="0">
              <a:effectLst/>
              <a:latin typeface="Microsoft YaHei" panose="020B0503020204020204" pitchFamily="34" charset="-122"/>
              <a:ea typeface="Microsoft YaHei" panose="020B0503020204020204" pitchFamily="34" charset="-122"/>
            </a:endParaRPr>
          </a:p>
        </p:txBody>
      </p:sp>
    </p:spTree>
    <p:extLst>
      <p:ext uri="{BB962C8B-B14F-4D97-AF65-F5344CB8AC3E}">
        <p14:creationId xmlns:p14="http://schemas.microsoft.com/office/powerpoint/2010/main" xmlns="" val="950518399"/>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p:txBody>
          <a:bodyPr/>
          <a:lstStyle/>
          <a:p>
            <a:r>
              <a:rPr lang="en-US" altLang="zh-CN" dirty="0">
                <a:sym typeface="Arial" panose="020B0604020202020204" pitchFamily="34" charset="0"/>
              </a:rPr>
              <a:t>5.1.3</a:t>
            </a:r>
            <a:r>
              <a:rPr lang="zh-CN" altLang="en-US" dirty="0">
                <a:sym typeface="Arial" panose="020B0604020202020204" pitchFamily="34" charset="0"/>
              </a:rPr>
              <a:t>地址转换 </a:t>
            </a:r>
            <a:r>
              <a:rPr lang="en-US" altLang="zh-CN" dirty="0">
                <a:sym typeface="Arial" panose="020B0604020202020204" pitchFamily="34" charset="0"/>
              </a:rPr>
              <a:t>I</a:t>
            </a:r>
            <a:r>
              <a:rPr lang="zh-CN" altLang="en-US" dirty="0">
                <a:sym typeface="Arial" panose="020B0604020202020204" pitchFamily="34" charset="0"/>
              </a:rPr>
              <a:t> 地址重定位</a:t>
            </a:r>
          </a:p>
        </p:txBody>
      </p:sp>
      <p:grpSp>
        <p:nvGrpSpPr>
          <p:cNvPr id="5" name="组合 4">
            <a:extLst>
              <a:ext uri="{FF2B5EF4-FFF2-40B4-BE49-F238E27FC236}">
                <a16:creationId xmlns:a16="http://schemas.microsoft.com/office/drawing/2014/main" xmlns="" id="{3498E964-3435-1597-A2E5-960521FCE24D}"/>
              </a:ext>
            </a:extLst>
          </p:cNvPr>
          <p:cNvGrpSpPr/>
          <p:nvPr/>
        </p:nvGrpSpPr>
        <p:grpSpPr>
          <a:xfrm>
            <a:off x="442913" y="4384596"/>
            <a:ext cx="1860277" cy="554804"/>
            <a:chOff x="737170" y="5636574"/>
            <a:chExt cx="1860277" cy="554804"/>
          </a:xfrm>
        </p:grpSpPr>
        <p:sp>
          <p:nvSpPr>
            <p:cNvPr id="6" name="圆角矩形 5">
              <a:extLst>
                <a:ext uri="{FF2B5EF4-FFF2-40B4-BE49-F238E27FC236}">
                  <a16:creationId xmlns:a16="http://schemas.microsoft.com/office/drawing/2014/main" xmlns="" id="{4B198770-0E8E-DA98-AF06-1ABBA41E47FA}"/>
                </a:ext>
              </a:extLst>
            </p:cNvPr>
            <p:cNvSpPr/>
            <p:nvPr/>
          </p:nvSpPr>
          <p:spPr>
            <a:xfrm>
              <a:off x="737171" y="5636574"/>
              <a:ext cx="1860276" cy="554804"/>
            </a:xfrm>
            <a:prstGeom prst="roundRect">
              <a:avLst>
                <a:gd name="adj" fmla="val 1111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Microsoft YaHei" panose="020B0503020204020204" pitchFamily="34" charset="-122"/>
                <a:ea typeface="Microsoft YaHei" panose="020B0503020204020204" pitchFamily="34" charset="-122"/>
              </a:endParaRPr>
            </a:p>
          </p:txBody>
        </p:sp>
        <p:sp>
          <p:nvSpPr>
            <p:cNvPr id="7" name="文本框 6">
              <a:extLst>
                <a:ext uri="{FF2B5EF4-FFF2-40B4-BE49-F238E27FC236}">
                  <a16:creationId xmlns:a16="http://schemas.microsoft.com/office/drawing/2014/main" xmlns="" id="{28D3B320-D2A4-F4E7-0E76-9E9B9CFD9737}"/>
                </a:ext>
              </a:extLst>
            </p:cNvPr>
            <p:cNvSpPr txBox="1"/>
            <p:nvPr/>
          </p:nvSpPr>
          <p:spPr>
            <a:xfrm>
              <a:off x="737170" y="5713921"/>
              <a:ext cx="1860275" cy="400110"/>
            </a:xfrm>
            <a:prstGeom prst="rect">
              <a:avLst/>
            </a:prstGeom>
            <a:noFill/>
          </p:spPr>
          <p:txBody>
            <a:bodyPr wrap="square">
              <a:spAutoFit/>
            </a:bodyPr>
            <a:lstStyle/>
            <a:p>
              <a:pPr algn="ctr"/>
              <a:r>
                <a:rPr lang="zh-CN" altLang="en-US" sz="2000" b="1" dirty="0">
                  <a:solidFill>
                    <a:schemeClr val="bg1"/>
                  </a:solidFill>
                  <a:sym typeface="Arial" panose="020B0604020202020204" pitchFamily="34" charset="0"/>
                </a:rPr>
                <a:t>地址重定位</a:t>
              </a:r>
              <a:endParaRPr lang="zh-CN" altLang="en-US" sz="2000" b="1" dirty="0">
                <a:solidFill>
                  <a:schemeClr val="bg1"/>
                </a:solidFill>
                <a:latin typeface="Microsoft YaHei" panose="020B0503020204020204" pitchFamily="34" charset="-122"/>
                <a:ea typeface="Microsoft YaHei" panose="020B0503020204020204" pitchFamily="34" charset="-122"/>
              </a:endParaRPr>
            </a:p>
          </p:txBody>
        </p:sp>
      </p:grpSp>
      <p:grpSp>
        <p:nvGrpSpPr>
          <p:cNvPr id="9" name="组合 8">
            <a:extLst>
              <a:ext uri="{FF2B5EF4-FFF2-40B4-BE49-F238E27FC236}">
                <a16:creationId xmlns:a16="http://schemas.microsoft.com/office/drawing/2014/main" xmlns="" id="{541E657C-3BE0-FF31-2A55-125D4A7C180E}"/>
              </a:ext>
            </a:extLst>
          </p:cNvPr>
          <p:cNvGrpSpPr/>
          <p:nvPr/>
        </p:nvGrpSpPr>
        <p:grpSpPr>
          <a:xfrm>
            <a:off x="3268581" y="3738271"/>
            <a:ext cx="1266290" cy="554804"/>
            <a:chOff x="737171" y="5636574"/>
            <a:chExt cx="1266290" cy="554804"/>
          </a:xfrm>
        </p:grpSpPr>
        <p:sp>
          <p:nvSpPr>
            <p:cNvPr id="10" name="圆角矩形 9">
              <a:extLst>
                <a:ext uri="{FF2B5EF4-FFF2-40B4-BE49-F238E27FC236}">
                  <a16:creationId xmlns:a16="http://schemas.microsoft.com/office/drawing/2014/main" xmlns="" id="{7CB22175-7BDD-291F-B11E-BF641E433712}"/>
                </a:ext>
              </a:extLst>
            </p:cNvPr>
            <p:cNvSpPr/>
            <p:nvPr/>
          </p:nvSpPr>
          <p:spPr>
            <a:xfrm>
              <a:off x="737171" y="5636574"/>
              <a:ext cx="1266290" cy="554804"/>
            </a:xfrm>
            <a:prstGeom prst="roundRect">
              <a:avLst>
                <a:gd name="adj" fmla="val 1111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Microsoft YaHei" panose="020B0503020204020204" pitchFamily="34" charset="-122"/>
                <a:ea typeface="Microsoft YaHei" panose="020B0503020204020204" pitchFamily="34" charset="-122"/>
              </a:endParaRPr>
            </a:p>
          </p:txBody>
        </p:sp>
        <p:sp>
          <p:nvSpPr>
            <p:cNvPr id="11" name="文本框 10">
              <a:extLst>
                <a:ext uri="{FF2B5EF4-FFF2-40B4-BE49-F238E27FC236}">
                  <a16:creationId xmlns:a16="http://schemas.microsoft.com/office/drawing/2014/main" xmlns="" id="{A102184C-9D9E-0DDB-119C-1E161B4BE5CF}"/>
                </a:ext>
              </a:extLst>
            </p:cNvPr>
            <p:cNvSpPr txBox="1"/>
            <p:nvPr/>
          </p:nvSpPr>
          <p:spPr>
            <a:xfrm>
              <a:off x="737171" y="5713921"/>
              <a:ext cx="1266290" cy="400110"/>
            </a:xfrm>
            <a:prstGeom prst="rect">
              <a:avLst/>
            </a:prstGeom>
            <a:noFill/>
          </p:spPr>
          <p:txBody>
            <a:bodyPr wrap="square">
              <a:spAutoFit/>
            </a:bodyPr>
            <a:lstStyle/>
            <a:p>
              <a:pPr algn="ctr"/>
              <a:r>
                <a:rPr lang="zh-CN" altLang="en-US" sz="2000" b="1" dirty="0">
                  <a:solidFill>
                    <a:schemeClr val="bg1"/>
                  </a:solidFill>
                  <a:latin typeface="Microsoft YaHei" panose="020B0503020204020204" pitchFamily="34" charset="-122"/>
                  <a:ea typeface="Microsoft YaHei" panose="020B0503020204020204" pitchFamily="34" charset="-122"/>
                </a:rPr>
                <a:t>定义</a:t>
              </a:r>
            </a:p>
          </p:txBody>
        </p:sp>
      </p:grpSp>
      <p:grpSp>
        <p:nvGrpSpPr>
          <p:cNvPr id="12" name="组合 11">
            <a:extLst>
              <a:ext uri="{FF2B5EF4-FFF2-40B4-BE49-F238E27FC236}">
                <a16:creationId xmlns:a16="http://schemas.microsoft.com/office/drawing/2014/main" xmlns="" id="{2CE3D1C3-F8E4-782F-AED3-1E684B68182E}"/>
              </a:ext>
            </a:extLst>
          </p:cNvPr>
          <p:cNvGrpSpPr/>
          <p:nvPr/>
        </p:nvGrpSpPr>
        <p:grpSpPr>
          <a:xfrm>
            <a:off x="3268581" y="5034877"/>
            <a:ext cx="1266290" cy="554804"/>
            <a:chOff x="737171" y="5636574"/>
            <a:chExt cx="1266290" cy="554804"/>
          </a:xfrm>
        </p:grpSpPr>
        <p:sp>
          <p:nvSpPr>
            <p:cNvPr id="13" name="圆角矩形 12">
              <a:extLst>
                <a:ext uri="{FF2B5EF4-FFF2-40B4-BE49-F238E27FC236}">
                  <a16:creationId xmlns:a16="http://schemas.microsoft.com/office/drawing/2014/main" xmlns="" id="{C307079E-C365-62D7-1C07-97C1B0F019F0}"/>
                </a:ext>
              </a:extLst>
            </p:cNvPr>
            <p:cNvSpPr/>
            <p:nvPr/>
          </p:nvSpPr>
          <p:spPr>
            <a:xfrm>
              <a:off x="737171" y="5636574"/>
              <a:ext cx="1266290" cy="554804"/>
            </a:xfrm>
            <a:prstGeom prst="roundRect">
              <a:avLst>
                <a:gd name="adj" fmla="val 1111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Microsoft YaHei" panose="020B0503020204020204" pitchFamily="34" charset="-122"/>
                <a:ea typeface="Microsoft YaHei" panose="020B0503020204020204" pitchFamily="34" charset="-122"/>
              </a:endParaRPr>
            </a:p>
          </p:txBody>
        </p:sp>
        <p:sp>
          <p:nvSpPr>
            <p:cNvPr id="14" name="文本框 13">
              <a:extLst>
                <a:ext uri="{FF2B5EF4-FFF2-40B4-BE49-F238E27FC236}">
                  <a16:creationId xmlns:a16="http://schemas.microsoft.com/office/drawing/2014/main" xmlns="" id="{0AEE5B3A-9CDD-AA48-5F38-ECE78B2D0D8C}"/>
                </a:ext>
              </a:extLst>
            </p:cNvPr>
            <p:cNvSpPr txBox="1"/>
            <p:nvPr/>
          </p:nvSpPr>
          <p:spPr>
            <a:xfrm>
              <a:off x="737171" y="5713921"/>
              <a:ext cx="1266290" cy="400110"/>
            </a:xfrm>
            <a:prstGeom prst="rect">
              <a:avLst/>
            </a:prstGeom>
            <a:noFill/>
          </p:spPr>
          <p:txBody>
            <a:bodyPr wrap="square">
              <a:spAutoFit/>
            </a:bodyPr>
            <a:lstStyle/>
            <a:p>
              <a:pPr algn="ctr"/>
              <a:r>
                <a:rPr lang="zh-CN" altLang="en-US" sz="2000" b="1" dirty="0">
                  <a:solidFill>
                    <a:schemeClr val="bg1"/>
                  </a:solidFill>
                  <a:latin typeface="Microsoft YaHei" panose="020B0503020204020204" pitchFamily="34" charset="-122"/>
                  <a:ea typeface="Microsoft YaHei" panose="020B0503020204020204" pitchFamily="34" charset="-122"/>
                </a:rPr>
                <a:t>方式</a:t>
              </a:r>
            </a:p>
          </p:txBody>
        </p:sp>
      </p:grpSp>
      <p:cxnSp>
        <p:nvCxnSpPr>
          <p:cNvPr id="15" name="直线连接符 14">
            <a:extLst>
              <a:ext uri="{FF2B5EF4-FFF2-40B4-BE49-F238E27FC236}">
                <a16:creationId xmlns:a16="http://schemas.microsoft.com/office/drawing/2014/main" xmlns="" id="{6BECD4E5-1AF8-03D1-B44C-D0B15A1BF482}"/>
              </a:ext>
            </a:extLst>
          </p:cNvPr>
          <p:cNvCxnSpPr>
            <a:cxnSpLocks/>
            <a:stCxn id="7" idx="3"/>
            <a:endCxn id="14" idx="1"/>
          </p:cNvCxnSpPr>
          <p:nvPr/>
        </p:nvCxnSpPr>
        <p:spPr>
          <a:xfrm>
            <a:off x="2303188" y="4661998"/>
            <a:ext cx="965393" cy="650281"/>
          </a:xfrm>
          <a:prstGeom prst="line">
            <a:avLst/>
          </a:prstGeom>
        </p:spPr>
        <p:style>
          <a:lnRef idx="1">
            <a:schemeClr val="accent1"/>
          </a:lnRef>
          <a:fillRef idx="0">
            <a:schemeClr val="accent1"/>
          </a:fillRef>
          <a:effectRef idx="0">
            <a:schemeClr val="accent1"/>
          </a:effectRef>
          <a:fontRef idx="minor">
            <a:schemeClr val="tx1"/>
          </a:fontRef>
        </p:style>
      </p:cxnSp>
      <p:cxnSp>
        <p:nvCxnSpPr>
          <p:cNvPr id="16" name="直线连接符 15">
            <a:extLst>
              <a:ext uri="{FF2B5EF4-FFF2-40B4-BE49-F238E27FC236}">
                <a16:creationId xmlns:a16="http://schemas.microsoft.com/office/drawing/2014/main" xmlns="" id="{8D46C8FF-D195-DADE-1F14-9D7C48FE47BE}"/>
              </a:ext>
            </a:extLst>
          </p:cNvPr>
          <p:cNvCxnSpPr>
            <a:cxnSpLocks/>
            <a:stCxn id="7" idx="3"/>
            <a:endCxn id="11" idx="1"/>
          </p:cNvCxnSpPr>
          <p:nvPr/>
        </p:nvCxnSpPr>
        <p:spPr>
          <a:xfrm flipV="1">
            <a:off x="2303188" y="4015673"/>
            <a:ext cx="965393" cy="646325"/>
          </a:xfrm>
          <a:prstGeom prst="line">
            <a:avLst/>
          </a:prstGeom>
        </p:spPr>
        <p:style>
          <a:lnRef idx="1">
            <a:schemeClr val="accent1"/>
          </a:lnRef>
          <a:fillRef idx="0">
            <a:schemeClr val="accent1"/>
          </a:fillRef>
          <a:effectRef idx="0">
            <a:schemeClr val="accent1"/>
          </a:effectRef>
          <a:fontRef idx="minor">
            <a:schemeClr val="tx1"/>
          </a:fontRef>
        </p:style>
      </p:cxnSp>
      <p:sp>
        <p:nvSpPr>
          <p:cNvPr id="33" name="圆角矩形 32">
            <a:extLst>
              <a:ext uri="{FF2B5EF4-FFF2-40B4-BE49-F238E27FC236}">
                <a16:creationId xmlns:a16="http://schemas.microsoft.com/office/drawing/2014/main" xmlns="" id="{44EAD63B-926A-B5F4-7CB7-FA905F4FE205}"/>
              </a:ext>
            </a:extLst>
          </p:cNvPr>
          <p:cNvSpPr/>
          <p:nvPr/>
        </p:nvSpPr>
        <p:spPr>
          <a:xfrm>
            <a:off x="4776664" y="3429000"/>
            <a:ext cx="6831724" cy="973136"/>
          </a:xfrm>
          <a:prstGeom prst="roundRect">
            <a:avLst>
              <a:gd name="adj" fmla="val 7026"/>
            </a:avLst>
          </a:prstGeom>
          <a:solidFill>
            <a:schemeClr val="bg1"/>
          </a:solidFill>
          <a:ln>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zh-CN" altLang="zh-CN" kern="100" dirty="0">
                <a:solidFill>
                  <a:schemeClr val="tx1"/>
                </a:solidFill>
                <a:effectLst/>
                <a:latin typeface="Microsoft YaHei" panose="020B0503020204020204" pitchFamily="34" charset="-122"/>
                <a:ea typeface="Microsoft YaHei" panose="020B0503020204020204" pitchFamily="34" charset="-122"/>
                <a:cs typeface="Times New Roman" panose="02020603050405020304" pitchFamily="18" charset="0"/>
              </a:rPr>
              <a:t>逻辑地址转换成绝对地址的工作</a:t>
            </a:r>
            <a:endParaRPr lang="zh-CN" altLang="zh-CN" sz="1600" kern="100" dirty="0">
              <a:solidFill>
                <a:schemeClr val="tx1"/>
              </a:solidFill>
              <a:effectLst/>
              <a:latin typeface="Microsoft YaHei" panose="020B0503020204020204" pitchFamily="34" charset="-122"/>
              <a:ea typeface="Microsoft YaHei" panose="020B0503020204020204" pitchFamily="34" charset="-122"/>
            </a:endParaRPr>
          </a:p>
        </p:txBody>
      </p:sp>
      <p:sp>
        <p:nvSpPr>
          <p:cNvPr id="34" name="圆角矩形 33">
            <a:extLst>
              <a:ext uri="{FF2B5EF4-FFF2-40B4-BE49-F238E27FC236}">
                <a16:creationId xmlns:a16="http://schemas.microsoft.com/office/drawing/2014/main" xmlns="" id="{6830C7C7-DE14-E7AD-F500-45F0374167FF}"/>
              </a:ext>
            </a:extLst>
          </p:cNvPr>
          <p:cNvSpPr/>
          <p:nvPr/>
        </p:nvSpPr>
        <p:spPr>
          <a:xfrm>
            <a:off x="4776664" y="4825404"/>
            <a:ext cx="6831724" cy="973136"/>
          </a:xfrm>
          <a:prstGeom prst="roundRect">
            <a:avLst>
              <a:gd name="adj" fmla="val 7026"/>
            </a:avLst>
          </a:prstGeom>
          <a:solidFill>
            <a:schemeClr val="bg1"/>
          </a:solidFill>
          <a:ln>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lnSpc>
                <a:spcPct val="150000"/>
              </a:lnSpc>
            </a:pPr>
            <a:r>
              <a:rPr lang="zh-CN" altLang="zh-CN" sz="1800" kern="100" dirty="0">
                <a:solidFill>
                  <a:schemeClr val="tx1"/>
                </a:solidFill>
                <a:effectLst/>
                <a:latin typeface="+mn-ea"/>
                <a:cs typeface="Times New Roman" panose="02020603050405020304" pitchFamily="18" charset="0"/>
              </a:rPr>
              <a:t>静态重定位</a:t>
            </a:r>
            <a:endParaRPr lang="en-US" altLang="zh-CN" sz="1800" kern="100" dirty="0">
              <a:solidFill>
                <a:schemeClr val="tx1"/>
              </a:solidFill>
              <a:effectLst/>
              <a:latin typeface="+mn-ea"/>
              <a:cs typeface="Times New Roman" panose="02020603050405020304" pitchFamily="18" charset="0"/>
            </a:endParaRPr>
          </a:p>
          <a:p>
            <a:pPr algn="just">
              <a:lnSpc>
                <a:spcPct val="150000"/>
              </a:lnSpc>
            </a:pPr>
            <a:r>
              <a:rPr lang="zh-CN" altLang="zh-CN" sz="1800" kern="100" dirty="0">
                <a:solidFill>
                  <a:schemeClr val="tx1"/>
                </a:solidFill>
                <a:effectLst/>
                <a:latin typeface="+mn-ea"/>
                <a:cs typeface="Times New Roman" panose="02020603050405020304" pitchFamily="18" charset="0"/>
              </a:rPr>
              <a:t>动态重定位</a:t>
            </a:r>
            <a:endParaRPr lang="zh-CN" altLang="zh-CN" sz="1600" kern="100" dirty="0">
              <a:solidFill>
                <a:schemeClr val="tx1"/>
              </a:solidFill>
              <a:effectLst/>
              <a:latin typeface="+mn-ea"/>
            </a:endParaRPr>
          </a:p>
        </p:txBody>
      </p:sp>
      <p:sp>
        <p:nvSpPr>
          <p:cNvPr id="3" name="文本框 2">
            <a:extLst>
              <a:ext uri="{FF2B5EF4-FFF2-40B4-BE49-F238E27FC236}">
                <a16:creationId xmlns:a16="http://schemas.microsoft.com/office/drawing/2014/main" xmlns="" id="{16CD0E4D-9478-B2C3-8DE1-007483DEA296}"/>
              </a:ext>
            </a:extLst>
          </p:cNvPr>
          <p:cNvSpPr txBox="1"/>
          <p:nvPr/>
        </p:nvSpPr>
        <p:spPr>
          <a:xfrm>
            <a:off x="442913" y="1531296"/>
            <a:ext cx="11165475" cy="1134734"/>
          </a:xfrm>
          <a:prstGeom prst="rect">
            <a:avLst/>
          </a:prstGeom>
          <a:noFill/>
        </p:spPr>
        <p:txBody>
          <a:bodyPr wrap="square">
            <a:spAutoFit/>
          </a:bodyPr>
          <a:lstStyle/>
          <a:p>
            <a:pPr>
              <a:lnSpc>
                <a:spcPts val="2800"/>
              </a:lnSpc>
            </a:pPr>
            <a:r>
              <a:rPr lang="zh-CN" altLang="en-US" sz="1800" kern="100" dirty="0">
                <a:effectLst/>
                <a:latin typeface="+mn-ea"/>
                <a:cs typeface="Times New Roman" panose="02020603050405020304" pitchFamily="18" charset="0"/>
              </a:rPr>
              <a:t>       </a:t>
            </a:r>
            <a:r>
              <a:rPr lang="zh-CN" altLang="zh-CN" sz="1800" kern="100" dirty="0">
                <a:effectLst/>
                <a:latin typeface="+mn-ea"/>
                <a:cs typeface="Times New Roman" panose="02020603050405020304" pitchFamily="18" charset="0"/>
              </a:rPr>
              <a:t>当用户程序请求执行时，内存管理要为它分配合适的内存空间，该内存空间的起始物理（绝对）地址是不固定的，而且起始逻辑地址与分到的起始内存空间的物理（绝对）地址经常不一致，且后续也如此。因此，每个逻辑地址在内存中也没有一个固定的物理（绝对）地址与之对应</a:t>
            </a:r>
            <a:r>
              <a:rPr lang="zh-CN" altLang="zh-CN" dirty="0">
                <a:effectLst/>
                <a:latin typeface="+mn-ea"/>
              </a:rPr>
              <a:t> </a:t>
            </a:r>
            <a:endParaRPr lang="zh-CN" altLang="en-US" dirty="0">
              <a:latin typeface="+mn-ea"/>
            </a:endParaRPr>
          </a:p>
        </p:txBody>
      </p:sp>
    </p:spTree>
    <p:extLst>
      <p:ext uri="{BB962C8B-B14F-4D97-AF65-F5344CB8AC3E}">
        <p14:creationId xmlns:p14="http://schemas.microsoft.com/office/powerpoint/2010/main" xmlns="" val="2804328383"/>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p:txBody>
          <a:bodyPr/>
          <a:lstStyle/>
          <a:p>
            <a:r>
              <a:rPr lang="en-US" altLang="zh-CN" dirty="0">
                <a:sym typeface="Arial" panose="020B0604020202020204" pitchFamily="34" charset="0"/>
              </a:rPr>
              <a:t>5.1.3</a:t>
            </a:r>
            <a:r>
              <a:rPr lang="zh-CN" altLang="en-US" dirty="0">
                <a:sym typeface="Arial" panose="020B0604020202020204" pitchFamily="34" charset="0"/>
              </a:rPr>
              <a:t>地址转换 </a:t>
            </a:r>
            <a:r>
              <a:rPr lang="en-US" altLang="zh-CN" dirty="0">
                <a:sym typeface="Arial" panose="020B0604020202020204" pitchFamily="34" charset="0"/>
              </a:rPr>
              <a:t>I</a:t>
            </a:r>
            <a:r>
              <a:rPr lang="zh-CN" altLang="en-US" dirty="0">
                <a:sym typeface="Arial" panose="020B0604020202020204" pitchFamily="34" charset="0"/>
              </a:rPr>
              <a:t> 地址重定位 </a:t>
            </a:r>
            <a:r>
              <a:rPr lang="en-US" altLang="zh-CN" dirty="0">
                <a:sym typeface="Arial" panose="020B0604020202020204" pitchFamily="34" charset="0"/>
              </a:rPr>
              <a:t>I</a:t>
            </a:r>
            <a:r>
              <a:rPr lang="zh-CN" altLang="en-US" dirty="0">
                <a:sym typeface="Arial" panose="020B0604020202020204" pitchFamily="34" charset="0"/>
              </a:rPr>
              <a:t> 静态重定位</a:t>
            </a:r>
          </a:p>
        </p:txBody>
      </p:sp>
      <p:sp>
        <p:nvSpPr>
          <p:cNvPr id="2" name="文本框 1">
            <a:extLst>
              <a:ext uri="{FF2B5EF4-FFF2-40B4-BE49-F238E27FC236}">
                <a16:creationId xmlns:a16="http://schemas.microsoft.com/office/drawing/2014/main" xmlns="" id="{BC429EF4-297C-8682-259D-07BCD0C45C74}"/>
              </a:ext>
            </a:extLst>
          </p:cNvPr>
          <p:cNvSpPr txBox="1"/>
          <p:nvPr/>
        </p:nvSpPr>
        <p:spPr>
          <a:xfrm>
            <a:off x="442912" y="1652816"/>
            <a:ext cx="7546055" cy="1064202"/>
          </a:xfrm>
          <a:prstGeom prst="rect">
            <a:avLst/>
          </a:prstGeom>
          <a:noFill/>
        </p:spPr>
        <p:txBody>
          <a:bodyPr wrap="square">
            <a:spAutoFit/>
          </a:bodyPr>
          <a:lstStyle/>
          <a:p>
            <a:pPr algn="just">
              <a:lnSpc>
                <a:spcPts val="2600"/>
              </a:lnSpc>
            </a:pPr>
            <a:r>
              <a:rPr lang="zh-CN" altLang="en-US" sz="1800" kern="100" dirty="0">
                <a:effectLst/>
                <a:latin typeface="Microsoft YaHei" panose="020B0503020204020204" pitchFamily="34" charset="-122"/>
                <a:ea typeface="Microsoft YaHei" panose="020B0503020204020204" pitchFamily="34" charset="-122"/>
              </a:rPr>
              <a:t>       </a:t>
            </a:r>
            <a:r>
              <a:rPr lang="zh-CN" altLang="zh-CN" sz="1800" kern="100" dirty="0">
                <a:effectLst/>
                <a:latin typeface="Microsoft YaHei" panose="020B0503020204020204" pitchFamily="34" charset="-122"/>
                <a:ea typeface="Microsoft YaHei" panose="020B0503020204020204" pitchFamily="34" charset="-122"/>
              </a:rPr>
              <a:t>装入程序前，静态重定位把程序中的指令和数据的逻辑地址全部转换成绝对地址后再装入。地址转换工作是在程序开始执行前集中完成，所以在程序执行过程中就无需再进行地址转换工作</a:t>
            </a:r>
          </a:p>
        </p:txBody>
      </p:sp>
      <p:pic>
        <p:nvPicPr>
          <p:cNvPr id="4" name="图片 3" descr="插图4-2">
            <a:extLst>
              <a:ext uri="{FF2B5EF4-FFF2-40B4-BE49-F238E27FC236}">
                <a16:creationId xmlns:a16="http://schemas.microsoft.com/office/drawing/2014/main" xmlns="" id="{F23A75D6-39D7-208B-D44A-DF7D6AC620CE}"/>
              </a:ext>
            </a:extLst>
          </p:cNvPr>
          <p:cNvPicPr>
            <a:picLocks noChangeAspect="1"/>
          </p:cNvPicPr>
          <p:nvPr/>
        </p:nvPicPr>
        <p:blipFill>
          <a:blip r:embed="rId3" cstate="print"/>
          <a:srcRect l="9946" t="4771" r="18265" b="2603"/>
          <a:stretch>
            <a:fillRect/>
          </a:stretch>
        </p:blipFill>
        <p:spPr bwMode="auto">
          <a:xfrm>
            <a:off x="8671092" y="1381613"/>
            <a:ext cx="2806700" cy="2717800"/>
          </a:xfrm>
          <a:prstGeom prst="rect">
            <a:avLst/>
          </a:prstGeom>
          <a:noFill/>
          <a:ln w="9525">
            <a:noFill/>
            <a:miter lim="800000"/>
            <a:headEnd/>
            <a:tailEnd/>
          </a:ln>
        </p:spPr>
      </p:pic>
      <p:sp>
        <p:nvSpPr>
          <p:cNvPr id="17" name="文本框 16">
            <a:extLst>
              <a:ext uri="{FF2B5EF4-FFF2-40B4-BE49-F238E27FC236}">
                <a16:creationId xmlns:a16="http://schemas.microsoft.com/office/drawing/2014/main" xmlns="" id="{2A9507EB-50E0-A723-3725-6414698FF7EB}"/>
              </a:ext>
            </a:extLst>
          </p:cNvPr>
          <p:cNvSpPr txBox="1"/>
          <p:nvPr/>
        </p:nvSpPr>
        <p:spPr>
          <a:xfrm>
            <a:off x="9540042" y="4435273"/>
            <a:ext cx="1550425" cy="307777"/>
          </a:xfrm>
          <a:prstGeom prst="rect">
            <a:avLst/>
          </a:prstGeom>
          <a:noFill/>
        </p:spPr>
        <p:txBody>
          <a:bodyPr wrap="none" rtlCol="0">
            <a:spAutoFit/>
          </a:bodyPr>
          <a:lstStyle/>
          <a:p>
            <a:pPr algn="ctr"/>
            <a:r>
              <a:rPr lang="zh-CN" altLang="zh-CN" sz="1400" kern="100" dirty="0">
                <a:effectLst/>
                <a:latin typeface="+mn-ea"/>
              </a:rPr>
              <a:t>图</a:t>
            </a:r>
            <a:r>
              <a:rPr lang="en-US" altLang="zh-CN" sz="1400" kern="100" dirty="0">
                <a:effectLst/>
                <a:latin typeface="+mn-ea"/>
              </a:rPr>
              <a:t>5-2</a:t>
            </a:r>
            <a:r>
              <a:rPr lang="zh-CN" altLang="zh-CN" sz="1400" kern="100" dirty="0">
                <a:effectLst/>
                <a:latin typeface="+mn-ea"/>
              </a:rPr>
              <a:t>静态重定位</a:t>
            </a:r>
          </a:p>
        </p:txBody>
      </p:sp>
      <p:sp>
        <p:nvSpPr>
          <p:cNvPr id="21" name="文本框 20">
            <a:extLst>
              <a:ext uri="{FF2B5EF4-FFF2-40B4-BE49-F238E27FC236}">
                <a16:creationId xmlns:a16="http://schemas.microsoft.com/office/drawing/2014/main" xmlns="" id="{E4E0EC8C-B2C8-06F2-8C83-175482D28126}"/>
              </a:ext>
            </a:extLst>
          </p:cNvPr>
          <p:cNvSpPr txBox="1"/>
          <p:nvPr/>
        </p:nvSpPr>
        <p:spPr>
          <a:xfrm>
            <a:off x="537505" y="3787628"/>
            <a:ext cx="7546055" cy="1910844"/>
          </a:xfrm>
          <a:prstGeom prst="rect">
            <a:avLst/>
          </a:prstGeom>
          <a:noFill/>
        </p:spPr>
        <p:txBody>
          <a:bodyPr wrap="square">
            <a:spAutoFit/>
          </a:bodyPr>
          <a:lstStyle/>
          <a:p>
            <a:pPr algn="just">
              <a:lnSpc>
                <a:spcPts val="2400"/>
              </a:lnSpc>
            </a:pPr>
            <a:r>
              <a:rPr lang="zh-CN" altLang="en-US" sz="1600" kern="100" dirty="0">
                <a:solidFill>
                  <a:schemeClr val="bg1">
                    <a:lumMod val="65000"/>
                  </a:schemeClr>
                </a:solidFill>
                <a:effectLst/>
                <a:latin typeface="Microsoft YaHei" panose="020B0503020204020204" pitchFamily="34" charset="-122"/>
                <a:ea typeface="Microsoft YaHei" panose="020B0503020204020204" pitchFamily="34" charset="-122"/>
              </a:rPr>
              <a:t>       </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假定用户程序的逻辑地址空间从“</a:t>
            </a:r>
            <a:r>
              <a:rPr lang="en-US"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0</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”到“</a:t>
            </a:r>
            <a:r>
              <a:rPr lang="en-US"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168</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”，其中第</a:t>
            </a:r>
            <a:r>
              <a:rPr lang="en-US"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18</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号单元处有一条“加法”指令，该指令要求从第</a:t>
            </a:r>
            <a:r>
              <a:rPr lang="en-US"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066</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号单元处取出操作数</a:t>
            </a:r>
            <a:r>
              <a:rPr lang="en-US"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1234</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，然后进行加法操作。如果内存管理为该程序分配的内存区域是从</a:t>
            </a:r>
            <a:r>
              <a:rPr lang="en-US"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800</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号单元开始，那么，逻辑地址第</a:t>
            </a:r>
            <a:r>
              <a:rPr lang="en-US"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18</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号单元在内存中的对应位置是</a:t>
            </a:r>
            <a:r>
              <a:rPr lang="en-US"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818</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号单元，第</a:t>
            </a:r>
            <a:r>
              <a:rPr lang="en-US"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066</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号单元在内存中的对应位置应该是</a:t>
            </a:r>
            <a:r>
              <a:rPr lang="en-US"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866</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号单元</a:t>
            </a:r>
            <a:r>
              <a:rPr lang="zh-CN" altLang="en-US" sz="1600" kern="100" dirty="0">
                <a:solidFill>
                  <a:schemeClr val="bg1">
                    <a:lumMod val="65000"/>
                  </a:schemeClr>
                </a:solidFill>
                <a:effectLst/>
                <a:latin typeface="Microsoft YaHei" panose="020B0503020204020204" pitchFamily="34" charset="-122"/>
                <a:ea typeface="Microsoft YaHei" panose="020B0503020204020204" pitchFamily="34" charset="-122"/>
              </a:rPr>
              <a:t>。</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如果不修改上述</a:t>
            </a:r>
            <a:r>
              <a:rPr lang="en-US"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加法</a:t>
            </a:r>
            <a:r>
              <a:rPr lang="en-US"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指令中的操作数地址，则处理器执行该指令时将从内存的</a:t>
            </a:r>
            <a:r>
              <a:rPr lang="en-US"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066</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单元中去取操作数，这显然是错误的，参见图</a:t>
            </a:r>
            <a:r>
              <a:rPr lang="en-US"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5-2</a:t>
            </a:r>
            <a:endPar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endParaRPr>
          </a:p>
        </p:txBody>
      </p:sp>
      <p:sp>
        <p:nvSpPr>
          <p:cNvPr id="3" name="文本框 2">
            <a:extLst>
              <a:ext uri="{FF2B5EF4-FFF2-40B4-BE49-F238E27FC236}">
                <a16:creationId xmlns:a16="http://schemas.microsoft.com/office/drawing/2014/main" xmlns="" id="{ACAA8C20-FF21-1D3E-AB59-C6F9A8B02CD8}"/>
              </a:ext>
            </a:extLst>
          </p:cNvPr>
          <p:cNvSpPr txBox="1"/>
          <p:nvPr/>
        </p:nvSpPr>
        <p:spPr>
          <a:xfrm>
            <a:off x="537505" y="3324081"/>
            <a:ext cx="646331" cy="369332"/>
          </a:xfrm>
          <a:prstGeom prst="rect">
            <a:avLst/>
          </a:prstGeom>
          <a:noFill/>
        </p:spPr>
        <p:txBody>
          <a:bodyPr wrap="none" rtlCol="0">
            <a:spAutoFit/>
          </a:bodyPr>
          <a:lstStyle/>
          <a:p>
            <a:pPr algn="ctr"/>
            <a:r>
              <a:rPr kumimoji="1" lang="zh-CN" altLang="en-US" dirty="0">
                <a:solidFill>
                  <a:srgbClr val="9A0001"/>
                </a:solidFill>
                <a:latin typeface="Arial" panose="020B0604020202020204" pitchFamily="34" charset="0"/>
                <a:ea typeface="微软雅黑" panose="020B0503020204020204" pitchFamily="34" charset="-122"/>
                <a:cs typeface="+mn-ea"/>
                <a:sym typeface="Arial" panose="020B0604020202020204" pitchFamily="34" charset="0"/>
              </a:rPr>
              <a:t>案例</a:t>
            </a:r>
          </a:p>
        </p:txBody>
      </p:sp>
    </p:spTree>
    <p:extLst>
      <p:ext uri="{BB962C8B-B14F-4D97-AF65-F5344CB8AC3E}">
        <p14:creationId xmlns:p14="http://schemas.microsoft.com/office/powerpoint/2010/main" xmlns="" val="2329899787"/>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p:txBody>
          <a:bodyPr/>
          <a:lstStyle/>
          <a:p>
            <a:r>
              <a:rPr lang="en-US" altLang="zh-CN" dirty="0">
                <a:sym typeface="Arial" panose="020B0604020202020204" pitchFamily="34" charset="0"/>
              </a:rPr>
              <a:t>5.1.3</a:t>
            </a:r>
            <a:r>
              <a:rPr lang="zh-CN" altLang="en-US" dirty="0">
                <a:sym typeface="Arial" panose="020B0604020202020204" pitchFamily="34" charset="0"/>
              </a:rPr>
              <a:t>地址转换 </a:t>
            </a:r>
            <a:r>
              <a:rPr lang="en-US" altLang="zh-CN" dirty="0">
                <a:sym typeface="Arial" panose="020B0604020202020204" pitchFamily="34" charset="0"/>
              </a:rPr>
              <a:t>I</a:t>
            </a:r>
            <a:r>
              <a:rPr lang="zh-CN" altLang="en-US" dirty="0">
                <a:sym typeface="Arial" panose="020B0604020202020204" pitchFamily="34" charset="0"/>
              </a:rPr>
              <a:t> 地址重定位 </a:t>
            </a:r>
            <a:r>
              <a:rPr lang="en-US" altLang="zh-CN" dirty="0">
                <a:sym typeface="Arial" panose="020B0604020202020204" pitchFamily="34" charset="0"/>
              </a:rPr>
              <a:t>I</a:t>
            </a:r>
            <a:r>
              <a:rPr lang="zh-CN" altLang="en-US" dirty="0">
                <a:sym typeface="Arial" panose="020B0604020202020204" pitchFamily="34" charset="0"/>
              </a:rPr>
              <a:t> 动态重定位</a:t>
            </a:r>
          </a:p>
        </p:txBody>
      </p:sp>
      <p:sp>
        <p:nvSpPr>
          <p:cNvPr id="2" name="文本框 1">
            <a:extLst>
              <a:ext uri="{FF2B5EF4-FFF2-40B4-BE49-F238E27FC236}">
                <a16:creationId xmlns:a16="http://schemas.microsoft.com/office/drawing/2014/main" xmlns="" id="{BC429EF4-297C-8682-259D-07BCD0C45C74}"/>
              </a:ext>
            </a:extLst>
          </p:cNvPr>
          <p:cNvSpPr txBox="1"/>
          <p:nvPr/>
        </p:nvSpPr>
        <p:spPr>
          <a:xfrm>
            <a:off x="257804" y="2074275"/>
            <a:ext cx="7006203" cy="1064202"/>
          </a:xfrm>
          <a:prstGeom prst="rect">
            <a:avLst/>
          </a:prstGeom>
          <a:noFill/>
        </p:spPr>
        <p:txBody>
          <a:bodyPr wrap="square">
            <a:spAutoFit/>
          </a:bodyPr>
          <a:lstStyle/>
          <a:p>
            <a:pPr algn="just">
              <a:lnSpc>
                <a:spcPts val="2600"/>
              </a:lnSpc>
            </a:pPr>
            <a:r>
              <a:rPr lang="zh-CN" altLang="en-US" kern="100" dirty="0">
                <a:latin typeface="Microsoft YaHei" panose="020B0503020204020204" pitchFamily="34" charset="-122"/>
                <a:ea typeface="Microsoft YaHei" panose="020B0503020204020204" pitchFamily="34" charset="-122"/>
              </a:rPr>
              <a:t>       </a:t>
            </a:r>
            <a:r>
              <a:rPr lang="zh-CN" altLang="zh-CN" kern="100" dirty="0">
                <a:latin typeface="Microsoft YaHei" panose="020B0503020204020204" pitchFamily="34" charset="-122"/>
                <a:ea typeface="Microsoft YaHei" panose="020B0503020204020204" pitchFamily="34" charset="-122"/>
              </a:rPr>
              <a:t>装入程序前，不进行地址转换，而是直接把程序装入到分配的内存区域中。在程序执行过程中，每当执行一条指令时都由硬件的地址转换机构将程序中的逻辑地址转换成绝对地址</a:t>
            </a:r>
          </a:p>
        </p:txBody>
      </p:sp>
      <p:sp>
        <p:nvSpPr>
          <p:cNvPr id="21" name="文本框 20">
            <a:extLst>
              <a:ext uri="{FF2B5EF4-FFF2-40B4-BE49-F238E27FC236}">
                <a16:creationId xmlns:a16="http://schemas.microsoft.com/office/drawing/2014/main" xmlns="" id="{E4E0EC8C-B2C8-06F2-8C83-175482D28126}"/>
              </a:ext>
            </a:extLst>
          </p:cNvPr>
          <p:cNvSpPr txBox="1"/>
          <p:nvPr/>
        </p:nvSpPr>
        <p:spPr>
          <a:xfrm>
            <a:off x="319507" y="4170847"/>
            <a:ext cx="6882798" cy="1603068"/>
          </a:xfrm>
          <a:prstGeom prst="rect">
            <a:avLst/>
          </a:prstGeom>
          <a:noFill/>
        </p:spPr>
        <p:txBody>
          <a:bodyPr wrap="square">
            <a:spAutoFit/>
          </a:bodyPr>
          <a:lstStyle/>
          <a:p>
            <a:pPr algn="just">
              <a:lnSpc>
                <a:spcPts val="2400"/>
              </a:lnSpc>
            </a:pPr>
            <a:r>
              <a:rPr lang="zh-CN" altLang="en-US" sz="1600" kern="100" dirty="0">
                <a:solidFill>
                  <a:schemeClr val="bg1">
                    <a:lumMod val="65000"/>
                  </a:schemeClr>
                </a:solidFill>
                <a:latin typeface="Microsoft YaHei" panose="020B0503020204020204" pitchFamily="34" charset="-122"/>
                <a:ea typeface="Microsoft YaHei" panose="020B0503020204020204" pitchFamily="34" charset="-122"/>
              </a:rPr>
              <a:t>       </a:t>
            </a:r>
            <a:r>
              <a:rPr lang="zh-CN" altLang="zh-CN" sz="1600" kern="100" dirty="0">
                <a:solidFill>
                  <a:schemeClr val="bg1">
                    <a:lumMod val="65000"/>
                  </a:schemeClr>
                </a:solidFill>
                <a:latin typeface="Microsoft YaHei" panose="020B0503020204020204" pitchFamily="34" charset="-122"/>
                <a:ea typeface="Microsoft YaHei" panose="020B0503020204020204" pitchFamily="34" charset="-122"/>
              </a:rPr>
              <a:t>图</a:t>
            </a:r>
            <a:r>
              <a:rPr lang="en-US" altLang="zh-CN" sz="1600" kern="100" dirty="0">
                <a:solidFill>
                  <a:schemeClr val="bg1">
                    <a:lumMod val="65000"/>
                  </a:schemeClr>
                </a:solidFill>
                <a:latin typeface="Microsoft YaHei" panose="020B0503020204020204" pitchFamily="34" charset="-122"/>
                <a:ea typeface="Microsoft YaHei" panose="020B0503020204020204" pitchFamily="34" charset="-122"/>
              </a:rPr>
              <a:t>5-3</a:t>
            </a:r>
            <a:r>
              <a:rPr lang="zh-CN" altLang="zh-CN" sz="1600" kern="100" dirty="0">
                <a:solidFill>
                  <a:schemeClr val="bg1">
                    <a:lumMod val="65000"/>
                  </a:schemeClr>
                </a:solidFill>
                <a:latin typeface="Microsoft YaHei" panose="020B0503020204020204" pitchFamily="34" charset="-122"/>
                <a:ea typeface="Microsoft YaHei" panose="020B0503020204020204" pitchFamily="34" charset="-122"/>
              </a:rPr>
              <a:t>指出了动态重定位的过程。程序装入到从地址</a:t>
            </a:r>
            <a:r>
              <a:rPr lang="en-US" altLang="zh-CN" sz="1600" kern="100" dirty="0">
                <a:solidFill>
                  <a:schemeClr val="bg1">
                    <a:lumMod val="65000"/>
                  </a:schemeClr>
                </a:solidFill>
                <a:latin typeface="Microsoft YaHei" panose="020B0503020204020204" pitchFamily="34" charset="-122"/>
                <a:ea typeface="Microsoft YaHei" panose="020B0503020204020204" pitchFamily="34" charset="-122"/>
              </a:rPr>
              <a:t>1000</a:t>
            </a:r>
            <a:r>
              <a:rPr lang="zh-CN" altLang="zh-CN" sz="1600" kern="100" dirty="0">
                <a:solidFill>
                  <a:schemeClr val="bg1">
                    <a:lumMod val="65000"/>
                  </a:schemeClr>
                </a:solidFill>
                <a:latin typeface="Microsoft YaHei" panose="020B0503020204020204" pitchFamily="34" charset="-122"/>
                <a:ea typeface="Microsoft YaHei" panose="020B0503020204020204" pitchFamily="34" charset="-122"/>
              </a:rPr>
              <a:t>开始的内存中，从程序起始位于</a:t>
            </a:r>
            <a:r>
              <a:rPr lang="en-US" altLang="zh-CN" sz="1600" kern="100" dirty="0">
                <a:solidFill>
                  <a:schemeClr val="bg1">
                    <a:lumMod val="65000"/>
                  </a:schemeClr>
                </a:solidFill>
                <a:latin typeface="Microsoft YaHei" panose="020B0503020204020204" pitchFamily="34" charset="-122"/>
                <a:ea typeface="Microsoft YaHei" panose="020B0503020204020204" pitchFamily="34" charset="-122"/>
              </a:rPr>
              <a:t>100</a:t>
            </a:r>
            <a:r>
              <a:rPr lang="zh-CN" altLang="zh-CN" sz="1600" kern="100" dirty="0">
                <a:solidFill>
                  <a:schemeClr val="bg1">
                    <a:lumMod val="65000"/>
                  </a:schemeClr>
                </a:solidFill>
                <a:latin typeface="Microsoft YaHei" panose="020B0503020204020204" pitchFamily="34" charset="-122"/>
                <a:ea typeface="Microsoft YaHei" panose="020B0503020204020204" pitchFamily="34" charset="-122"/>
              </a:rPr>
              <a:t>的地方有一条指令</a:t>
            </a:r>
            <a:r>
              <a:rPr lang="en-US" altLang="zh-CN" sz="1600" kern="100" dirty="0">
                <a:solidFill>
                  <a:schemeClr val="bg1">
                    <a:lumMod val="65000"/>
                  </a:schemeClr>
                </a:solidFill>
                <a:latin typeface="Microsoft YaHei" panose="020B0503020204020204" pitchFamily="34" charset="-122"/>
                <a:ea typeface="Microsoft YaHei" panose="020B0503020204020204" pitchFamily="34" charset="-122"/>
              </a:rPr>
              <a:t>LOAD 1,500</a:t>
            </a:r>
            <a:r>
              <a:rPr lang="zh-CN" altLang="zh-CN" sz="1600" kern="100" dirty="0">
                <a:solidFill>
                  <a:schemeClr val="bg1">
                    <a:lumMod val="65000"/>
                  </a:schemeClr>
                </a:solidFill>
                <a:latin typeface="Microsoft YaHei" panose="020B0503020204020204" pitchFamily="34" charset="-122"/>
                <a:ea typeface="Microsoft YaHei" panose="020B0503020204020204" pitchFamily="34" charset="-122"/>
              </a:rPr>
              <a:t>，意思为将地址</a:t>
            </a:r>
            <a:r>
              <a:rPr lang="en-US" altLang="zh-CN" sz="1600" kern="100" dirty="0">
                <a:solidFill>
                  <a:schemeClr val="bg1">
                    <a:lumMod val="65000"/>
                  </a:schemeClr>
                </a:solidFill>
                <a:latin typeface="Microsoft YaHei" panose="020B0503020204020204" pitchFamily="34" charset="-122"/>
                <a:ea typeface="Microsoft YaHei" panose="020B0503020204020204" pitchFamily="34" charset="-122"/>
              </a:rPr>
              <a:t>500</a:t>
            </a:r>
            <a:r>
              <a:rPr lang="zh-CN" altLang="zh-CN" sz="1600" kern="100" dirty="0">
                <a:solidFill>
                  <a:schemeClr val="bg1">
                    <a:lumMod val="65000"/>
                  </a:schemeClr>
                </a:solidFill>
                <a:latin typeface="Microsoft YaHei" panose="020B0503020204020204" pitchFamily="34" charset="-122"/>
                <a:ea typeface="Microsoft YaHei" panose="020B0503020204020204" pitchFamily="34" charset="-122"/>
              </a:rPr>
              <a:t>中的数据装入到寄存器</a:t>
            </a:r>
            <a:r>
              <a:rPr lang="en-US" altLang="zh-CN" sz="1600" kern="100" dirty="0">
                <a:solidFill>
                  <a:schemeClr val="bg1">
                    <a:lumMod val="65000"/>
                  </a:schemeClr>
                </a:solidFill>
                <a:latin typeface="Microsoft YaHei" panose="020B0503020204020204" pitchFamily="34" charset="-122"/>
                <a:ea typeface="Microsoft YaHei" panose="020B0503020204020204" pitchFamily="34" charset="-122"/>
              </a:rPr>
              <a:t>1</a:t>
            </a:r>
            <a:r>
              <a:rPr lang="zh-CN" altLang="zh-CN" sz="1600" kern="100" dirty="0">
                <a:solidFill>
                  <a:schemeClr val="bg1">
                    <a:lumMod val="65000"/>
                  </a:schemeClr>
                </a:solidFill>
                <a:latin typeface="Microsoft YaHei" panose="020B0503020204020204" pitchFamily="34" charset="-122"/>
                <a:ea typeface="Microsoft YaHei" panose="020B0503020204020204" pitchFamily="34" charset="-122"/>
              </a:rPr>
              <a:t>，执行时该指令时，需要将该数据所在的逻辑地址</a:t>
            </a:r>
            <a:r>
              <a:rPr lang="en-US" altLang="zh-CN" sz="1600" kern="100" dirty="0">
                <a:solidFill>
                  <a:schemeClr val="bg1">
                    <a:lumMod val="65000"/>
                  </a:schemeClr>
                </a:solidFill>
                <a:latin typeface="Microsoft YaHei" panose="020B0503020204020204" pitchFamily="34" charset="-122"/>
                <a:ea typeface="Microsoft YaHei" panose="020B0503020204020204" pitchFamily="34" charset="-122"/>
              </a:rPr>
              <a:t>500</a:t>
            </a:r>
            <a:r>
              <a:rPr lang="zh-CN" altLang="zh-CN" sz="1600" kern="100" dirty="0">
                <a:solidFill>
                  <a:schemeClr val="bg1">
                    <a:lumMod val="65000"/>
                  </a:schemeClr>
                </a:solidFill>
                <a:latin typeface="Microsoft YaHei" panose="020B0503020204020204" pitchFamily="34" charset="-122"/>
                <a:ea typeface="Microsoft YaHei" panose="020B0503020204020204" pitchFamily="34" charset="-122"/>
              </a:rPr>
              <a:t>与基址寄存器</a:t>
            </a:r>
            <a:r>
              <a:rPr lang="en-US" altLang="zh-CN" sz="1600" kern="100" dirty="0">
                <a:solidFill>
                  <a:schemeClr val="bg1">
                    <a:lumMod val="65000"/>
                  </a:schemeClr>
                </a:solidFill>
                <a:latin typeface="Microsoft YaHei" panose="020B0503020204020204" pitchFamily="34" charset="-122"/>
                <a:ea typeface="Microsoft YaHei" panose="020B0503020204020204" pitchFamily="34" charset="-122"/>
              </a:rPr>
              <a:t>BR</a:t>
            </a:r>
            <a:r>
              <a:rPr lang="zh-CN" altLang="zh-CN" sz="1600" kern="100" dirty="0">
                <a:solidFill>
                  <a:schemeClr val="bg1">
                    <a:lumMod val="65000"/>
                  </a:schemeClr>
                </a:solidFill>
                <a:latin typeface="Microsoft YaHei" panose="020B0503020204020204" pitchFamily="34" charset="-122"/>
                <a:ea typeface="Microsoft YaHei" panose="020B0503020204020204" pitchFamily="34" charset="-122"/>
              </a:rPr>
              <a:t>（</a:t>
            </a:r>
            <a:r>
              <a:rPr lang="en-US" altLang="zh-CN" sz="1600" kern="100" dirty="0">
                <a:solidFill>
                  <a:schemeClr val="bg1">
                    <a:lumMod val="65000"/>
                  </a:schemeClr>
                </a:solidFill>
                <a:latin typeface="Microsoft YaHei" panose="020B0503020204020204" pitchFamily="34" charset="-122"/>
                <a:ea typeface="Microsoft YaHei" panose="020B0503020204020204" pitchFamily="34" charset="-122"/>
              </a:rPr>
              <a:t>Base Register</a:t>
            </a:r>
            <a:r>
              <a:rPr lang="zh-CN" altLang="zh-CN" sz="1600" kern="100" dirty="0">
                <a:solidFill>
                  <a:schemeClr val="bg1">
                    <a:lumMod val="65000"/>
                  </a:schemeClr>
                </a:solidFill>
                <a:latin typeface="Microsoft YaHei" panose="020B0503020204020204" pitchFamily="34" charset="-122"/>
                <a:ea typeface="Microsoft YaHei" panose="020B0503020204020204" pitchFamily="34" charset="-122"/>
              </a:rPr>
              <a:t>）中的</a:t>
            </a:r>
            <a:r>
              <a:rPr lang="en-US" altLang="zh-CN" sz="1600" kern="100" dirty="0">
                <a:solidFill>
                  <a:schemeClr val="bg1">
                    <a:lumMod val="65000"/>
                  </a:schemeClr>
                </a:solidFill>
                <a:latin typeface="Microsoft YaHei" panose="020B0503020204020204" pitchFamily="34" charset="-122"/>
                <a:ea typeface="Microsoft YaHei" panose="020B0503020204020204" pitchFamily="34" charset="-122"/>
              </a:rPr>
              <a:t>1000</a:t>
            </a:r>
            <a:r>
              <a:rPr lang="zh-CN" altLang="zh-CN" sz="1600" kern="100" dirty="0">
                <a:solidFill>
                  <a:schemeClr val="bg1">
                    <a:lumMod val="65000"/>
                  </a:schemeClr>
                </a:solidFill>
                <a:latin typeface="Microsoft YaHei" panose="020B0503020204020204" pitchFamily="34" charset="-122"/>
                <a:ea typeface="Microsoft YaHei" panose="020B0503020204020204" pitchFamily="34" charset="-122"/>
              </a:rPr>
              <a:t>相加，得到</a:t>
            </a:r>
            <a:r>
              <a:rPr lang="en-US" altLang="zh-CN" sz="1600" kern="100" dirty="0">
                <a:solidFill>
                  <a:schemeClr val="bg1">
                    <a:lumMod val="65000"/>
                  </a:schemeClr>
                </a:solidFill>
                <a:latin typeface="Microsoft YaHei" panose="020B0503020204020204" pitchFamily="34" charset="-122"/>
                <a:ea typeface="Microsoft YaHei" panose="020B0503020204020204" pitchFamily="34" charset="-122"/>
              </a:rPr>
              <a:t>1500</a:t>
            </a:r>
            <a:r>
              <a:rPr lang="zh-CN" altLang="zh-CN" sz="1600" kern="100" dirty="0">
                <a:solidFill>
                  <a:schemeClr val="bg1">
                    <a:lumMod val="65000"/>
                  </a:schemeClr>
                </a:solidFill>
                <a:latin typeface="Microsoft YaHei" panose="020B0503020204020204" pitchFamily="34" charset="-122"/>
                <a:ea typeface="Microsoft YaHei" panose="020B0503020204020204" pitchFamily="34" charset="-122"/>
              </a:rPr>
              <a:t>，再去读取内存</a:t>
            </a:r>
            <a:r>
              <a:rPr lang="en-US" altLang="zh-CN" sz="1600" kern="100" dirty="0">
                <a:solidFill>
                  <a:schemeClr val="bg1">
                    <a:lumMod val="65000"/>
                  </a:schemeClr>
                </a:solidFill>
                <a:latin typeface="Microsoft YaHei" panose="020B0503020204020204" pitchFamily="34" charset="-122"/>
                <a:ea typeface="Microsoft YaHei" panose="020B0503020204020204" pitchFamily="34" charset="-122"/>
              </a:rPr>
              <a:t>1500</a:t>
            </a:r>
            <a:r>
              <a:rPr lang="zh-CN" altLang="zh-CN" sz="1600" kern="100" dirty="0">
                <a:solidFill>
                  <a:schemeClr val="bg1">
                    <a:lumMod val="65000"/>
                  </a:schemeClr>
                </a:solidFill>
                <a:latin typeface="Microsoft YaHei" panose="020B0503020204020204" pitchFamily="34" charset="-122"/>
                <a:ea typeface="Microsoft YaHei" panose="020B0503020204020204" pitchFamily="34" charset="-122"/>
              </a:rPr>
              <a:t>中数据并将其放入寄存器</a:t>
            </a:r>
            <a:r>
              <a:rPr lang="en-US" altLang="zh-CN" sz="1600" kern="100" dirty="0">
                <a:solidFill>
                  <a:schemeClr val="bg1">
                    <a:lumMod val="65000"/>
                  </a:schemeClr>
                </a:solidFill>
                <a:latin typeface="Microsoft YaHei" panose="020B0503020204020204" pitchFamily="34" charset="-122"/>
                <a:ea typeface="Microsoft YaHei" panose="020B0503020204020204" pitchFamily="34" charset="-122"/>
              </a:rPr>
              <a:t>1</a:t>
            </a:r>
            <a:endParaRPr lang="zh-CN" altLang="zh-CN" sz="1600" kern="100" dirty="0">
              <a:solidFill>
                <a:schemeClr val="bg1">
                  <a:lumMod val="65000"/>
                </a:schemeClr>
              </a:solidFill>
              <a:latin typeface="Microsoft YaHei" panose="020B0503020204020204" pitchFamily="34" charset="-122"/>
              <a:ea typeface="Microsoft YaHei" panose="020B0503020204020204" pitchFamily="34" charset="-122"/>
            </a:endParaRPr>
          </a:p>
        </p:txBody>
      </p:sp>
      <p:grpSp>
        <p:nvGrpSpPr>
          <p:cNvPr id="3" name="组合 2">
            <a:extLst>
              <a:ext uri="{FF2B5EF4-FFF2-40B4-BE49-F238E27FC236}">
                <a16:creationId xmlns:a16="http://schemas.microsoft.com/office/drawing/2014/main" xmlns="" id="{9ADD4ACC-9A87-07E4-7BDC-03E0E48FDC69}"/>
              </a:ext>
            </a:extLst>
          </p:cNvPr>
          <p:cNvGrpSpPr/>
          <p:nvPr/>
        </p:nvGrpSpPr>
        <p:grpSpPr>
          <a:xfrm>
            <a:off x="7325710" y="2209239"/>
            <a:ext cx="4742885" cy="3134687"/>
            <a:chOff x="7449115" y="1519059"/>
            <a:chExt cx="4742885" cy="3134687"/>
          </a:xfrm>
        </p:grpSpPr>
        <p:pic>
          <p:nvPicPr>
            <p:cNvPr id="5" name="图片 4" descr="5-2">
              <a:extLst>
                <a:ext uri="{FF2B5EF4-FFF2-40B4-BE49-F238E27FC236}">
                  <a16:creationId xmlns:a16="http://schemas.microsoft.com/office/drawing/2014/main" xmlns="" id="{8BEED43A-A1BE-CCE5-CFA0-8CE60BA0F105}"/>
                </a:ext>
              </a:extLst>
            </p:cNvPr>
            <p:cNvPicPr>
              <a:picLocks noChangeAspect="1"/>
            </p:cNvPicPr>
            <p:nvPr/>
          </p:nvPicPr>
          <p:blipFill>
            <a:blip r:embed="rId3" cstate="print"/>
            <a:srcRect l="15192" t="20061" r="15361" b="24771"/>
            <a:stretch>
              <a:fillRect/>
            </a:stretch>
          </p:blipFill>
          <p:spPr bwMode="auto">
            <a:xfrm>
              <a:off x="7449115" y="1519059"/>
              <a:ext cx="4742885" cy="2826910"/>
            </a:xfrm>
            <a:prstGeom prst="rect">
              <a:avLst/>
            </a:prstGeom>
            <a:noFill/>
            <a:ln w="9525">
              <a:noFill/>
              <a:miter lim="800000"/>
              <a:headEnd/>
              <a:tailEnd/>
            </a:ln>
          </p:spPr>
        </p:pic>
        <p:sp>
          <p:nvSpPr>
            <p:cNvPr id="6" name="文本框 5">
              <a:extLst>
                <a:ext uri="{FF2B5EF4-FFF2-40B4-BE49-F238E27FC236}">
                  <a16:creationId xmlns:a16="http://schemas.microsoft.com/office/drawing/2014/main" xmlns="" id="{4FE174F6-BF7D-BF76-A63D-924569BAFC5F}"/>
                </a:ext>
              </a:extLst>
            </p:cNvPr>
            <p:cNvSpPr txBox="1"/>
            <p:nvPr/>
          </p:nvSpPr>
          <p:spPr>
            <a:xfrm>
              <a:off x="8927891" y="4345969"/>
              <a:ext cx="1500731" cy="307777"/>
            </a:xfrm>
            <a:prstGeom prst="rect">
              <a:avLst/>
            </a:prstGeom>
            <a:noFill/>
          </p:spPr>
          <p:txBody>
            <a:bodyPr wrap="none" rtlCol="0">
              <a:spAutoFit/>
            </a:bodyPr>
            <a:lstStyle/>
            <a:p>
              <a:pPr algn="ctr"/>
              <a:r>
                <a:rPr lang="zh-CN" altLang="zh-CN" sz="1400" kern="100" dirty="0">
                  <a:effectLst/>
                  <a:latin typeface="Times New Roman" panose="02020603050405020304" pitchFamily="18" charset="0"/>
                  <a:ea typeface="宋体" panose="02010600030101010101" pitchFamily="2" charset="-122"/>
                </a:rPr>
                <a:t>图</a:t>
              </a:r>
              <a:r>
                <a:rPr lang="en-US" altLang="zh-CN" sz="1400" kern="100" dirty="0">
                  <a:effectLst/>
                  <a:latin typeface="Times New Roman" panose="02020603050405020304" pitchFamily="18" charset="0"/>
                  <a:ea typeface="宋体" panose="02010600030101010101" pitchFamily="2" charset="-122"/>
                </a:rPr>
                <a:t>5-3</a:t>
              </a:r>
              <a:r>
                <a:rPr lang="zh-CN" altLang="zh-CN" sz="1400" kern="100" dirty="0">
                  <a:effectLst/>
                  <a:latin typeface="Times New Roman" panose="02020603050405020304" pitchFamily="18" charset="0"/>
                  <a:ea typeface="宋体" panose="02010600030101010101" pitchFamily="2" charset="-122"/>
                </a:rPr>
                <a:t>动态重定位</a:t>
              </a:r>
            </a:p>
          </p:txBody>
        </p:sp>
      </p:grpSp>
      <p:sp>
        <p:nvSpPr>
          <p:cNvPr id="4" name="文本框 3">
            <a:extLst>
              <a:ext uri="{FF2B5EF4-FFF2-40B4-BE49-F238E27FC236}">
                <a16:creationId xmlns:a16="http://schemas.microsoft.com/office/drawing/2014/main" xmlns="" id="{17081F7F-46EE-6746-AAFC-3328600A3545}"/>
              </a:ext>
            </a:extLst>
          </p:cNvPr>
          <p:cNvSpPr txBox="1"/>
          <p:nvPr/>
        </p:nvSpPr>
        <p:spPr>
          <a:xfrm>
            <a:off x="319507" y="3719523"/>
            <a:ext cx="646331" cy="369332"/>
          </a:xfrm>
          <a:prstGeom prst="rect">
            <a:avLst/>
          </a:prstGeom>
          <a:noFill/>
        </p:spPr>
        <p:txBody>
          <a:bodyPr wrap="none" rtlCol="0">
            <a:spAutoFit/>
          </a:bodyPr>
          <a:lstStyle/>
          <a:p>
            <a:pPr algn="ctr"/>
            <a:r>
              <a:rPr kumimoji="1" lang="zh-CN" altLang="en-US" dirty="0">
                <a:solidFill>
                  <a:srgbClr val="9A0001"/>
                </a:solidFill>
                <a:latin typeface="Arial" panose="020B0604020202020204" pitchFamily="34" charset="0"/>
                <a:ea typeface="微软雅黑" panose="020B0503020204020204" pitchFamily="34" charset="-122"/>
                <a:cs typeface="+mn-ea"/>
                <a:sym typeface="Arial" panose="020B0604020202020204" pitchFamily="34" charset="0"/>
              </a:rPr>
              <a:t>案例</a:t>
            </a:r>
          </a:p>
        </p:txBody>
      </p:sp>
    </p:spTree>
    <p:extLst>
      <p:ext uri="{BB962C8B-B14F-4D97-AF65-F5344CB8AC3E}">
        <p14:creationId xmlns:p14="http://schemas.microsoft.com/office/powerpoint/2010/main" xmlns="" val="2429642962"/>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a:extLst>
              <a:ext uri="{FF2B5EF4-FFF2-40B4-BE49-F238E27FC236}">
                <a16:creationId xmlns:a16="http://schemas.microsoft.com/office/drawing/2014/main" xmlns="" id="{818B9626-9CF4-468B-BDA1-4D4ED9D16858}"/>
              </a:ext>
            </a:extLst>
          </p:cNvPr>
          <p:cNvPicPr>
            <a:picLocks noChangeAspect="1"/>
          </p:cNvPicPr>
          <p:nvPr/>
        </p:nvPicPr>
        <p:blipFill>
          <a:blip r:embed="rId3"/>
          <a:stretch>
            <a:fillRect/>
          </a:stretch>
        </p:blipFill>
        <p:spPr>
          <a:xfrm>
            <a:off x="0" y="0"/>
            <a:ext cx="12192000" cy="6858000"/>
          </a:xfrm>
          <a:prstGeom prst="rect">
            <a:avLst/>
          </a:prstGeom>
        </p:spPr>
      </p:pic>
      <p:grpSp>
        <p:nvGrpSpPr>
          <p:cNvPr id="6" name="组合 5">
            <a:extLst>
              <a:ext uri="{FF2B5EF4-FFF2-40B4-BE49-F238E27FC236}">
                <a16:creationId xmlns:a16="http://schemas.microsoft.com/office/drawing/2014/main" xmlns="" id="{BAC0F8CB-9F21-4DAA-A57F-232DC0ED0CE8}"/>
              </a:ext>
            </a:extLst>
          </p:cNvPr>
          <p:cNvGrpSpPr/>
          <p:nvPr/>
        </p:nvGrpSpPr>
        <p:grpSpPr>
          <a:xfrm>
            <a:off x="10177780" y="329882"/>
            <a:ext cx="1512002" cy="444892"/>
            <a:chOff x="9556201" y="498129"/>
            <a:chExt cx="1993881" cy="586680"/>
          </a:xfrm>
        </p:grpSpPr>
        <p:grpSp>
          <p:nvGrpSpPr>
            <p:cNvPr id="7" name="组合 6">
              <a:extLst>
                <a:ext uri="{FF2B5EF4-FFF2-40B4-BE49-F238E27FC236}">
                  <a16:creationId xmlns:a16="http://schemas.microsoft.com/office/drawing/2014/main" xmlns="" id="{995D529E-5728-44ED-B1C3-8A8D9E54D16F}"/>
                </a:ext>
              </a:extLst>
            </p:cNvPr>
            <p:cNvGrpSpPr/>
            <p:nvPr/>
          </p:nvGrpSpPr>
          <p:grpSpPr>
            <a:xfrm>
              <a:off x="10239376" y="968937"/>
              <a:ext cx="1307697" cy="96254"/>
              <a:chOff x="4616246" y="3878362"/>
              <a:chExt cx="5571416" cy="410087"/>
            </a:xfrm>
            <a:solidFill>
              <a:schemeClr val="tx1">
                <a:alpha val="80000"/>
              </a:schemeClr>
            </a:solidFill>
          </p:grpSpPr>
          <p:sp>
            <p:nvSpPr>
              <p:cNvPr id="47" name="Freeform 17">
                <a:extLst>
                  <a:ext uri="{FF2B5EF4-FFF2-40B4-BE49-F238E27FC236}">
                    <a16:creationId xmlns:a16="http://schemas.microsoft.com/office/drawing/2014/main" xmlns="" id="{270FD1AE-F1E7-46D6-8A22-2187FE8341A0}"/>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8" name="Freeform 18">
                <a:extLst>
                  <a:ext uri="{FF2B5EF4-FFF2-40B4-BE49-F238E27FC236}">
                    <a16:creationId xmlns:a16="http://schemas.microsoft.com/office/drawing/2014/main" xmlns="" id="{6534918A-10CA-415D-BBCF-05DAC5A8727C}"/>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9" name="Freeform 19">
                <a:extLst>
                  <a:ext uri="{FF2B5EF4-FFF2-40B4-BE49-F238E27FC236}">
                    <a16:creationId xmlns:a16="http://schemas.microsoft.com/office/drawing/2014/main" xmlns="" id="{90F10D8F-77EF-456F-B434-663CB47C4ED8}"/>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0" name="Freeform 20">
                <a:extLst>
                  <a:ext uri="{FF2B5EF4-FFF2-40B4-BE49-F238E27FC236}">
                    <a16:creationId xmlns:a16="http://schemas.microsoft.com/office/drawing/2014/main" xmlns="" id="{1FDF2FF4-BE97-417E-888B-B201909F3385}"/>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1" name="Freeform 21">
                <a:extLst>
                  <a:ext uri="{FF2B5EF4-FFF2-40B4-BE49-F238E27FC236}">
                    <a16:creationId xmlns:a16="http://schemas.microsoft.com/office/drawing/2014/main" xmlns="" id="{471C9883-3042-4344-A761-2721045825F2}"/>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2" name="Freeform 22">
                <a:extLst>
                  <a:ext uri="{FF2B5EF4-FFF2-40B4-BE49-F238E27FC236}">
                    <a16:creationId xmlns:a16="http://schemas.microsoft.com/office/drawing/2014/main" xmlns="" id="{F93E0F1A-CFB4-4896-AE55-EEA15CC64317}"/>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3" name="Freeform 23">
                <a:extLst>
                  <a:ext uri="{FF2B5EF4-FFF2-40B4-BE49-F238E27FC236}">
                    <a16:creationId xmlns:a16="http://schemas.microsoft.com/office/drawing/2014/main" xmlns="" id="{9DE37625-33FA-4D2A-8F7D-08D56B2C841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4" name="Freeform 25">
                <a:extLst>
                  <a:ext uri="{FF2B5EF4-FFF2-40B4-BE49-F238E27FC236}">
                    <a16:creationId xmlns:a16="http://schemas.microsoft.com/office/drawing/2014/main" xmlns="" id="{BD67B1C0-192F-49C4-B6AB-50901F65AD04}"/>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5" name="Freeform 27">
                <a:extLst>
                  <a:ext uri="{FF2B5EF4-FFF2-40B4-BE49-F238E27FC236}">
                    <a16:creationId xmlns:a16="http://schemas.microsoft.com/office/drawing/2014/main" xmlns="" id="{34A08B84-3894-4F23-81F1-3E261E213F95}"/>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6" name="Freeform 29">
                <a:extLst>
                  <a:ext uri="{FF2B5EF4-FFF2-40B4-BE49-F238E27FC236}">
                    <a16:creationId xmlns:a16="http://schemas.microsoft.com/office/drawing/2014/main" xmlns="" id="{66A478A1-42E2-44B5-8391-5F6545A15582}"/>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7" name="Freeform 30">
                <a:extLst>
                  <a:ext uri="{FF2B5EF4-FFF2-40B4-BE49-F238E27FC236}">
                    <a16:creationId xmlns:a16="http://schemas.microsoft.com/office/drawing/2014/main" xmlns="" id="{12FE9390-5B68-4171-B580-FEBA821D63E6}"/>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8" name="Freeform 31">
                <a:extLst>
                  <a:ext uri="{FF2B5EF4-FFF2-40B4-BE49-F238E27FC236}">
                    <a16:creationId xmlns:a16="http://schemas.microsoft.com/office/drawing/2014/main" xmlns="" id="{A94DD4FC-33C6-4300-817F-6C25AB6BC01F}"/>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9" name="Freeform 32">
                <a:extLst>
                  <a:ext uri="{FF2B5EF4-FFF2-40B4-BE49-F238E27FC236}">
                    <a16:creationId xmlns:a16="http://schemas.microsoft.com/office/drawing/2014/main" xmlns="" id="{EFAE3B66-45D1-46BE-ABD5-7E9C91838CD0}"/>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0" name="Freeform 33">
                <a:extLst>
                  <a:ext uri="{FF2B5EF4-FFF2-40B4-BE49-F238E27FC236}">
                    <a16:creationId xmlns:a16="http://schemas.microsoft.com/office/drawing/2014/main" xmlns="" id="{A174EB9C-7DBA-47EA-9780-F5D281A177ED}"/>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1" name="Freeform 34">
                <a:extLst>
                  <a:ext uri="{FF2B5EF4-FFF2-40B4-BE49-F238E27FC236}">
                    <a16:creationId xmlns:a16="http://schemas.microsoft.com/office/drawing/2014/main" xmlns="" id="{189AD1B7-082D-459A-87F3-8652CD337A9A}"/>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2" name="Freeform 35">
                <a:extLst>
                  <a:ext uri="{FF2B5EF4-FFF2-40B4-BE49-F238E27FC236}">
                    <a16:creationId xmlns:a16="http://schemas.microsoft.com/office/drawing/2014/main" xmlns="" id="{9081AEFE-D0E7-4580-B319-7988F6AD947E}"/>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8" name="组合 7">
              <a:extLst>
                <a:ext uri="{FF2B5EF4-FFF2-40B4-BE49-F238E27FC236}">
                  <a16:creationId xmlns:a16="http://schemas.microsoft.com/office/drawing/2014/main" xmlns="" id="{F9C93F1F-0D19-4228-8003-9AF569F32C8A}"/>
                </a:ext>
              </a:extLst>
            </p:cNvPr>
            <p:cNvGrpSpPr/>
            <p:nvPr/>
          </p:nvGrpSpPr>
          <p:grpSpPr>
            <a:xfrm>
              <a:off x="10237120" y="539555"/>
              <a:ext cx="1312962" cy="375239"/>
              <a:chOff x="4606634" y="2048989"/>
              <a:chExt cx="5593843" cy="1598699"/>
            </a:xfrm>
            <a:solidFill>
              <a:schemeClr val="accent1">
                <a:alpha val="80000"/>
              </a:schemeClr>
            </a:solidFill>
          </p:grpSpPr>
          <p:sp>
            <p:nvSpPr>
              <p:cNvPr id="35" name="Freeform 9">
                <a:extLst>
                  <a:ext uri="{FF2B5EF4-FFF2-40B4-BE49-F238E27FC236}">
                    <a16:creationId xmlns:a16="http://schemas.microsoft.com/office/drawing/2014/main" xmlns="" id="{EE868CE2-7419-4A92-A489-7F3F590F5BE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6" name="Freeform 10">
                <a:extLst>
                  <a:ext uri="{FF2B5EF4-FFF2-40B4-BE49-F238E27FC236}">
                    <a16:creationId xmlns:a16="http://schemas.microsoft.com/office/drawing/2014/main" xmlns="" id="{75F62A47-5673-4F8A-A5FD-46A2C9193AAB}"/>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7" name="Freeform 11">
                <a:extLst>
                  <a:ext uri="{FF2B5EF4-FFF2-40B4-BE49-F238E27FC236}">
                    <a16:creationId xmlns:a16="http://schemas.microsoft.com/office/drawing/2014/main" xmlns="" id="{7244FD24-DDA1-478B-A486-0BF2E9C2412E}"/>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8" name="Freeform 12">
                <a:extLst>
                  <a:ext uri="{FF2B5EF4-FFF2-40B4-BE49-F238E27FC236}">
                    <a16:creationId xmlns:a16="http://schemas.microsoft.com/office/drawing/2014/main" xmlns="" id="{69437406-1F74-4D77-95B4-2B459F6054B2}"/>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9" name="Freeform 13">
                <a:extLst>
                  <a:ext uri="{FF2B5EF4-FFF2-40B4-BE49-F238E27FC236}">
                    <a16:creationId xmlns:a16="http://schemas.microsoft.com/office/drawing/2014/main" xmlns="" id="{E69EF4CE-7755-481D-BE98-F7124997B32E}"/>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0" name="Freeform 14">
                <a:extLst>
                  <a:ext uri="{FF2B5EF4-FFF2-40B4-BE49-F238E27FC236}">
                    <a16:creationId xmlns:a16="http://schemas.microsoft.com/office/drawing/2014/main" xmlns="" id="{1D14628A-DA0B-4142-B73C-4F4991C58A25}"/>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1" name="Freeform 15">
                <a:extLst>
                  <a:ext uri="{FF2B5EF4-FFF2-40B4-BE49-F238E27FC236}">
                    <a16:creationId xmlns:a16="http://schemas.microsoft.com/office/drawing/2014/main" xmlns="" id="{105E4AE0-8985-48D4-A57E-CC8CE164593C}"/>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2" name="Freeform 16">
                <a:extLst>
                  <a:ext uri="{FF2B5EF4-FFF2-40B4-BE49-F238E27FC236}">
                    <a16:creationId xmlns:a16="http://schemas.microsoft.com/office/drawing/2014/main" xmlns="" id="{8F7BAF56-B769-47FA-B7F1-936E765A46BA}"/>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3" name="Freeform 24">
                <a:extLst>
                  <a:ext uri="{FF2B5EF4-FFF2-40B4-BE49-F238E27FC236}">
                    <a16:creationId xmlns:a16="http://schemas.microsoft.com/office/drawing/2014/main" xmlns="" id="{0E9B874D-D9C3-49B1-AF77-F3FBB0184F0C}"/>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4" name="Freeform 26">
                <a:extLst>
                  <a:ext uri="{FF2B5EF4-FFF2-40B4-BE49-F238E27FC236}">
                    <a16:creationId xmlns:a16="http://schemas.microsoft.com/office/drawing/2014/main" xmlns="" id="{CD1DD136-444F-46A8-B600-0EB26D6044C4}"/>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5" name="Freeform 28">
                <a:extLst>
                  <a:ext uri="{FF2B5EF4-FFF2-40B4-BE49-F238E27FC236}">
                    <a16:creationId xmlns:a16="http://schemas.microsoft.com/office/drawing/2014/main" xmlns="" id="{216011BF-0BD9-4C0A-98FF-4AA22794B86B}"/>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6" name="Freeform 36">
                <a:extLst>
                  <a:ext uri="{FF2B5EF4-FFF2-40B4-BE49-F238E27FC236}">
                    <a16:creationId xmlns:a16="http://schemas.microsoft.com/office/drawing/2014/main" xmlns="" id="{4367C978-93CE-4B6F-9DEF-7378CF22DAE6}"/>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9" name="组合 8">
              <a:extLst>
                <a:ext uri="{FF2B5EF4-FFF2-40B4-BE49-F238E27FC236}">
                  <a16:creationId xmlns:a16="http://schemas.microsoft.com/office/drawing/2014/main" xmlns="" id="{D92F27A2-2A54-4450-804C-43E1D1474648}"/>
                </a:ext>
              </a:extLst>
            </p:cNvPr>
            <p:cNvGrpSpPr/>
            <p:nvPr/>
          </p:nvGrpSpPr>
          <p:grpSpPr>
            <a:xfrm>
              <a:off x="9556201" y="498129"/>
              <a:ext cx="588050" cy="586680"/>
              <a:chOff x="2105799" y="20055838"/>
              <a:chExt cx="6748090" cy="6732363"/>
            </a:xfrm>
            <a:solidFill>
              <a:schemeClr val="accent1">
                <a:alpha val="80000"/>
              </a:schemeClr>
            </a:solidFill>
          </p:grpSpPr>
          <p:sp>
            <p:nvSpPr>
              <p:cNvPr id="12" name="Freeform 8">
                <a:extLst>
                  <a:ext uri="{FF2B5EF4-FFF2-40B4-BE49-F238E27FC236}">
                    <a16:creationId xmlns:a16="http://schemas.microsoft.com/office/drawing/2014/main" xmlns="" id="{454D5418-14DE-4B9F-8923-F4BC76240066}"/>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 name="Freeform 42">
                <a:extLst>
                  <a:ext uri="{FF2B5EF4-FFF2-40B4-BE49-F238E27FC236}">
                    <a16:creationId xmlns:a16="http://schemas.microsoft.com/office/drawing/2014/main" xmlns="" id="{98C4E647-339D-4E91-A699-A7033B3DC7FE}"/>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 name="Freeform 43">
                <a:extLst>
                  <a:ext uri="{FF2B5EF4-FFF2-40B4-BE49-F238E27FC236}">
                    <a16:creationId xmlns:a16="http://schemas.microsoft.com/office/drawing/2014/main" xmlns="" id="{F0634E8F-0BA2-48A6-80EC-827FAE26924A}"/>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5" name="Freeform 44">
                <a:extLst>
                  <a:ext uri="{FF2B5EF4-FFF2-40B4-BE49-F238E27FC236}">
                    <a16:creationId xmlns:a16="http://schemas.microsoft.com/office/drawing/2014/main" xmlns="" id="{9DEC23E1-ECBC-4EE8-8EC0-84E8FFCBB836}"/>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6" name="Freeform 45">
                <a:extLst>
                  <a:ext uri="{FF2B5EF4-FFF2-40B4-BE49-F238E27FC236}">
                    <a16:creationId xmlns:a16="http://schemas.microsoft.com/office/drawing/2014/main" xmlns="" id="{9C91E55C-4FFC-4405-9A35-D4ACD71429EB}"/>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7" name="Freeform 46">
                <a:extLst>
                  <a:ext uri="{FF2B5EF4-FFF2-40B4-BE49-F238E27FC236}">
                    <a16:creationId xmlns:a16="http://schemas.microsoft.com/office/drawing/2014/main" xmlns="" id="{6621423C-978B-41C7-BCCF-7B095A409944}"/>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8" name="Freeform 47">
                <a:extLst>
                  <a:ext uri="{FF2B5EF4-FFF2-40B4-BE49-F238E27FC236}">
                    <a16:creationId xmlns:a16="http://schemas.microsoft.com/office/drawing/2014/main" xmlns="" id="{9829F191-8F4B-4F79-B0CB-220FAE35D6B5}"/>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9" name="Freeform 48">
                <a:extLst>
                  <a:ext uri="{FF2B5EF4-FFF2-40B4-BE49-F238E27FC236}">
                    <a16:creationId xmlns:a16="http://schemas.microsoft.com/office/drawing/2014/main" xmlns="" id="{16F546BA-1BF0-4A40-A52C-367E724972D3}"/>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0" name="Freeform 49">
                <a:extLst>
                  <a:ext uri="{FF2B5EF4-FFF2-40B4-BE49-F238E27FC236}">
                    <a16:creationId xmlns:a16="http://schemas.microsoft.com/office/drawing/2014/main" xmlns="" id="{BB141E24-20D1-49E6-B745-7BEBD23F6B12}"/>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1" name="Freeform 50">
                <a:extLst>
                  <a:ext uri="{FF2B5EF4-FFF2-40B4-BE49-F238E27FC236}">
                    <a16:creationId xmlns:a16="http://schemas.microsoft.com/office/drawing/2014/main" xmlns="" id="{F7E4D811-15F3-4D5D-8F45-6881336D4A96}"/>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2" name="Freeform 51">
                <a:extLst>
                  <a:ext uri="{FF2B5EF4-FFF2-40B4-BE49-F238E27FC236}">
                    <a16:creationId xmlns:a16="http://schemas.microsoft.com/office/drawing/2014/main" xmlns="" id="{D1A07F45-3E85-4E42-87EC-30E8C0A18627}"/>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3" name="Freeform 52">
                <a:extLst>
                  <a:ext uri="{FF2B5EF4-FFF2-40B4-BE49-F238E27FC236}">
                    <a16:creationId xmlns:a16="http://schemas.microsoft.com/office/drawing/2014/main" xmlns="" id="{14E9F137-9283-4D56-9874-1FB0DD9D287E}"/>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4" name="Freeform 53">
                <a:extLst>
                  <a:ext uri="{FF2B5EF4-FFF2-40B4-BE49-F238E27FC236}">
                    <a16:creationId xmlns:a16="http://schemas.microsoft.com/office/drawing/2014/main" xmlns="" id="{89A25501-2322-4456-BFD1-F0EF5E0D5795}"/>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5" name="Freeform 54">
                <a:extLst>
                  <a:ext uri="{FF2B5EF4-FFF2-40B4-BE49-F238E27FC236}">
                    <a16:creationId xmlns:a16="http://schemas.microsoft.com/office/drawing/2014/main" xmlns="" id="{BBD74C09-FA59-41E4-BB35-6C98B83959BE}"/>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6" name="Freeform 55">
                <a:extLst>
                  <a:ext uri="{FF2B5EF4-FFF2-40B4-BE49-F238E27FC236}">
                    <a16:creationId xmlns:a16="http://schemas.microsoft.com/office/drawing/2014/main" xmlns="" id="{19541A53-359C-4238-8CCB-4D586D54D648}"/>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7" name="Freeform 56">
                <a:extLst>
                  <a:ext uri="{FF2B5EF4-FFF2-40B4-BE49-F238E27FC236}">
                    <a16:creationId xmlns:a16="http://schemas.microsoft.com/office/drawing/2014/main" xmlns="" id="{245CFA11-3C7C-4D4B-8C39-AAFAAAAC6E70}"/>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8" name="Freeform 57">
                <a:extLst>
                  <a:ext uri="{FF2B5EF4-FFF2-40B4-BE49-F238E27FC236}">
                    <a16:creationId xmlns:a16="http://schemas.microsoft.com/office/drawing/2014/main" xmlns="" id="{1109D178-B26C-42C3-8C80-C01CD4BC46A8}"/>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9" name="Freeform 58">
                <a:extLst>
                  <a:ext uri="{FF2B5EF4-FFF2-40B4-BE49-F238E27FC236}">
                    <a16:creationId xmlns:a16="http://schemas.microsoft.com/office/drawing/2014/main" xmlns="" id="{FF18E6D0-EC46-443F-9E1E-0AEB5CE1575F}"/>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0" name="Freeform 59">
                <a:extLst>
                  <a:ext uri="{FF2B5EF4-FFF2-40B4-BE49-F238E27FC236}">
                    <a16:creationId xmlns:a16="http://schemas.microsoft.com/office/drawing/2014/main" xmlns="" id="{BD789948-4984-4A7C-B766-AEE2B966132F}"/>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1" name="Freeform 60">
                <a:extLst>
                  <a:ext uri="{FF2B5EF4-FFF2-40B4-BE49-F238E27FC236}">
                    <a16:creationId xmlns:a16="http://schemas.microsoft.com/office/drawing/2014/main" xmlns="" id="{F9FC2B63-6C85-409D-A9F4-E16D6B1666E0}"/>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2" name="Freeform 61">
                <a:extLst>
                  <a:ext uri="{FF2B5EF4-FFF2-40B4-BE49-F238E27FC236}">
                    <a16:creationId xmlns:a16="http://schemas.microsoft.com/office/drawing/2014/main" xmlns="" id="{09E0A33B-A373-4D66-8B15-3C5E2CAA5610}"/>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3" name="Freeform 62">
                <a:extLst>
                  <a:ext uri="{FF2B5EF4-FFF2-40B4-BE49-F238E27FC236}">
                    <a16:creationId xmlns:a16="http://schemas.microsoft.com/office/drawing/2014/main" xmlns="" id="{7A7285C8-4316-4D8E-AD29-76C9E6D97CC6}"/>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4" name="Freeform 71">
                <a:extLst>
                  <a:ext uri="{FF2B5EF4-FFF2-40B4-BE49-F238E27FC236}">
                    <a16:creationId xmlns:a16="http://schemas.microsoft.com/office/drawing/2014/main" xmlns="" id="{C9E56011-C8BD-4DDA-AE35-A7C89E25B57E}"/>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sp>
        <p:nvSpPr>
          <p:cNvPr id="63" name="标题 1">
            <a:extLst>
              <a:ext uri="{FF2B5EF4-FFF2-40B4-BE49-F238E27FC236}">
                <a16:creationId xmlns:a16="http://schemas.microsoft.com/office/drawing/2014/main" xmlns="" id="{1335DDEE-9981-4710-859F-990D662D46B0}"/>
              </a:ext>
            </a:extLst>
          </p:cNvPr>
          <p:cNvSpPr txBox="1">
            <a:spLocks/>
          </p:cNvSpPr>
          <p:nvPr/>
        </p:nvSpPr>
        <p:spPr>
          <a:xfrm>
            <a:off x="442913" y="243569"/>
            <a:ext cx="9056851" cy="617518"/>
          </a:xfrm>
          <a:prstGeom prst="rect">
            <a:avLst/>
          </a:prstGeom>
        </p:spPr>
        <p:txBody>
          <a:bodyPr>
            <a:normAutofit/>
          </a:bodyPr>
          <a:lstStyle>
            <a:lvl1pPr algn="l" defTabSz="914400" rtl="0" eaLnBrk="1" latinLnBrk="0" hangingPunct="1">
              <a:lnSpc>
                <a:spcPct val="90000"/>
              </a:lnSpc>
              <a:spcBef>
                <a:spcPct val="0"/>
              </a:spcBef>
              <a:buNone/>
              <a:defRPr lang="zh-CN" altLang="en-US" sz="2400" b="1" kern="1200" dirty="0">
                <a:solidFill>
                  <a:schemeClr val="accent1"/>
                </a:solidFill>
                <a:latin typeface="+mn-lt"/>
                <a:ea typeface="+mn-ea"/>
                <a:cs typeface="+mn-ea"/>
              </a:defRPr>
            </a:lvl1pPr>
          </a:lstStyle>
          <a:p>
            <a:pPr>
              <a:lnSpc>
                <a:spcPct val="100000"/>
              </a:lnSpc>
            </a:pPr>
            <a:r>
              <a:rPr lang="zh-CN" altLang="en-US" dirty="0">
                <a:latin typeface="Arial" panose="020B0604020202020204" pitchFamily="34" charset="0"/>
                <a:ea typeface="Microsoft YaHei" panose="020B0503020204020204" pitchFamily="34" charset="-122"/>
                <a:sym typeface="Arial" panose="020B0604020202020204" pitchFamily="34" charset="0"/>
              </a:rPr>
              <a:t>背景</a:t>
            </a:r>
            <a:r>
              <a:rPr lang="en-US" altLang="zh-CN" dirty="0">
                <a:latin typeface="Arial" panose="020B0604020202020204" pitchFamily="34" charset="0"/>
                <a:ea typeface="Microsoft YaHei" panose="020B0503020204020204" pitchFamily="34" charset="-122"/>
                <a:sym typeface="Arial" panose="020B0604020202020204" pitchFamily="34" charset="0"/>
              </a:rPr>
              <a:t>-2</a:t>
            </a:r>
            <a:r>
              <a:rPr lang="zh-CN" altLang="en-US" dirty="0">
                <a:latin typeface="Arial" panose="020B0604020202020204" pitchFamily="34" charset="0"/>
                <a:ea typeface="Microsoft YaHei" panose="020B0503020204020204" pitchFamily="34" charset="-122"/>
                <a:sym typeface="Arial" panose="020B0604020202020204" pitchFamily="34" charset="0"/>
              </a:rPr>
              <a:t>：北京大学图书馆</a:t>
            </a:r>
          </a:p>
        </p:txBody>
      </p:sp>
      <p:grpSp>
        <p:nvGrpSpPr>
          <p:cNvPr id="64" name="组合 63">
            <a:extLst>
              <a:ext uri="{FF2B5EF4-FFF2-40B4-BE49-F238E27FC236}">
                <a16:creationId xmlns:a16="http://schemas.microsoft.com/office/drawing/2014/main" xmlns="" id="{CA51569B-8133-43C4-BE5D-581A7860EE87}"/>
              </a:ext>
            </a:extLst>
          </p:cNvPr>
          <p:cNvGrpSpPr/>
          <p:nvPr/>
        </p:nvGrpSpPr>
        <p:grpSpPr>
          <a:xfrm>
            <a:off x="528706" y="867990"/>
            <a:ext cx="2433027" cy="0"/>
            <a:chOff x="7460343" y="1311756"/>
            <a:chExt cx="2433027" cy="0"/>
          </a:xfrm>
        </p:grpSpPr>
        <p:cxnSp>
          <p:nvCxnSpPr>
            <p:cNvPr id="65" name="直接连接符 64">
              <a:extLst>
                <a:ext uri="{FF2B5EF4-FFF2-40B4-BE49-F238E27FC236}">
                  <a16:creationId xmlns:a16="http://schemas.microsoft.com/office/drawing/2014/main" xmlns="" id="{85AD8F56-31AE-445D-9A4C-6BE164502C83}"/>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6" name="直接连接符 65">
              <a:extLst>
                <a:ext uri="{FF2B5EF4-FFF2-40B4-BE49-F238E27FC236}">
                  <a16:creationId xmlns:a16="http://schemas.microsoft.com/office/drawing/2014/main" xmlns="" id="{1209C505-AE10-4568-B2E2-F1CBF2851F53}"/>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3" name="矩形 2">
            <a:extLst>
              <a:ext uri="{FF2B5EF4-FFF2-40B4-BE49-F238E27FC236}">
                <a16:creationId xmlns:a16="http://schemas.microsoft.com/office/drawing/2014/main" xmlns="" id="{C6279178-D10E-B074-0359-CDFD88047D22}"/>
              </a:ext>
            </a:extLst>
          </p:cNvPr>
          <p:cNvSpPr/>
          <p:nvPr/>
        </p:nvSpPr>
        <p:spPr>
          <a:xfrm>
            <a:off x="1" y="0"/>
            <a:ext cx="4953000" cy="6858000"/>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nvGrpSpPr>
          <p:cNvPr id="4" name="组合 3">
            <a:extLst>
              <a:ext uri="{FF2B5EF4-FFF2-40B4-BE49-F238E27FC236}">
                <a16:creationId xmlns:a16="http://schemas.microsoft.com/office/drawing/2014/main" xmlns="" id="{2EE43228-EB14-3100-DA10-878EC42CF3A0}"/>
              </a:ext>
            </a:extLst>
          </p:cNvPr>
          <p:cNvGrpSpPr/>
          <p:nvPr/>
        </p:nvGrpSpPr>
        <p:grpSpPr>
          <a:xfrm>
            <a:off x="796575" y="2751038"/>
            <a:ext cx="3458058" cy="923330"/>
            <a:chOff x="872775" y="2487402"/>
            <a:chExt cx="3458058" cy="923330"/>
          </a:xfrm>
        </p:grpSpPr>
        <p:sp>
          <p:nvSpPr>
            <p:cNvPr id="5" name="文本框 4">
              <a:extLst>
                <a:ext uri="{FF2B5EF4-FFF2-40B4-BE49-F238E27FC236}">
                  <a16:creationId xmlns:a16="http://schemas.microsoft.com/office/drawing/2014/main" xmlns="" id="{919A20F0-BBB7-2310-85B7-AAF512995332}"/>
                </a:ext>
              </a:extLst>
            </p:cNvPr>
            <p:cNvSpPr txBox="1"/>
            <p:nvPr/>
          </p:nvSpPr>
          <p:spPr>
            <a:xfrm>
              <a:off x="872775" y="2487402"/>
              <a:ext cx="3269848"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5400" b="0" i="0" u="none" strike="noStrike" kern="1200" cap="none" spc="10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PART 5.2</a:t>
              </a:r>
              <a:endParaRPr kumimoji="0" lang="zh-CN" altLang="en-US" sz="5400" b="0" i="0" u="none" strike="noStrike" kern="1200" cap="none" spc="10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0" name="等腰三角形 9">
              <a:extLst>
                <a:ext uri="{FF2B5EF4-FFF2-40B4-BE49-F238E27FC236}">
                  <a16:creationId xmlns:a16="http://schemas.microsoft.com/office/drawing/2014/main" xmlns="" id="{33F37867-9CDC-F9AA-5CC1-1D4F5B23A83A}"/>
                </a:ext>
              </a:extLst>
            </p:cNvPr>
            <p:cNvSpPr/>
            <p:nvPr/>
          </p:nvSpPr>
          <p:spPr>
            <a:xfrm rot="5400000">
              <a:off x="4151112" y="2865863"/>
              <a:ext cx="193033" cy="166408"/>
            </a:xfrm>
            <a:prstGeom prst="triangle">
              <a:avLst/>
            </a:prstGeom>
            <a:solidFill>
              <a:schemeClr val="bg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sp>
        <p:nvSpPr>
          <p:cNvPr id="73" name="文本框 72">
            <a:extLst>
              <a:ext uri="{FF2B5EF4-FFF2-40B4-BE49-F238E27FC236}">
                <a16:creationId xmlns:a16="http://schemas.microsoft.com/office/drawing/2014/main" xmlns="" id="{B5CCE07E-166A-7A7A-2C3A-7D06CA1022C9}"/>
              </a:ext>
            </a:extLst>
          </p:cNvPr>
          <p:cNvSpPr txBox="1"/>
          <p:nvPr/>
        </p:nvSpPr>
        <p:spPr>
          <a:xfrm>
            <a:off x="6606269" y="2730596"/>
            <a:ext cx="4087866" cy="830997"/>
          </a:xfrm>
          <a:prstGeom prst="rect">
            <a:avLst/>
          </a:prstGeom>
          <a:noFill/>
        </p:spPr>
        <p:txBody>
          <a:bodyPr wrap="square" rtlCol="0">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zh-CN" altLang="en-US" sz="4800" b="1" i="0" u="none" strike="noStrike" kern="1200" cap="none" normalizeH="0" noProof="0" dirty="0">
                <a:ln>
                  <a:noFill/>
                </a:ln>
                <a:solidFill>
                  <a:srgbClr val="9A0001"/>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分区管理方案</a:t>
            </a:r>
          </a:p>
        </p:txBody>
      </p:sp>
    </p:spTree>
    <p:extLst>
      <p:ext uri="{BB962C8B-B14F-4D97-AF65-F5344CB8AC3E}">
        <p14:creationId xmlns:p14="http://schemas.microsoft.com/office/powerpoint/2010/main" xmlns="" val="2086464717"/>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p:txBody>
          <a:bodyPr/>
          <a:lstStyle/>
          <a:p>
            <a:r>
              <a:rPr lang="zh-CN" altLang="en-US" dirty="0">
                <a:sym typeface="Arial" panose="020B0604020202020204" pitchFamily="34" charset="0"/>
              </a:rPr>
              <a:t>分区管理</a:t>
            </a:r>
          </a:p>
        </p:txBody>
      </p:sp>
      <p:grpSp>
        <p:nvGrpSpPr>
          <p:cNvPr id="5" name="组合 4">
            <a:extLst>
              <a:ext uri="{FF2B5EF4-FFF2-40B4-BE49-F238E27FC236}">
                <a16:creationId xmlns:a16="http://schemas.microsoft.com/office/drawing/2014/main" xmlns="" id="{67C6F7C1-E171-E320-C65E-2B42C72D8F85}"/>
              </a:ext>
            </a:extLst>
          </p:cNvPr>
          <p:cNvGrpSpPr/>
          <p:nvPr/>
        </p:nvGrpSpPr>
        <p:grpSpPr>
          <a:xfrm>
            <a:off x="643052" y="3429000"/>
            <a:ext cx="1266290" cy="554804"/>
            <a:chOff x="737171" y="5636574"/>
            <a:chExt cx="1266290" cy="554804"/>
          </a:xfrm>
        </p:grpSpPr>
        <p:sp>
          <p:nvSpPr>
            <p:cNvPr id="6" name="圆角矩形 5">
              <a:extLst>
                <a:ext uri="{FF2B5EF4-FFF2-40B4-BE49-F238E27FC236}">
                  <a16:creationId xmlns:a16="http://schemas.microsoft.com/office/drawing/2014/main" xmlns="" id="{D1713DEF-BBA5-71BC-C5BD-D2C207618141}"/>
                </a:ext>
              </a:extLst>
            </p:cNvPr>
            <p:cNvSpPr/>
            <p:nvPr/>
          </p:nvSpPr>
          <p:spPr>
            <a:xfrm>
              <a:off x="737171" y="5636574"/>
              <a:ext cx="1266290" cy="554804"/>
            </a:xfrm>
            <a:prstGeom prst="roundRect">
              <a:avLst>
                <a:gd name="adj" fmla="val 1111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Microsoft YaHei" panose="020B0503020204020204" pitchFamily="34" charset="-122"/>
                <a:ea typeface="Microsoft YaHei" panose="020B0503020204020204" pitchFamily="34" charset="-122"/>
              </a:endParaRPr>
            </a:p>
          </p:txBody>
        </p:sp>
        <p:sp>
          <p:nvSpPr>
            <p:cNvPr id="7" name="文本框 6">
              <a:extLst>
                <a:ext uri="{FF2B5EF4-FFF2-40B4-BE49-F238E27FC236}">
                  <a16:creationId xmlns:a16="http://schemas.microsoft.com/office/drawing/2014/main" xmlns="" id="{71F5BBCC-5C65-B9DC-400A-6C5B6BF50543}"/>
                </a:ext>
              </a:extLst>
            </p:cNvPr>
            <p:cNvSpPr txBox="1"/>
            <p:nvPr/>
          </p:nvSpPr>
          <p:spPr>
            <a:xfrm>
              <a:off x="737171" y="5713921"/>
              <a:ext cx="1266290" cy="400110"/>
            </a:xfrm>
            <a:prstGeom prst="rect">
              <a:avLst/>
            </a:prstGeom>
            <a:noFill/>
          </p:spPr>
          <p:txBody>
            <a:bodyPr wrap="square">
              <a:spAutoFit/>
            </a:bodyPr>
            <a:lstStyle/>
            <a:p>
              <a:pPr algn="ctr"/>
              <a:r>
                <a:rPr lang="zh-CN" altLang="en-US" sz="2000" b="1" kern="100" dirty="0">
                  <a:solidFill>
                    <a:schemeClr val="bg1"/>
                  </a:solidFill>
                  <a:effectLst/>
                  <a:latin typeface="Microsoft YaHei" panose="020B0503020204020204" pitchFamily="34" charset="-122"/>
                  <a:ea typeface="Microsoft YaHei" panose="020B0503020204020204" pitchFamily="34" charset="-122"/>
                </a:rPr>
                <a:t>分区管理</a:t>
              </a:r>
              <a:endParaRPr lang="zh-CN" altLang="en-US" sz="2000" b="1" dirty="0">
                <a:solidFill>
                  <a:schemeClr val="bg1"/>
                </a:solidFill>
                <a:latin typeface="Microsoft YaHei" panose="020B0503020204020204" pitchFamily="34" charset="-122"/>
                <a:ea typeface="Microsoft YaHei" panose="020B0503020204020204" pitchFamily="34" charset="-122"/>
              </a:endParaRPr>
            </a:p>
          </p:txBody>
        </p:sp>
      </p:grpSp>
      <p:grpSp>
        <p:nvGrpSpPr>
          <p:cNvPr id="9" name="组合 8">
            <a:extLst>
              <a:ext uri="{FF2B5EF4-FFF2-40B4-BE49-F238E27FC236}">
                <a16:creationId xmlns:a16="http://schemas.microsoft.com/office/drawing/2014/main" xmlns="" id="{89C25AF4-CDE6-F39F-831F-4ADB56811E3F}"/>
              </a:ext>
            </a:extLst>
          </p:cNvPr>
          <p:cNvGrpSpPr/>
          <p:nvPr/>
        </p:nvGrpSpPr>
        <p:grpSpPr>
          <a:xfrm>
            <a:off x="2874731" y="1812097"/>
            <a:ext cx="1266290" cy="554804"/>
            <a:chOff x="737171" y="5636574"/>
            <a:chExt cx="1266290" cy="554804"/>
          </a:xfrm>
        </p:grpSpPr>
        <p:sp>
          <p:nvSpPr>
            <p:cNvPr id="10" name="圆角矩形 9">
              <a:extLst>
                <a:ext uri="{FF2B5EF4-FFF2-40B4-BE49-F238E27FC236}">
                  <a16:creationId xmlns:a16="http://schemas.microsoft.com/office/drawing/2014/main" xmlns="" id="{3C7B45D0-AA6E-2653-CF63-E39B13D4933A}"/>
                </a:ext>
              </a:extLst>
            </p:cNvPr>
            <p:cNvSpPr/>
            <p:nvPr/>
          </p:nvSpPr>
          <p:spPr>
            <a:xfrm>
              <a:off x="737171" y="5636574"/>
              <a:ext cx="1266290" cy="554804"/>
            </a:xfrm>
            <a:prstGeom prst="roundRect">
              <a:avLst>
                <a:gd name="adj" fmla="val 1111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Microsoft YaHei" panose="020B0503020204020204" pitchFamily="34" charset="-122"/>
                <a:ea typeface="Microsoft YaHei" panose="020B0503020204020204" pitchFamily="34" charset="-122"/>
              </a:endParaRPr>
            </a:p>
          </p:txBody>
        </p:sp>
        <p:sp>
          <p:nvSpPr>
            <p:cNvPr id="11" name="文本框 10">
              <a:extLst>
                <a:ext uri="{FF2B5EF4-FFF2-40B4-BE49-F238E27FC236}">
                  <a16:creationId xmlns:a16="http://schemas.microsoft.com/office/drawing/2014/main" xmlns="" id="{32B21516-F1E5-3B28-6543-C5F842BA6063}"/>
                </a:ext>
              </a:extLst>
            </p:cNvPr>
            <p:cNvSpPr txBox="1"/>
            <p:nvPr/>
          </p:nvSpPr>
          <p:spPr>
            <a:xfrm>
              <a:off x="737171" y="5713921"/>
              <a:ext cx="1266290" cy="400110"/>
            </a:xfrm>
            <a:prstGeom prst="rect">
              <a:avLst/>
            </a:prstGeom>
            <a:noFill/>
          </p:spPr>
          <p:txBody>
            <a:bodyPr wrap="square">
              <a:spAutoFit/>
            </a:bodyPr>
            <a:lstStyle/>
            <a:p>
              <a:pPr algn="ctr"/>
              <a:r>
                <a:rPr lang="zh-CN" altLang="en-US" sz="2000" b="1" kern="100" dirty="0">
                  <a:solidFill>
                    <a:schemeClr val="bg1"/>
                  </a:solidFill>
                  <a:effectLst/>
                  <a:latin typeface="Microsoft YaHei" panose="020B0503020204020204" pitchFamily="34" charset="-122"/>
                  <a:ea typeface="Microsoft YaHei" panose="020B0503020204020204" pitchFamily="34" charset="-122"/>
                </a:rPr>
                <a:t>定义</a:t>
              </a:r>
              <a:endParaRPr lang="zh-CN" altLang="en-US" sz="2000" b="1" dirty="0">
                <a:solidFill>
                  <a:schemeClr val="bg1"/>
                </a:solidFill>
                <a:latin typeface="Microsoft YaHei" panose="020B0503020204020204" pitchFamily="34" charset="-122"/>
                <a:ea typeface="Microsoft YaHei" panose="020B0503020204020204" pitchFamily="34" charset="-122"/>
              </a:endParaRPr>
            </a:p>
          </p:txBody>
        </p:sp>
      </p:grpSp>
      <p:grpSp>
        <p:nvGrpSpPr>
          <p:cNvPr id="12" name="组合 11">
            <a:extLst>
              <a:ext uri="{FF2B5EF4-FFF2-40B4-BE49-F238E27FC236}">
                <a16:creationId xmlns:a16="http://schemas.microsoft.com/office/drawing/2014/main" xmlns="" id="{0BE21B68-9FB6-6F26-9517-BEBA5627E570}"/>
              </a:ext>
            </a:extLst>
          </p:cNvPr>
          <p:cNvGrpSpPr/>
          <p:nvPr/>
        </p:nvGrpSpPr>
        <p:grpSpPr>
          <a:xfrm>
            <a:off x="2874731" y="3404061"/>
            <a:ext cx="1266290" cy="554804"/>
            <a:chOff x="737171" y="5636574"/>
            <a:chExt cx="1266290" cy="554804"/>
          </a:xfrm>
        </p:grpSpPr>
        <p:sp>
          <p:nvSpPr>
            <p:cNvPr id="13" name="圆角矩形 12">
              <a:extLst>
                <a:ext uri="{FF2B5EF4-FFF2-40B4-BE49-F238E27FC236}">
                  <a16:creationId xmlns:a16="http://schemas.microsoft.com/office/drawing/2014/main" xmlns="" id="{E9B1043E-6910-6D06-5B34-FE9CDD766498}"/>
                </a:ext>
              </a:extLst>
            </p:cNvPr>
            <p:cNvSpPr/>
            <p:nvPr/>
          </p:nvSpPr>
          <p:spPr>
            <a:xfrm>
              <a:off x="737171" y="5636574"/>
              <a:ext cx="1266290" cy="554804"/>
            </a:xfrm>
            <a:prstGeom prst="roundRect">
              <a:avLst>
                <a:gd name="adj" fmla="val 1111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Microsoft YaHei" panose="020B0503020204020204" pitchFamily="34" charset="-122"/>
                <a:ea typeface="Microsoft YaHei" panose="020B0503020204020204" pitchFamily="34" charset="-122"/>
              </a:endParaRPr>
            </a:p>
          </p:txBody>
        </p:sp>
        <p:sp>
          <p:nvSpPr>
            <p:cNvPr id="14" name="文本框 13">
              <a:extLst>
                <a:ext uri="{FF2B5EF4-FFF2-40B4-BE49-F238E27FC236}">
                  <a16:creationId xmlns:a16="http://schemas.microsoft.com/office/drawing/2014/main" xmlns="" id="{0999EB39-554E-8E64-2D33-BD68D2FA25D2}"/>
                </a:ext>
              </a:extLst>
            </p:cNvPr>
            <p:cNvSpPr txBox="1"/>
            <p:nvPr/>
          </p:nvSpPr>
          <p:spPr>
            <a:xfrm>
              <a:off x="737171" y="5713921"/>
              <a:ext cx="1266290" cy="400110"/>
            </a:xfrm>
            <a:prstGeom prst="rect">
              <a:avLst/>
            </a:prstGeom>
            <a:noFill/>
          </p:spPr>
          <p:txBody>
            <a:bodyPr wrap="square">
              <a:spAutoFit/>
            </a:bodyPr>
            <a:lstStyle/>
            <a:p>
              <a:pPr algn="ctr"/>
              <a:r>
                <a:rPr lang="zh-CN" altLang="en-US" sz="2000" b="1" dirty="0">
                  <a:solidFill>
                    <a:schemeClr val="bg1"/>
                  </a:solidFill>
                  <a:latin typeface="Microsoft YaHei" panose="020B0503020204020204" pitchFamily="34" charset="-122"/>
                  <a:ea typeface="Microsoft YaHei" panose="020B0503020204020204" pitchFamily="34" charset="-122"/>
                </a:rPr>
                <a:t>基本思想</a:t>
              </a:r>
            </a:p>
          </p:txBody>
        </p:sp>
      </p:grpSp>
      <p:grpSp>
        <p:nvGrpSpPr>
          <p:cNvPr id="15" name="组合 14">
            <a:extLst>
              <a:ext uri="{FF2B5EF4-FFF2-40B4-BE49-F238E27FC236}">
                <a16:creationId xmlns:a16="http://schemas.microsoft.com/office/drawing/2014/main" xmlns="" id="{BFE8FB0B-FBFD-9518-CF40-2992A73D2B06}"/>
              </a:ext>
            </a:extLst>
          </p:cNvPr>
          <p:cNvGrpSpPr/>
          <p:nvPr/>
        </p:nvGrpSpPr>
        <p:grpSpPr>
          <a:xfrm>
            <a:off x="2874731" y="4996025"/>
            <a:ext cx="1266290" cy="554804"/>
            <a:chOff x="737171" y="5636574"/>
            <a:chExt cx="1266290" cy="554804"/>
          </a:xfrm>
        </p:grpSpPr>
        <p:sp>
          <p:nvSpPr>
            <p:cNvPr id="16" name="圆角矩形 15">
              <a:extLst>
                <a:ext uri="{FF2B5EF4-FFF2-40B4-BE49-F238E27FC236}">
                  <a16:creationId xmlns:a16="http://schemas.microsoft.com/office/drawing/2014/main" xmlns="" id="{F657CB91-A324-2C36-BFDD-E19891D24A03}"/>
                </a:ext>
              </a:extLst>
            </p:cNvPr>
            <p:cNvSpPr/>
            <p:nvPr/>
          </p:nvSpPr>
          <p:spPr>
            <a:xfrm>
              <a:off x="737171" y="5636574"/>
              <a:ext cx="1266290" cy="554804"/>
            </a:xfrm>
            <a:prstGeom prst="roundRect">
              <a:avLst>
                <a:gd name="adj" fmla="val 1111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Microsoft YaHei" panose="020B0503020204020204" pitchFamily="34" charset="-122"/>
                <a:ea typeface="Microsoft YaHei" panose="020B0503020204020204" pitchFamily="34" charset="-122"/>
              </a:endParaRPr>
            </a:p>
          </p:txBody>
        </p:sp>
        <p:sp>
          <p:nvSpPr>
            <p:cNvPr id="17" name="文本框 16">
              <a:extLst>
                <a:ext uri="{FF2B5EF4-FFF2-40B4-BE49-F238E27FC236}">
                  <a16:creationId xmlns:a16="http://schemas.microsoft.com/office/drawing/2014/main" xmlns="" id="{9FD1E4D0-C830-B11F-EC5D-EFD073E5CDFC}"/>
                </a:ext>
              </a:extLst>
            </p:cNvPr>
            <p:cNvSpPr txBox="1"/>
            <p:nvPr/>
          </p:nvSpPr>
          <p:spPr>
            <a:xfrm>
              <a:off x="737171" y="5713921"/>
              <a:ext cx="1266290" cy="400110"/>
            </a:xfrm>
            <a:prstGeom prst="rect">
              <a:avLst/>
            </a:prstGeom>
            <a:noFill/>
          </p:spPr>
          <p:txBody>
            <a:bodyPr wrap="square">
              <a:spAutoFit/>
            </a:bodyPr>
            <a:lstStyle/>
            <a:p>
              <a:pPr algn="ctr"/>
              <a:r>
                <a:rPr lang="zh-CN" altLang="en-US" sz="2000" b="1" dirty="0">
                  <a:solidFill>
                    <a:schemeClr val="bg1"/>
                  </a:solidFill>
                  <a:latin typeface="Microsoft YaHei" panose="020B0503020204020204" pitchFamily="34" charset="-122"/>
                  <a:ea typeface="Microsoft YaHei" panose="020B0503020204020204" pitchFamily="34" charset="-122"/>
                </a:rPr>
                <a:t>方式</a:t>
              </a:r>
            </a:p>
          </p:txBody>
        </p:sp>
      </p:grpSp>
      <p:sp>
        <p:nvSpPr>
          <p:cNvPr id="18" name="圆角矩形 17">
            <a:extLst>
              <a:ext uri="{FF2B5EF4-FFF2-40B4-BE49-F238E27FC236}">
                <a16:creationId xmlns:a16="http://schemas.microsoft.com/office/drawing/2014/main" xmlns="" id="{BFA1C07A-B41D-A571-3BA7-0B0BDB03FF68}"/>
              </a:ext>
            </a:extLst>
          </p:cNvPr>
          <p:cNvSpPr/>
          <p:nvPr/>
        </p:nvSpPr>
        <p:spPr>
          <a:xfrm>
            <a:off x="4372304" y="1544385"/>
            <a:ext cx="6831724" cy="1090227"/>
          </a:xfrm>
          <a:prstGeom prst="roundRect">
            <a:avLst>
              <a:gd name="adj" fmla="val 7026"/>
            </a:avLst>
          </a:prstGeom>
          <a:solidFill>
            <a:schemeClr val="bg1"/>
          </a:solidFill>
          <a:ln>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zh-CN" sz="1800" kern="100" dirty="0">
                <a:solidFill>
                  <a:schemeClr val="tx1"/>
                </a:solidFill>
                <a:effectLst/>
                <a:latin typeface="Microsoft YaHei" panose="020B0503020204020204" pitchFamily="34" charset="-122"/>
                <a:ea typeface="Microsoft YaHei" panose="020B0503020204020204" pitchFamily="34" charset="-122"/>
              </a:rPr>
              <a:t>能满足多道程序运行的最简单的存储管理方案</a:t>
            </a:r>
            <a:endParaRPr lang="zh-CN" altLang="en-US" dirty="0">
              <a:solidFill>
                <a:schemeClr val="tx1"/>
              </a:solidFill>
              <a:latin typeface="Microsoft YaHei" panose="020B0503020204020204" pitchFamily="34" charset="-122"/>
              <a:ea typeface="Microsoft YaHei" panose="020B0503020204020204" pitchFamily="34" charset="-122"/>
            </a:endParaRPr>
          </a:p>
        </p:txBody>
      </p:sp>
      <p:sp>
        <p:nvSpPr>
          <p:cNvPr id="19" name="圆角矩形 18">
            <a:extLst>
              <a:ext uri="{FF2B5EF4-FFF2-40B4-BE49-F238E27FC236}">
                <a16:creationId xmlns:a16="http://schemas.microsoft.com/office/drawing/2014/main" xmlns="" id="{FB9359AA-524D-BFCB-C605-AD2BF2982E05}"/>
              </a:ext>
            </a:extLst>
          </p:cNvPr>
          <p:cNvSpPr/>
          <p:nvPr/>
        </p:nvSpPr>
        <p:spPr>
          <a:xfrm>
            <a:off x="4372304" y="3136349"/>
            <a:ext cx="6831724" cy="1090227"/>
          </a:xfrm>
          <a:prstGeom prst="roundRect">
            <a:avLst>
              <a:gd name="adj" fmla="val 7026"/>
            </a:avLst>
          </a:prstGeom>
          <a:solidFill>
            <a:schemeClr val="bg1"/>
          </a:solidFill>
          <a:ln>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lnSpc>
                <a:spcPct val="150000"/>
              </a:lnSpc>
            </a:pPr>
            <a:r>
              <a:rPr lang="zh-CN" altLang="zh-CN" sz="1800" kern="100" dirty="0">
                <a:solidFill>
                  <a:schemeClr val="tx1"/>
                </a:solidFill>
                <a:effectLst/>
                <a:latin typeface="Microsoft YaHei" panose="020B0503020204020204" pitchFamily="34" charset="-122"/>
                <a:ea typeface="Microsoft YaHei" panose="020B0503020204020204" pitchFamily="34" charset="-122"/>
              </a:rPr>
              <a:t>把内存划分成若干个连续区域，称为分区</a:t>
            </a:r>
            <a:endParaRPr lang="en-US" altLang="zh-CN" sz="1800" kern="100" dirty="0">
              <a:solidFill>
                <a:schemeClr val="tx1"/>
              </a:solidFill>
              <a:effectLst/>
              <a:latin typeface="Microsoft YaHei" panose="020B0503020204020204" pitchFamily="34" charset="-122"/>
              <a:ea typeface="Microsoft YaHei" panose="020B0503020204020204" pitchFamily="34" charset="-122"/>
            </a:endParaRPr>
          </a:p>
          <a:p>
            <a:pPr algn="just">
              <a:lnSpc>
                <a:spcPct val="150000"/>
              </a:lnSpc>
            </a:pPr>
            <a:r>
              <a:rPr lang="zh-CN" altLang="zh-CN" sz="1800" kern="100" dirty="0">
                <a:solidFill>
                  <a:schemeClr val="tx1"/>
                </a:solidFill>
                <a:effectLst/>
                <a:latin typeface="Microsoft YaHei" panose="020B0503020204020204" pitchFamily="34" charset="-122"/>
                <a:ea typeface="Microsoft YaHei" panose="020B0503020204020204" pitchFamily="34" charset="-122"/>
              </a:rPr>
              <a:t>每个分区装入一个运行程序</a:t>
            </a:r>
          </a:p>
        </p:txBody>
      </p:sp>
      <p:sp>
        <p:nvSpPr>
          <p:cNvPr id="20" name="圆角矩形 19">
            <a:extLst>
              <a:ext uri="{FF2B5EF4-FFF2-40B4-BE49-F238E27FC236}">
                <a16:creationId xmlns:a16="http://schemas.microsoft.com/office/drawing/2014/main" xmlns="" id="{4B0CB284-949D-C4D2-06D1-F31AE2C014F8}"/>
              </a:ext>
            </a:extLst>
          </p:cNvPr>
          <p:cNvSpPr/>
          <p:nvPr/>
        </p:nvSpPr>
        <p:spPr>
          <a:xfrm>
            <a:off x="4372304" y="4728313"/>
            <a:ext cx="6831724" cy="1090227"/>
          </a:xfrm>
          <a:prstGeom prst="roundRect">
            <a:avLst>
              <a:gd name="adj" fmla="val 7026"/>
            </a:avLst>
          </a:prstGeom>
          <a:solidFill>
            <a:schemeClr val="bg1"/>
          </a:solidFill>
          <a:ln>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lnSpc>
                <a:spcPct val="150000"/>
              </a:lnSpc>
            </a:pPr>
            <a:r>
              <a:rPr lang="zh-CN" altLang="en-US" sz="1800" kern="100" dirty="0">
                <a:solidFill>
                  <a:schemeClr val="tx1"/>
                </a:solidFill>
                <a:effectLst/>
                <a:latin typeface="Microsoft YaHei" panose="020B0503020204020204" pitchFamily="34" charset="-122"/>
                <a:ea typeface="Microsoft YaHei" panose="020B0503020204020204" pitchFamily="34" charset="-122"/>
              </a:rPr>
              <a:t>固定分区</a:t>
            </a:r>
            <a:endParaRPr lang="en-US" altLang="zh-CN" sz="1800" kern="100" dirty="0">
              <a:solidFill>
                <a:schemeClr val="tx1"/>
              </a:solidFill>
              <a:effectLst/>
              <a:latin typeface="Microsoft YaHei" panose="020B0503020204020204" pitchFamily="34" charset="-122"/>
              <a:ea typeface="Microsoft YaHei" panose="020B0503020204020204" pitchFamily="34" charset="-122"/>
            </a:endParaRPr>
          </a:p>
          <a:p>
            <a:pPr algn="just">
              <a:lnSpc>
                <a:spcPct val="150000"/>
              </a:lnSpc>
            </a:pPr>
            <a:r>
              <a:rPr lang="zh-CN" altLang="en-US" kern="100" dirty="0">
                <a:solidFill>
                  <a:schemeClr val="tx1"/>
                </a:solidFill>
                <a:latin typeface="Microsoft YaHei" panose="020B0503020204020204" pitchFamily="34" charset="-122"/>
                <a:ea typeface="Microsoft YaHei" panose="020B0503020204020204" pitchFamily="34" charset="-122"/>
              </a:rPr>
              <a:t>可变分区</a:t>
            </a:r>
            <a:endParaRPr lang="zh-CN" altLang="zh-CN" sz="1800" kern="100" dirty="0">
              <a:solidFill>
                <a:schemeClr val="tx1"/>
              </a:solidFill>
              <a:effectLst/>
              <a:latin typeface="Microsoft YaHei" panose="020B0503020204020204" pitchFamily="34" charset="-122"/>
              <a:ea typeface="Microsoft YaHei" panose="020B0503020204020204" pitchFamily="34" charset="-122"/>
            </a:endParaRPr>
          </a:p>
        </p:txBody>
      </p:sp>
      <p:cxnSp>
        <p:nvCxnSpPr>
          <p:cNvPr id="21" name="直线连接符 20">
            <a:extLst>
              <a:ext uri="{FF2B5EF4-FFF2-40B4-BE49-F238E27FC236}">
                <a16:creationId xmlns:a16="http://schemas.microsoft.com/office/drawing/2014/main" xmlns="" id="{FBA15A95-AF71-9551-CFB3-D891401A48B1}"/>
              </a:ext>
            </a:extLst>
          </p:cNvPr>
          <p:cNvCxnSpPr>
            <a:stCxn id="7" idx="3"/>
            <a:endCxn id="11" idx="1"/>
          </p:cNvCxnSpPr>
          <p:nvPr/>
        </p:nvCxnSpPr>
        <p:spPr>
          <a:xfrm flipV="1">
            <a:off x="1909342" y="2089499"/>
            <a:ext cx="965389" cy="1616903"/>
          </a:xfrm>
          <a:prstGeom prst="line">
            <a:avLst/>
          </a:prstGeom>
        </p:spPr>
        <p:style>
          <a:lnRef idx="1">
            <a:schemeClr val="accent1"/>
          </a:lnRef>
          <a:fillRef idx="0">
            <a:schemeClr val="accent1"/>
          </a:fillRef>
          <a:effectRef idx="0">
            <a:schemeClr val="accent1"/>
          </a:effectRef>
          <a:fontRef idx="minor">
            <a:schemeClr val="tx1"/>
          </a:fontRef>
        </p:style>
      </p:cxnSp>
      <p:cxnSp>
        <p:nvCxnSpPr>
          <p:cNvPr id="22" name="直线连接符 21">
            <a:extLst>
              <a:ext uri="{FF2B5EF4-FFF2-40B4-BE49-F238E27FC236}">
                <a16:creationId xmlns:a16="http://schemas.microsoft.com/office/drawing/2014/main" xmlns="" id="{4EF3CEAD-0EAD-7B1D-B73B-7C1AA125A51F}"/>
              </a:ext>
            </a:extLst>
          </p:cNvPr>
          <p:cNvCxnSpPr>
            <a:cxnSpLocks/>
            <a:endCxn id="17" idx="1"/>
          </p:cNvCxnSpPr>
          <p:nvPr/>
        </p:nvCxnSpPr>
        <p:spPr>
          <a:xfrm>
            <a:off x="1909341" y="3718872"/>
            <a:ext cx="965390" cy="1554555"/>
          </a:xfrm>
          <a:prstGeom prst="line">
            <a:avLst/>
          </a:prstGeom>
        </p:spPr>
        <p:style>
          <a:lnRef idx="1">
            <a:schemeClr val="accent1"/>
          </a:lnRef>
          <a:fillRef idx="0">
            <a:schemeClr val="accent1"/>
          </a:fillRef>
          <a:effectRef idx="0">
            <a:schemeClr val="accent1"/>
          </a:effectRef>
          <a:fontRef idx="minor">
            <a:schemeClr val="tx1"/>
          </a:fontRef>
        </p:style>
      </p:cxnSp>
      <p:cxnSp>
        <p:nvCxnSpPr>
          <p:cNvPr id="23" name="直线连接符 22">
            <a:extLst>
              <a:ext uri="{FF2B5EF4-FFF2-40B4-BE49-F238E27FC236}">
                <a16:creationId xmlns:a16="http://schemas.microsoft.com/office/drawing/2014/main" xmlns="" id="{8F57E386-4DEE-97E4-364F-46D48AA7CF66}"/>
              </a:ext>
            </a:extLst>
          </p:cNvPr>
          <p:cNvCxnSpPr>
            <a:cxnSpLocks/>
            <a:endCxn id="14" idx="1"/>
          </p:cNvCxnSpPr>
          <p:nvPr/>
        </p:nvCxnSpPr>
        <p:spPr>
          <a:xfrm flipV="1">
            <a:off x="1909341" y="3681463"/>
            <a:ext cx="965390" cy="23085"/>
          </a:xfrm>
          <a:prstGeom prst="line">
            <a:avLst/>
          </a:prstGeom>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40663653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p:txBody>
          <a:bodyPr/>
          <a:lstStyle/>
          <a:p>
            <a:r>
              <a:rPr lang="en-US" altLang="zh-CN" dirty="0">
                <a:sym typeface="Arial" panose="020B0604020202020204" pitchFamily="34" charset="0"/>
              </a:rPr>
              <a:t>5.2.1</a:t>
            </a:r>
            <a:r>
              <a:rPr lang="zh-CN" altLang="en-US" dirty="0">
                <a:sym typeface="Arial" panose="020B0604020202020204" pitchFamily="34" charset="0"/>
              </a:rPr>
              <a:t>固定分区</a:t>
            </a:r>
          </a:p>
        </p:txBody>
      </p:sp>
      <p:grpSp>
        <p:nvGrpSpPr>
          <p:cNvPr id="5" name="组合 4">
            <a:extLst>
              <a:ext uri="{FF2B5EF4-FFF2-40B4-BE49-F238E27FC236}">
                <a16:creationId xmlns:a16="http://schemas.microsoft.com/office/drawing/2014/main" xmlns="" id="{DD5D2BC9-8784-2CD8-7A2B-F35F3AEF3AEF}"/>
              </a:ext>
            </a:extLst>
          </p:cNvPr>
          <p:cNvGrpSpPr/>
          <p:nvPr/>
        </p:nvGrpSpPr>
        <p:grpSpPr>
          <a:xfrm>
            <a:off x="643051" y="2890897"/>
            <a:ext cx="1266290" cy="554804"/>
            <a:chOff x="737171" y="5636574"/>
            <a:chExt cx="1266290" cy="554804"/>
          </a:xfrm>
        </p:grpSpPr>
        <p:sp>
          <p:nvSpPr>
            <p:cNvPr id="6" name="圆角矩形 5">
              <a:extLst>
                <a:ext uri="{FF2B5EF4-FFF2-40B4-BE49-F238E27FC236}">
                  <a16:creationId xmlns:a16="http://schemas.microsoft.com/office/drawing/2014/main" xmlns="" id="{36D9D00E-720D-9F67-6C40-14DD1CA8383C}"/>
                </a:ext>
              </a:extLst>
            </p:cNvPr>
            <p:cNvSpPr/>
            <p:nvPr/>
          </p:nvSpPr>
          <p:spPr>
            <a:xfrm>
              <a:off x="737171" y="5636574"/>
              <a:ext cx="1266290" cy="554804"/>
            </a:xfrm>
            <a:prstGeom prst="roundRect">
              <a:avLst>
                <a:gd name="adj" fmla="val 1111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Microsoft YaHei" panose="020B0503020204020204" pitchFamily="34" charset="-122"/>
                <a:ea typeface="Microsoft YaHei" panose="020B0503020204020204" pitchFamily="34" charset="-122"/>
              </a:endParaRPr>
            </a:p>
          </p:txBody>
        </p:sp>
        <p:sp>
          <p:nvSpPr>
            <p:cNvPr id="7" name="文本框 6">
              <a:extLst>
                <a:ext uri="{FF2B5EF4-FFF2-40B4-BE49-F238E27FC236}">
                  <a16:creationId xmlns:a16="http://schemas.microsoft.com/office/drawing/2014/main" xmlns="" id="{FA91A8DE-BC06-AC31-2492-202793E48443}"/>
                </a:ext>
              </a:extLst>
            </p:cNvPr>
            <p:cNvSpPr txBox="1"/>
            <p:nvPr/>
          </p:nvSpPr>
          <p:spPr>
            <a:xfrm>
              <a:off x="737171" y="5713921"/>
              <a:ext cx="1266290" cy="400110"/>
            </a:xfrm>
            <a:prstGeom prst="rect">
              <a:avLst/>
            </a:prstGeom>
            <a:noFill/>
          </p:spPr>
          <p:txBody>
            <a:bodyPr wrap="square">
              <a:spAutoFit/>
            </a:bodyPr>
            <a:lstStyle/>
            <a:p>
              <a:pPr algn="ctr"/>
              <a:r>
                <a:rPr lang="zh-CN" altLang="en-US" sz="2000" b="1" kern="100" dirty="0">
                  <a:solidFill>
                    <a:schemeClr val="bg1"/>
                  </a:solidFill>
                  <a:effectLst/>
                  <a:latin typeface="Microsoft YaHei" panose="020B0503020204020204" pitchFamily="34" charset="-122"/>
                  <a:ea typeface="Microsoft YaHei" panose="020B0503020204020204" pitchFamily="34" charset="-122"/>
                </a:rPr>
                <a:t>固定分区</a:t>
              </a:r>
              <a:endParaRPr lang="zh-CN" altLang="en-US" sz="2000" b="1" dirty="0">
                <a:solidFill>
                  <a:schemeClr val="bg1"/>
                </a:solidFill>
                <a:latin typeface="Microsoft YaHei" panose="020B0503020204020204" pitchFamily="34" charset="-122"/>
                <a:ea typeface="Microsoft YaHei" panose="020B0503020204020204" pitchFamily="34" charset="-122"/>
              </a:endParaRPr>
            </a:p>
          </p:txBody>
        </p:sp>
      </p:grpSp>
      <p:grpSp>
        <p:nvGrpSpPr>
          <p:cNvPr id="9" name="组合 8">
            <a:extLst>
              <a:ext uri="{FF2B5EF4-FFF2-40B4-BE49-F238E27FC236}">
                <a16:creationId xmlns:a16="http://schemas.microsoft.com/office/drawing/2014/main" xmlns="" id="{4823DF99-1B76-4620-FC17-BAF855B6E7B4}"/>
              </a:ext>
            </a:extLst>
          </p:cNvPr>
          <p:cNvGrpSpPr/>
          <p:nvPr/>
        </p:nvGrpSpPr>
        <p:grpSpPr>
          <a:xfrm>
            <a:off x="2874731" y="2104748"/>
            <a:ext cx="1266290" cy="554804"/>
            <a:chOff x="737171" y="5636574"/>
            <a:chExt cx="1266290" cy="554804"/>
          </a:xfrm>
        </p:grpSpPr>
        <p:sp>
          <p:nvSpPr>
            <p:cNvPr id="11" name="圆角矩形 10">
              <a:extLst>
                <a:ext uri="{FF2B5EF4-FFF2-40B4-BE49-F238E27FC236}">
                  <a16:creationId xmlns:a16="http://schemas.microsoft.com/office/drawing/2014/main" xmlns="" id="{88C041C6-E759-7F2B-284A-733C63C36E14}"/>
                </a:ext>
              </a:extLst>
            </p:cNvPr>
            <p:cNvSpPr/>
            <p:nvPr/>
          </p:nvSpPr>
          <p:spPr>
            <a:xfrm>
              <a:off x="737171" y="5636574"/>
              <a:ext cx="1266290" cy="554804"/>
            </a:xfrm>
            <a:prstGeom prst="roundRect">
              <a:avLst>
                <a:gd name="adj" fmla="val 1111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Microsoft YaHei" panose="020B0503020204020204" pitchFamily="34" charset="-122"/>
                <a:ea typeface="Microsoft YaHei" panose="020B0503020204020204" pitchFamily="34" charset="-122"/>
              </a:endParaRPr>
            </a:p>
          </p:txBody>
        </p:sp>
        <p:sp>
          <p:nvSpPr>
            <p:cNvPr id="12" name="文本框 11">
              <a:extLst>
                <a:ext uri="{FF2B5EF4-FFF2-40B4-BE49-F238E27FC236}">
                  <a16:creationId xmlns:a16="http://schemas.microsoft.com/office/drawing/2014/main" xmlns="" id="{F27BA94A-1E43-A4BB-C930-0CD0B65E5DA6}"/>
                </a:ext>
              </a:extLst>
            </p:cNvPr>
            <p:cNvSpPr txBox="1"/>
            <p:nvPr/>
          </p:nvSpPr>
          <p:spPr>
            <a:xfrm>
              <a:off x="737171" y="5713921"/>
              <a:ext cx="1266290" cy="400110"/>
            </a:xfrm>
            <a:prstGeom prst="rect">
              <a:avLst/>
            </a:prstGeom>
            <a:noFill/>
          </p:spPr>
          <p:txBody>
            <a:bodyPr wrap="square">
              <a:spAutoFit/>
            </a:bodyPr>
            <a:lstStyle/>
            <a:p>
              <a:pPr algn="ctr"/>
              <a:r>
                <a:rPr lang="zh-CN" altLang="en-US" sz="2000" b="1" dirty="0">
                  <a:solidFill>
                    <a:schemeClr val="bg1"/>
                  </a:solidFill>
                  <a:latin typeface="Microsoft YaHei" panose="020B0503020204020204" pitchFamily="34" charset="-122"/>
                  <a:ea typeface="Microsoft YaHei" panose="020B0503020204020204" pitchFamily="34" charset="-122"/>
                </a:rPr>
                <a:t>基本思想</a:t>
              </a:r>
            </a:p>
          </p:txBody>
        </p:sp>
      </p:grpSp>
      <p:grpSp>
        <p:nvGrpSpPr>
          <p:cNvPr id="13" name="组合 12">
            <a:extLst>
              <a:ext uri="{FF2B5EF4-FFF2-40B4-BE49-F238E27FC236}">
                <a16:creationId xmlns:a16="http://schemas.microsoft.com/office/drawing/2014/main" xmlns="" id="{8EC78BD2-B798-E85C-5E6D-FEAE429CEC8D}"/>
              </a:ext>
            </a:extLst>
          </p:cNvPr>
          <p:cNvGrpSpPr/>
          <p:nvPr/>
        </p:nvGrpSpPr>
        <p:grpSpPr>
          <a:xfrm>
            <a:off x="2874731" y="3696712"/>
            <a:ext cx="1266290" cy="554804"/>
            <a:chOff x="737171" y="5636574"/>
            <a:chExt cx="1266290" cy="554804"/>
          </a:xfrm>
        </p:grpSpPr>
        <p:sp>
          <p:nvSpPr>
            <p:cNvPr id="14" name="圆角矩形 13">
              <a:extLst>
                <a:ext uri="{FF2B5EF4-FFF2-40B4-BE49-F238E27FC236}">
                  <a16:creationId xmlns:a16="http://schemas.microsoft.com/office/drawing/2014/main" xmlns="" id="{D8DB0DB2-5F23-D8B6-5E46-498236525E4A}"/>
                </a:ext>
              </a:extLst>
            </p:cNvPr>
            <p:cNvSpPr/>
            <p:nvPr/>
          </p:nvSpPr>
          <p:spPr>
            <a:xfrm>
              <a:off x="737171" y="5636574"/>
              <a:ext cx="1266290" cy="554804"/>
            </a:xfrm>
            <a:prstGeom prst="roundRect">
              <a:avLst>
                <a:gd name="adj" fmla="val 1111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Microsoft YaHei" panose="020B0503020204020204" pitchFamily="34" charset="-122"/>
                <a:ea typeface="Microsoft YaHei" panose="020B0503020204020204" pitchFamily="34" charset="-122"/>
              </a:endParaRPr>
            </a:p>
          </p:txBody>
        </p:sp>
        <p:sp>
          <p:nvSpPr>
            <p:cNvPr id="15" name="文本框 14">
              <a:extLst>
                <a:ext uri="{FF2B5EF4-FFF2-40B4-BE49-F238E27FC236}">
                  <a16:creationId xmlns:a16="http://schemas.microsoft.com/office/drawing/2014/main" xmlns="" id="{3C246AE0-709B-2EBF-61BC-0E22CA3D9AD5}"/>
                </a:ext>
              </a:extLst>
            </p:cNvPr>
            <p:cNvSpPr txBox="1"/>
            <p:nvPr/>
          </p:nvSpPr>
          <p:spPr>
            <a:xfrm>
              <a:off x="737171" y="5760491"/>
              <a:ext cx="1266290" cy="353943"/>
            </a:xfrm>
            <a:prstGeom prst="rect">
              <a:avLst/>
            </a:prstGeom>
            <a:noFill/>
          </p:spPr>
          <p:txBody>
            <a:bodyPr wrap="square">
              <a:spAutoFit/>
            </a:bodyPr>
            <a:lstStyle/>
            <a:p>
              <a:pPr algn="ctr"/>
              <a:r>
                <a:rPr lang="zh-CN" altLang="zh-CN" sz="1700" b="1" kern="100" dirty="0">
                  <a:solidFill>
                    <a:schemeClr val="bg1"/>
                  </a:solidFill>
                  <a:effectLst/>
                  <a:latin typeface="Microsoft YaHei" panose="020B0503020204020204" pitchFamily="34" charset="-122"/>
                  <a:ea typeface="Microsoft YaHei" panose="020B0503020204020204" pitchFamily="34" charset="-122"/>
                  <a:cs typeface="Times New Roman" panose="02020603050405020304" pitchFamily="18" charset="0"/>
                </a:rPr>
                <a:t>内存分配表</a:t>
              </a:r>
              <a:r>
                <a:rPr lang="zh-CN" altLang="zh-CN" sz="1700" b="1" dirty="0">
                  <a:solidFill>
                    <a:schemeClr val="bg1"/>
                  </a:solidFill>
                  <a:effectLst/>
                  <a:latin typeface="Microsoft YaHei" panose="020B0503020204020204" pitchFamily="34" charset="-122"/>
                  <a:ea typeface="Microsoft YaHei" panose="020B0503020204020204" pitchFamily="34" charset="-122"/>
                </a:rPr>
                <a:t> </a:t>
              </a:r>
              <a:endParaRPr lang="zh-CN" altLang="en-US" sz="1700" b="1" dirty="0">
                <a:solidFill>
                  <a:schemeClr val="bg1"/>
                </a:solidFill>
                <a:latin typeface="Microsoft YaHei" panose="020B0503020204020204" pitchFamily="34" charset="-122"/>
                <a:ea typeface="Microsoft YaHei" panose="020B0503020204020204" pitchFamily="34" charset="-122"/>
              </a:endParaRPr>
            </a:p>
          </p:txBody>
        </p:sp>
      </p:grpSp>
      <p:sp>
        <p:nvSpPr>
          <p:cNvPr id="19" name="圆角矩形 18">
            <a:extLst>
              <a:ext uri="{FF2B5EF4-FFF2-40B4-BE49-F238E27FC236}">
                <a16:creationId xmlns:a16="http://schemas.microsoft.com/office/drawing/2014/main" xmlns="" id="{F5AE24D7-FFE1-F944-54E7-CDED2E87CB61}"/>
              </a:ext>
            </a:extLst>
          </p:cNvPr>
          <p:cNvSpPr/>
          <p:nvPr/>
        </p:nvSpPr>
        <p:spPr>
          <a:xfrm>
            <a:off x="4372304" y="1580851"/>
            <a:ext cx="6831724" cy="1506499"/>
          </a:xfrm>
          <a:prstGeom prst="roundRect">
            <a:avLst>
              <a:gd name="adj" fmla="val 7026"/>
            </a:avLst>
          </a:prstGeom>
          <a:solidFill>
            <a:schemeClr val="bg1"/>
          </a:solidFill>
          <a:ln>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lnSpc>
                <a:spcPts val="2800"/>
              </a:lnSpc>
            </a:pPr>
            <a:r>
              <a:rPr lang="zh-CN" altLang="zh-CN" sz="1600" kern="100" dirty="0">
                <a:solidFill>
                  <a:schemeClr val="tx1"/>
                </a:solidFill>
                <a:effectLst/>
                <a:latin typeface="Microsoft YaHei" panose="020B0503020204020204" pitchFamily="34" charset="-122"/>
                <a:ea typeface="Microsoft YaHei" panose="020B0503020204020204" pitchFamily="34" charset="-122"/>
              </a:rPr>
              <a:t>把内存划分成若干个大小固定的分区，在系统运行期间便不再重新划分</a:t>
            </a:r>
            <a:endParaRPr lang="en-US" altLang="zh-CN" sz="1600" kern="100" dirty="0">
              <a:solidFill>
                <a:schemeClr val="tx1"/>
              </a:solidFill>
              <a:effectLst/>
              <a:latin typeface="Microsoft YaHei" panose="020B0503020204020204" pitchFamily="34" charset="-122"/>
              <a:ea typeface="Microsoft YaHei" panose="020B0503020204020204" pitchFamily="34" charset="-122"/>
            </a:endParaRPr>
          </a:p>
          <a:p>
            <a:pPr algn="just">
              <a:lnSpc>
                <a:spcPts val="2800"/>
              </a:lnSpc>
            </a:pPr>
            <a:r>
              <a:rPr lang="zh-CN" altLang="zh-CN" sz="1600" kern="100" dirty="0">
                <a:solidFill>
                  <a:schemeClr val="tx1"/>
                </a:solidFill>
                <a:effectLst/>
                <a:latin typeface="Microsoft YaHei" panose="020B0503020204020204" pitchFamily="34" charset="-122"/>
                <a:ea typeface="Microsoft YaHei" panose="020B0503020204020204" pitchFamily="34" charset="-122"/>
              </a:rPr>
              <a:t>不同程序的存储要求，各分区的大小可以不同</a:t>
            </a:r>
            <a:endParaRPr lang="en-US" altLang="zh-CN" sz="1600" kern="100" dirty="0">
              <a:solidFill>
                <a:schemeClr val="tx1"/>
              </a:solidFill>
              <a:effectLst/>
              <a:latin typeface="Microsoft YaHei" panose="020B0503020204020204" pitchFamily="34" charset="-122"/>
              <a:ea typeface="Microsoft YaHei" panose="020B0503020204020204" pitchFamily="34" charset="-122"/>
            </a:endParaRPr>
          </a:p>
          <a:p>
            <a:pPr algn="just">
              <a:lnSpc>
                <a:spcPts val="2800"/>
              </a:lnSpc>
            </a:pPr>
            <a:r>
              <a:rPr lang="zh-CN" altLang="zh-CN" sz="1600" kern="100" dirty="0">
                <a:solidFill>
                  <a:schemeClr val="tx1"/>
                </a:solidFill>
                <a:effectLst/>
                <a:latin typeface="Microsoft YaHei" panose="020B0503020204020204" pitchFamily="34" charset="-122"/>
                <a:ea typeface="Microsoft YaHei" panose="020B0503020204020204" pitchFamily="34" charset="-122"/>
              </a:rPr>
              <a:t>程序运行时必须提供对内存资源的最大申请量</a:t>
            </a:r>
          </a:p>
        </p:txBody>
      </p:sp>
      <p:sp>
        <p:nvSpPr>
          <p:cNvPr id="20" name="圆角矩形 19">
            <a:extLst>
              <a:ext uri="{FF2B5EF4-FFF2-40B4-BE49-F238E27FC236}">
                <a16:creationId xmlns:a16="http://schemas.microsoft.com/office/drawing/2014/main" xmlns="" id="{71877AB8-435C-B9A9-CAB7-0D5AF8FCD76D}"/>
              </a:ext>
            </a:extLst>
          </p:cNvPr>
          <p:cNvSpPr/>
          <p:nvPr/>
        </p:nvSpPr>
        <p:spPr>
          <a:xfrm>
            <a:off x="4372304" y="3429000"/>
            <a:ext cx="6831724" cy="1214934"/>
          </a:xfrm>
          <a:prstGeom prst="roundRect">
            <a:avLst>
              <a:gd name="adj" fmla="val 7026"/>
            </a:avLst>
          </a:prstGeom>
          <a:solidFill>
            <a:schemeClr val="bg1"/>
          </a:solidFill>
          <a:ln>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lnSpc>
                <a:spcPct val="150000"/>
              </a:lnSpc>
            </a:pPr>
            <a:r>
              <a:rPr lang="zh-CN" altLang="zh-CN" sz="1600" kern="100" dirty="0">
                <a:solidFill>
                  <a:schemeClr val="tx1"/>
                </a:solidFill>
                <a:effectLst/>
                <a:latin typeface="Microsoft YaHei" panose="020B0503020204020204" pitchFamily="34" charset="-122"/>
                <a:ea typeface="Microsoft YaHei" panose="020B0503020204020204" pitchFamily="34" charset="-122"/>
                <a:cs typeface="Times New Roman" panose="02020603050405020304" pitchFamily="18" charset="0"/>
              </a:rPr>
              <a:t>是一张分区说明表，按顺序每个分区在分区说明表中对应一个表项</a:t>
            </a:r>
            <a:endParaRPr lang="en-US" altLang="zh-CN" sz="1600" kern="100" dirty="0">
              <a:solidFill>
                <a:schemeClr val="tx1"/>
              </a:solidFill>
              <a:latin typeface="Microsoft YaHei" panose="020B0503020204020204" pitchFamily="34" charset="-122"/>
              <a:ea typeface="Microsoft YaHei" panose="020B0503020204020204" pitchFamily="34" charset="-122"/>
              <a:cs typeface="Times New Roman" panose="02020603050405020304" pitchFamily="18" charset="0"/>
            </a:endParaRPr>
          </a:p>
          <a:p>
            <a:pPr algn="just">
              <a:lnSpc>
                <a:spcPct val="150000"/>
              </a:lnSpc>
            </a:pPr>
            <a:r>
              <a:rPr lang="zh-CN" altLang="zh-CN" sz="1600" kern="100" dirty="0">
                <a:solidFill>
                  <a:schemeClr val="tx1"/>
                </a:solidFill>
                <a:effectLst/>
                <a:latin typeface="Microsoft YaHei" panose="020B0503020204020204" pitchFamily="34" charset="-122"/>
                <a:ea typeface="Microsoft YaHei" panose="020B0503020204020204" pitchFamily="34" charset="-122"/>
                <a:cs typeface="Times New Roman" panose="02020603050405020304" pitchFamily="18" charset="0"/>
              </a:rPr>
              <a:t>内容包括分区序号、分区大小、分区起始地址以及使用状态（空闲或占用）</a:t>
            </a:r>
            <a:r>
              <a:rPr lang="zh-CN" altLang="zh-CN" sz="1600" dirty="0">
                <a:solidFill>
                  <a:schemeClr val="tx1"/>
                </a:solidFill>
                <a:effectLst/>
                <a:latin typeface="Microsoft YaHei" panose="020B0503020204020204" pitchFamily="34" charset="-122"/>
                <a:ea typeface="Microsoft YaHei" panose="020B0503020204020204" pitchFamily="34" charset="-122"/>
              </a:rPr>
              <a:t> </a:t>
            </a:r>
            <a:endParaRPr lang="zh-CN" altLang="zh-CN" sz="1600" kern="100" dirty="0">
              <a:solidFill>
                <a:schemeClr val="tx1"/>
              </a:solidFill>
              <a:effectLst/>
              <a:latin typeface="Microsoft YaHei" panose="020B0503020204020204" pitchFamily="34" charset="-122"/>
              <a:ea typeface="Microsoft YaHei" panose="020B0503020204020204" pitchFamily="34" charset="-122"/>
            </a:endParaRPr>
          </a:p>
        </p:txBody>
      </p:sp>
      <p:cxnSp>
        <p:nvCxnSpPr>
          <p:cNvPr id="22" name="直线连接符 21">
            <a:extLst>
              <a:ext uri="{FF2B5EF4-FFF2-40B4-BE49-F238E27FC236}">
                <a16:creationId xmlns:a16="http://schemas.microsoft.com/office/drawing/2014/main" xmlns="" id="{D6C6EA65-DF81-021F-BABA-8541EEC5FCBF}"/>
              </a:ext>
            </a:extLst>
          </p:cNvPr>
          <p:cNvCxnSpPr>
            <a:stCxn id="7" idx="3"/>
            <a:endCxn id="12" idx="1"/>
          </p:cNvCxnSpPr>
          <p:nvPr/>
        </p:nvCxnSpPr>
        <p:spPr>
          <a:xfrm flipV="1">
            <a:off x="1909341" y="2382150"/>
            <a:ext cx="965390" cy="786149"/>
          </a:xfrm>
          <a:prstGeom prst="line">
            <a:avLst/>
          </a:prstGeom>
        </p:spPr>
        <p:style>
          <a:lnRef idx="1">
            <a:schemeClr val="accent1"/>
          </a:lnRef>
          <a:fillRef idx="0">
            <a:schemeClr val="accent1"/>
          </a:fillRef>
          <a:effectRef idx="0">
            <a:schemeClr val="accent1"/>
          </a:effectRef>
          <a:fontRef idx="minor">
            <a:schemeClr val="tx1"/>
          </a:fontRef>
        </p:style>
      </p:cxnSp>
      <p:cxnSp>
        <p:nvCxnSpPr>
          <p:cNvPr id="24" name="直线连接符 23">
            <a:extLst>
              <a:ext uri="{FF2B5EF4-FFF2-40B4-BE49-F238E27FC236}">
                <a16:creationId xmlns:a16="http://schemas.microsoft.com/office/drawing/2014/main" xmlns="" id="{2B2FC68E-9B55-285E-2CF9-5CA3540722DE}"/>
              </a:ext>
            </a:extLst>
          </p:cNvPr>
          <p:cNvCxnSpPr>
            <a:cxnSpLocks/>
            <a:stCxn id="7" idx="3"/>
            <a:endCxn id="15" idx="1"/>
          </p:cNvCxnSpPr>
          <p:nvPr/>
        </p:nvCxnSpPr>
        <p:spPr>
          <a:xfrm>
            <a:off x="1909341" y="3168299"/>
            <a:ext cx="965390" cy="829302"/>
          </a:xfrm>
          <a:prstGeom prst="line">
            <a:avLst/>
          </a:prstGeom>
        </p:spPr>
        <p:style>
          <a:lnRef idx="1">
            <a:schemeClr val="accent1"/>
          </a:lnRef>
          <a:fillRef idx="0">
            <a:schemeClr val="accent1"/>
          </a:fillRef>
          <a:effectRef idx="0">
            <a:schemeClr val="accent1"/>
          </a:effectRef>
          <a:fontRef idx="minor">
            <a:schemeClr val="tx1"/>
          </a:fontRef>
        </p:style>
      </p:cxnSp>
      <p:sp>
        <p:nvSpPr>
          <p:cNvPr id="27" name="文本框 26">
            <a:extLst>
              <a:ext uri="{FF2B5EF4-FFF2-40B4-BE49-F238E27FC236}">
                <a16:creationId xmlns:a16="http://schemas.microsoft.com/office/drawing/2014/main" xmlns="" id="{ABE97D35-89DD-79C5-E259-E2739A9A4374}"/>
              </a:ext>
            </a:extLst>
          </p:cNvPr>
          <p:cNvSpPr txBox="1"/>
          <p:nvPr/>
        </p:nvSpPr>
        <p:spPr>
          <a:xfrm>
            <a:off x="1059021" y="5117160"/>
            <a:ext cx="10145007" cy="1128579"/>
          </a:xfrm>
          <a:prstGeom prst="rect">
            <a:avLst/>
          </a:prstGeom>
          <a:noFill/>
        </p:spPr>
        <p:txBody>
          <a:bodyPr wrap="square">
            <a:spAutoFit/>
          </a:bodyPr>
          <a:lstStyle/>
          <a:p>
            <a:pPr>
              <a:lnSpc>
                <a:spcPts val="2800"/>
              </a:lnSpc>
            </a:pPr>
            <a:r>
              <a:rPr lang="zh-CN" altLang="en-US" sz="1600" kern="100" dirty="0">
                <a:latin typeface="Microsoft YaHei" panose="020B0503020204020204" pitchFamily="34" charset="-122"/>
                <a:ea typeface="Microsoft YaHei" panose="020B0503020204020204" pitchFamily="34" charset="-122"/>
                <a:cs typeface="Times New Roman" panose="02020603050405020304" pitchFamily="18" charset="0"/>
              </a:rPr>
              <a:t>       </a:t>
            </a:r>
            <a:r>
              <a:rPr lang="zh-CN" altLang="zh-CN" sz="1600" kern="100" dirty="0">
                <a:effectLst/>
                <a:latin typeface="Microsoft YaHei" panose="020B0503020204020204" pitchFamily="34" charset="-122"/>
                <a:ea typeface="Microsoft YaHei" panose="020B0503020204020204" pitchFamily="34" charset="-122"/>
                <a:cs typeface="Times New Roman" panose="02020603050405020304" pitchFamily="18" charset="0"/>
              </a:rPr>
              <a:t>一个程序在运行时，先要根据其对内存的需求量，按一定的分配策略在分区说明表中查找空闲分区。若找到能合乎需要的分区，就将该分区分配给程序，并将该分区置为占用状态。当程序完成时释放这块分区内存，由系统回收，并在分区说明表中将回收的分区重新置为空闲状态，</a:t>
            </a:r>
            <a:r>
              <a:rPr lang="zh-CN" altLang="zh-CN" sz="1600" b="1" kern="100" dirty="0">
                <a:solidFill>
                  <a:srgbClr val="9A0001"/>
                </a:solidFill>
                <a:effectLst/>
                <a:latin typeface="Microsoft YaHei" panose="020B0503020204020204" pitchFamily="34" charset="-122"/>
                <a:ea typeface="Microsoft YaHei" panose="020B0503020204020204" pitchFamily="34" charset="-122"/>
                <a:cs typeface="Times New Roman" panose="02020603050405020304" pitchFamily="18" charset="0"/>
              </a:rPr>
              <a:t>若有上下邻空闲分区，还需要进行合并</a:t>
            </a:r>
            <a:endParaRPr lang="zh-CN" altLang="en-US" sz="1600" b="1" dirty="0">
              <a:solidFill>
                <a:srgbClr val="9A0001"/>
              </a:solidFill>
              <a:latin typeface="Microsoft YaHei" panose="020B0503020204020204" pitchFamily="34" charset="-122"/>
              <a:ea typeface="Microsoft YaHei" panose="020B0503020204020204" pitchFamily="34" charset="-122"/>
            </a:endParaRPr>
          </a:p>
        </p:txBody>
      </p:sp>
    </p:spTree>
    <p:extLst>
      <p:ext uri="{BB962C8B-B14F-4D97-AF65-F5344CB8AC3E}">
        <p14:creationId xmlns:p14="http://schemas.microsoft.com/office/powerpoint/2010/main" xmlns="" val="3264240170"/>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p:txBody>
          <a:bodyPr/>
          <a:lstStyle/>
          <a:p>
            <a:r>
              <a:rPr lang="en-US" altLang="zh-CN" dirty="0">
                <a:sym typeface="Arial" panose="020B0604020202020204" pitchFamily="34" charset="0"/>
              </a:rPr>
              <a:t>5.2.1</a:t>
            </a:r>
            <a:r>
              <a:rPr lang="zh-CN" altLang="en-US" dirty="0">
                <a:sym typeface="Arial" panose="020B0604020202020204" pitchFamily="34" charset="0"/>
              </a:rPr>
              <a:t>固定分区</a:t>
            </a:r>
          </a:p>
        </p:txBody>
      </p:sp>
      <p:grpSp>
        <p:nvGrpSpPr>
          <p:cNvPr id="2" name="组合 1">
            <a:extLst>
              <a:ext uri="{FF2B5EF4-FFF2-40B4-BE49-F238E27FC236}">
                <a16:creationId xmlns:a16="http://schemas.microsoft.com/office/drawing/2014/main" xmlns="" id="{B514F38C-BEAE-3332-EDAF-D51A407BABA8}"/>
              </a:ext>
            </a:extLst>
          </p:cNvPr>
          <p:cNvGrpSpPr/>
          <p:nvPr/>
        </p:nvGrpSpPr>
        <p:grpSpPr>
          <a:xfrm>
            <a:off x="7008624" y="1954025"/>
            <a:ext cx="4618316" cy="3531337"/>
            <a:chOff x="7190606" y="2011300"/>
            <a:chExt cx="4618316" cy="3531337"/>
          </a:xfrm>
        </p:grpSpPr>
        <p:pic>
          <p:nvPicPr>
            <p:cNvPr id="3" name="图片 2">
              <a:extLst>
                <a:ext uri="{FF2B5EF4-FFF2-40B4-BE49-F238E27FC236}">
                  <a16:creationId xmlns:a16="http://schemas.microsoft.com/office/drawing/2014/main" xmlns="" id="{A26839D7-B350-8B7C-6209-455D808007B0}"/>
                </a:ext>
              </a:extLst>
            </p:cNvPr>
            <p:cNvPicPr>
              <a:picLocks noChangeAspect="1"/>
            </p:cNvPicPr>
            <p:nvPr/>
          </p:nvPicPr>
          <p:blipFill>
            <a:blip r:embed="rId3" cstate="print"/>
            <a:srcRect/>
            <a:stretch>
              <a:fillRect/>
            </a:stretch>
          </p:blipFill>
          <p:spPr bwMode="auto">
            <a:xfrm>
              <a:off x="7190606" y="2011300"/>
              <a:ext cx="4618316" cy="3122174"/>
            </a:xfrm>
            <a:prstGeom prst="rect">
              <a:avLst/>
            </a:prstGeom>
            <a:noFill/>
            <a:ln w="9525">
              <a:noFill/>
              <a:miter lim="800000"/>
              <a:headEnd/>
              <a:tailEnd/>
            </a:ln>
          </p:spPr>
        </p:pic>
        <p:sp>
          <p:nvSpPr>
            <p:cNvPr id="4" name="文本框 3">
              <a:extLst>
                <a:ext uri="{FF2B5EF4-FFF2-40B4-BE49-F238E27FC236}">
                  <a16:creationId xmlns:a16="http://schemas.microsoft.com/office/drawing/2014/main" xmlns="" id="{B9CDD1A1-9F9A-A4EC-0AA6-B870D83E3560}"/>
                </a:ext>
              </a:extLst>
            </p:cNvPr>
            <p:cNvSpPr txBox="1"/>
            <p:nvPr/>
          </p:nvSpPr>
          <p:spPr>
            <a:xfrm>
              <a:off x="8555507" y="5234860"/>
              <a:ext cx="2612501" cy="307777"/>
            </a:xfrm>
            <a:prstGeom prst="rect">
              <a:avLst/>
            </a:prstGeom>
            <a:noFill/>
          </p:spPr>
          <p:txBody>
            <a:bodyPr wrap="square">
              <a:spAutoFit/>
            </a:bodyPr>
            <a:lstStyle/>
            <a:p>
              <a:pPr algn="ctr"/>
              <a:r>
                <a:rPr lang="zh-CN" altLang="zh-CN" sz="1400" kern="100" dirty="0">
                  <a:effectLst/>
                  <a:latin typeface="+mj-ea"/>
                  <a:ea typeface="+mj-ea"/>
                </a:rPr>
                <a:t>图</a:t>
              </a:r>
              <a:r>
                <a:rPr lang="en-US" altLang="zh-CN" sz="1400" kern="100" dirty="0">
                  <a:effectLst/>
                  <a:latin typeface="+mj-ea"/>
                  <a:ea typeface="+mj-ea"/>
                </a:rPr>
                <a:t>5-4  </a:t>
              </a:r>
              <a:r>
                <a:rPr lang="zh-CN" altLang="zh-CN" sz="1400" kern="100" dirty="0">
                  <a:effectLst/>
                  <a:latin typeface="+mj-ea"/>
                  <a:ea typeface="+mj-ea"/>
                </a:rPr>
                <a:t>固定分区示例</a:t>
              </a:r>
            </a:p>
          </p:txBody>
        </p:sp>
      </p:grpSp>
      <p:sp>
        <p:nvSpPr>
          <p:cNvPr id="10" name="文本框 9">
            <a:extLst>
              <a:ext uri="{FF2B5EF4-FFF2-40B4-BE49-F238E27FC236}">
                <a16:creationId xmlns:a16="http://schemas.microsoft.com/office/drawing/2014/main" xmlns="" id="{AAB0CA4F-DB3D-5B17-472A-464048B418EE}"/>
              </a:ext>
            </a:extLst>
          </p:cNvPr>
          <p:cNvSpPr txBox="1"/>
          <p:nvPr/>
        </p:nvSpPr>
        <p:spPr>
          <a:xfrm>
            <a:off x="565060" y="4376051"/>
            <a:ext cx="5615023" cy="1603068"/>
          </a:xfrm>
          <a:prstGeom prst="rect">
            <a:avLst/>
          </a:prstGeom>
          <a:noFill/>
        </p:spPr>
        <p:txBody>
          <a:bodyPr wrap="square" rtlCol="0">
            <a:spAutoFit/>
          </a:bodyPr>
          <a:lstStyle/>
          <a:p>
            <a:pPr algn="just">
              <a:lnSpc>
                <a:spcPts val="2400"/>
              </a:lnSpc>
            </a:pPr>
            <a:r>
              <a:rPr lang="zh-CN" altLang="zh-CN" sz="1600" kern="100" dirty="0">
                <a:solidFill>
                  <a:schemeClr val="bg1">
                    <a:lumMod val="65000"/>
                  </a:schemeClr>
                </a:solidFill>
                <a:latin typeface="Microsoft YaHei" panose="020B0503020204020204" pitchFamily="34" charset="-122"/>
                <a:ea typeface="Microsoft YaHei" panose="020B0503020204020204" pitchFamily="34" charset="-122"/>
              </a:rPr>
              <a:t>在图</a:t>
            </a:r>
            <a:r>
              <a:rPr lang="en-US" altLang="zh-CN" sz="1600" kern="100" dirty="0">
                <a:solidFill>
                  <a:schemeClr val="bg1">
                    <a:lumMod val="65000"/>
                  </a:schemeClr>
                </a:solidFill>
                <a:latin typeface="Microsoft YaHei" panose="020B0503020204020204" pitchFamily="34" charset="-122"/>
                <a:ea typeface="Microsoft YaHei" panose="020B0503020204020204" pitchFamily="34" charset="-122"/>
              </a:rPr>
              <a:t>5-4</a:t>
            </a:r>
            <a:r>
              <a:rPr lang="zh-CN" altLang="zh-CN" sz="1600" kern="100" dirty="0">
                <a:solidFill>
                  <a:schemeClr val="bg1">
                    <a:lumMod val="65000"/>
                  </a:schemeClr>
                </a:solidFill>
                <a:latin typeface="Microsoft YaHei" panose="020B0503020204020204" pitchFamily="34" charset="-122"/>
                <a:ea typeface="Microsoft YaHei" panose="020B0503020204020204" pitchFamily="34" charset="-122"/>
              </a:rPr>
              <a:t>中，通过分区说明表可以看到，区号为</a:t>
            </a:r>
            <a:r>
              <a:rPr lang="en-US" altLang="zh-CN" sz="1600" kern="100" dirty="0">
                <a:solidFill>
                  <a:schemeClr val="bg1">
                    <a:lumMod val="65000"/>
                  </a:schemeClr>
                </a:solidFill>
                <a:latin typeface="Microsoft YaHei" panose="020B0503020204020204" pitchFamily="34" charset="-122"/>
                <a:ea typeface="Microsoft YaHei" panose="020B0503020204020204" pitchFamily="34" charset="-122"/>
              </a:rPr>
              <a:t>1</a:t>
            </a:r>
            <a:r>
              <a:rPr lang="zh-CN" altLang="zh-CN" sz="1600" kern="100" dirty="0">
                <a:solidFill>
                  <a:schemeClr val="bg1">
                    <a:lumMod val="65000"/>
                  </a:schemeClr>
                </a:solidFill>
                <a:latin typeface="Microsoft YaHei" panose="020B0503020204020204" pitchFamily="34" charset="-122"/>
                <a:ea typeface="Microsoft YaHei" panose="020B0503020204020204" pitchFamily="34" charset="-122"/>
              </a:rPr>
              <a:t>的分区大小为</a:t>
            </a:r>
            <a:r>
              <a:rPr lang="en-US" altLang="zh-CN" sz="1600" kern="100" dirty="0">
                <a:solidFill>
                  <a:schemeClr val="bg1">
                    <a:lumMod val="65000"/>
                  </a:schemeClr>
                </a:solidFill>
                <a:latin typeface="Microsoft YaHei" panose="020B0503020204020204" pitchFamily="34" charset="-122"/>
                <a:ea typeface="Microsoft YaHei" panose="020B0503020204020204" pitchFamily="34" charset="-122"/>
              </a:rPr>
              <a:t>8K</a:t>
            </a:r>
            <a:r>
              <a:rPr lang="zh-CN" altLang="zh-CN" sz="1600" kern="100" dirty="0">
                <a:solidFill>
                  <a:schemeClr val="bg1">
                    <a:lumMod val="65000"/>
                  </a:schemeClr>
                </a:solidFill>
                <a:latin typeface="Microsoft YaHei" panose="020B0503020204020204" pitchFamily="34" charset="-122"/>
                <a:ea typeface="Microsoft YaHei" panose="020B0503020204020204" pitchFamily="34" charset="-122"/>
              </a:rPr>
              <a:t>，起始地址为</a:t>
            </a:r>
            <a:r>
              <a:rPr lang="en-US" altLang="zh-CN" sz="1600" kern="100" dirty="0">
                <a:solidFill>
                  <a:schemeClr val="bg1">
                    <a:lumMod val="65000"/>
                  </a:schemeClr>
                </a:solidFill>
                <a:latin typeface="Microsoft YaHei" panose="020B0503020204020204" pitchFamily="34" charset="-122"/>
                <a:ea typeface="Microsoft YaHei" panose="020B0503020204020204" pitchFamily="34" charset="-122"/>
              </a:rPr>
              <a:t>16 K</a:t>
            </a:r>
            <a:r>
              <a:rPr lang="zh-CN" altLang="zh-CN" sz="1600" kern="100" dirty="0">
                <a:solidFill>
                  <a:schemeClr val="bg1">
                    <a:lumMod val="65000"/>
                  </a:schemeClr>
                </a:solidFill>
                <a:latin typeface="Microsoft YaHei" panose="020B0503020204020204" pitchFamily="34" charset="-122"/>
                <a:ea typeface="Microsoft YaHei" panose="020B0503020204020204" pitchFamily="34" charset="-122"/>
              </a:rPr>
              <a:t>，状态为占用，实际是被进程</a:t>
            </a:r>
            <a:r>
              <a:rPr lang="en-US" altLang="zh-CN" sz="1600" kern="100" dirty="0">
                <a:solidFill>
                  <a:schemeClr val="bg1">
                    <a:lumMod val="65000"/>
                  </a:schemeClr>
                </a:solidFill>
                <a:latin typeface="Microsoft YaHei" panose="020B0503020204020204" pitchFamily="34" charset="-122"/>
                <a:ea typeface="Microsoft YaHei" panose="020B0503020204020204" pitchFamily="34" charset="-122"/>
              </a:rPr>
              <a:t>A</a:t>
            </a:r>
            <a:r>
              <a:rPr lang="zh-CN" altLang="zh-CN" sz="1600" kern="100" dirty="0">
                <a:solidFill>
                  <a:schemeClr val="bg1">
                    <a:lumMod val="65000"/>
                  </a:schemeClr>
                </a:solidFill>
                <a:latin typeface="Microsoft YaHei" panose="020B0503020204020204" pitchFamily="34" charset="-122"/>
                <a:ea typeface="Microsoft YaHei" panose="020B0503020204020204" pitchFamily="34" charset="-122"/>
              </a:rPr>
              <a:t>占用；区号为</a:t>
            </a:r>
            <a:r>
              <a:rPr lang="en-US" altLang="zh-CN" sz="1600" kern="100" dirty="0">
                <a:solidFill>
                  <a:schemeClr val="bg1">
                    <a:lumMod val="65000"/>
                  </a:schemeClr>
                </a:solidFill>
                <a:latin typeface="Microsoft YaHei" panose="020B0503020204020204" pitchFamily="34" charset="-122"/>
                <a:ea typeface="Microsoft YaHei" panose="020B0503020204020204" pitchFamily="34" charset="-122"/>
              </a:rPr>
              <a:t>2</a:t>
            </a:r>
            <a:r>
              <a:rPr lang="zh-CN" altLang="zh-CN" sz="1600" kern="100" dirty="0">
                <a:solidFill>
                  <a:schemeClr val="bg1">
                    <a:lumMod val="65000"/>
                  </a:schemeClr>
                </a:solidFill>
                <a:latin typeface="Microsoft YaHei" panose="020B0503020204020204" pitchFamily="34" charset="-122"/>
                <a:ea typeface="Microsoft YaHei" panose="020B0503020204020204" pitchFamily="34" charset="-122"/>
              </a:rPr>
              <a:t>的分区大小为</a:t>
            </a:r>
            <a:r>
              <a:rPr lang="en-US" altLang="zh-CN" sz="1600" kern="100" dirty="0">
                <a:solidFill>
                  <a:schemeClr val="bg1">
                    <a:lumMod val="65000"/>
                  </a:schemeClr>
                </a:solidFill>
                <a:latin typeface="Microsoft YaHei" panose="020B0503020204020204" pitchFamily="34" charset="-122"/>
                <a:ea typeface="Microsoft YaHei" panose="020B0503020204020204" pitchFamily="34" charset="-122"/>
              </a:rPr>
              <a:t>16K</a:t>
            </a:r>
            <a:r>
              <a:rPr lang="zh-CN" altLang="zh-CN" sz="1600" kern="100" dirty="0">
                <a:solidFill>
                  <a:schemeClr val="bg1">
                    <a:lumMod val="65000"/>
                  </a:schemeClr>
                </a:solidFill>
                <a:latin typeface="Microsoft YaHei" panose="020B0503020204020204" pitchFamily="34" charset="-122"/>
                <a:ea typeface="Microsoft YaHei" panose="020B0503020204020204" pitchFamily="34" charset="-122"/>
              </a:rPr>
              <a:t>，起始地址为</a:t>
            </a:r>
            <a:r>
              <a:rPr lang="en-US" altLang="zh-CN" sz="1600" kern="100" dirty="0">
                <a:solidFill>
                  <a:schemeClr val="bg1">
                    <a:lumMod val="65000"/>
                  </a:schemeClr>
                </a:solidFill>
                <a:latin typeface="Microsoft YaHei" panose="020B0503020204020204" pitchFamily="34" charset="-122"/>
                <a:ea typeface="Microsoft YaHei" panose="020B0503020204020204" pitchFamily="34" charset="-122"/>
              </a:rPr>
              <a:t>24 K</a:t>
            </a:r>
            <a:r>
              <a:rPr lang="zh-CN" altLang="zh-CN" sz="1600" kern="100" dirty="0">
                <a:solidFill>
                  <a:schemeClr val="bg1">
                    <a:lumMod val="65000"/>
                  </a:schemeClr>
                </a:solidFill>
                <a:latin typeface="Microsoft YaHei" panose="020B0503020204020204" pitchFamily="34" charset="-122"/>
                <a:ea typeface="Microsoft YaHei" panose="020B0503020204020204" pitchFamily="34" charset="-122"/>
              </a:rPr>
              <a:t>，状态为空闲；区号为</a:t>
            </a:r>
            <a:r>
              <a:rPr lang="en-US" altLang="zh-CN" sz="1600" kern="100" dirty="0">
                <a:solidFill>
                  <a:schemeClr val="bg1">
                    <a:lumMod val="65000"/>
                  </a:schemeClr>
                </a:solidFill>
                <a:latin typeface="Microsoft YaHei" panose="020B0503020204020204" pitchFamily="34" charset="-122"/>
                <a:ea typeface="Microsoft YaHei" panose="020B0503020204020204" pitchFamily="34" charset="-122"/>
              </a:rPr>
              <a:t>3</a:t>
            </a:r>
            <a:r>
              <a:rPr lang="zh-CN" altLang="zh-CN" sz="1600" kern="100" dirty="0">
                <a:solidFill>
                  <a:schemeClr val="bg1">
                    <a:lumMod val="65000"/>
                  </a:schemeClr>
                </a:solidFill>
                <a:latin typeface="Microsoft YaHei" panose="020B0503020204020204" pitchFamily="34" charset="-122"/>
                <a:ea typeface="Microsoft YaHei" panose="020B0503020204020204" pitchFamily="34" charset="-122"/>
              </a:rPr>
              <a:t>的分区大小为</a:t>
            </a:r>
            <a:r>
              <a:rPr lang="en-US" altLang="zh-CN" sz="1600" kern="100" dirty="0">
                <a:solidFill>
                  <a:schemeClr val="bg1">
                    <a:lumMod val="65000"/>
                  </a:schemeClr>
                </a:solidFill>
                <a:latin typeface="Microsoft YaHei" panose="020B0503020204020204" pitchFamily="34" charset="-122"/>
                <a:ea typeface="Microsoft YaHei" panose="020B0503020204020204" pitchFamily="34" charset="-122"/>
              </a:rPr>
              <a:t>32K</a:t>
            </a:r>
            <a:r>
              <a:rPr lang="zh-CN" altLang="zh-CN" sz="1600" kern="100" dirty="0">
                <a:solidFill>
                  <a:schemeClr val="bg1">
                    <a:lumMod val="65000"/>
                  </a:schemeClr>
                </a:solidFill>
                <a:latin typeface="Microsoft YaHei" panose="020B0503020204020204" pitchFamily="34" charset="-122"/>
                <a:ea typeface="Microsoft YaHei" panose="020B0503020204020204" pitchFamily="34" charset="-122"/>
              </a:rPr>
              <a:t>，起始地址为</a:t>
            </a:r>
            <a:r>
              <a:rPr lang="en-US" altLang="zh-CN" sz="1600" kern="100" dirty="0">
                <a:solidFill>
                  <a:schemeClr val="bg1">
                    <a:lumMod val="65000"/>
                  </a:schemeClr>
                </a:solidFill>
                <a:latin typeface="Microsoft YaHei" panose="020B0503020204020204" pitchFamily="34" charset="-122"/>
                <a:ea typeface="Microsoft YaHei" panose="020B0503020204020204" pitchFamily="34" charset="-122"/>
              </a:rPr>
              <a:t>40 K</a:t>
            </a:r>
            <a:r>
              <a:rPr lang="zh-CN" altLang="zh-CN" sz="1600" kern="100" dirty="0">
                <a:solidFill>
                  <a:schemeClr val="bg1">
                    <a:lumMod val="65000"/>
                  </a:schemeClr>
                </a:solidFill>
                <a:latin typeface="Microsoft YaHei" panose="020B0503020204020204" pitchFamily="34" charset="-122"/>
                <a:ea typeface="Microsoft YaHei" panose="020B0503020204020204" pitchFamily="34" charset="-122"/>
              </a:rPr>
              <a:t>，状态为占用，实际是被进程</a:t>
            </a:r>
            <a:r>
              <a:rPr lang="en-US" altLang="zh-CN" sz="1600" kern="100" dirty="0">
                <a:solidFill>
                  <a:schemeClr val="bg1">
                    <a:lumMod val="65000"/>
                  </a:schemeClr>
                </a:solidFill>
                <a:latin typeface="Microsoft YaHei" panose="020B0503020204020204" pitchFamily="34" charset="-122"/>
                <a:ea typeface="Microsoft YaHei" panose="020B0503020204020204" pitchFamily="34" charset="-122"/>
              </a:rPr>
              <a:t>B</a:t>
            </a:r>
            <a:r>
              <a:rPr lang="zh-CN" altLang="zh-CN" sz="1600" kern="100" dirty="0">
                <a:solidFill>
                  <a:schemeClr val="bg1">
                    <a:lumMod val="65000"/>
                  </a:schemeClr>
                </a:solidFill>
                <a:latin typeface="Microsoft YaHei" panose="020B0503020204020204" pitchFamily="34" charset="-122"/>
                <a:ea typeface="Microsoft YaHei" panose="020B0503020204020204" pitchFamily="34" charset="-122"/>
              </a:rPr>
              <a:t>占用；如此等等</a:t>
            </a:r>
          </a:p>
        </p:txBody>
      </p:sp>
      <p:sp>
        <p:nvSpPr>
          <p:cNvPr id="17" name="文本框 16">
            <a:extLst>
              <a:ext uri="{FF2B5EF4-FFF2-40B4-BE49-F238E27FC236}">
                <a16:creationId xmlns:a16="http://schemas.microsoft.com/office/drawing/2014/main" xmlns="" id="{B2B83076-0B3F-3C6C-B468-305072AA6CFD}"/>
              </a:ext>
            </a:extLst>
          </p:cNvPr>
          <p:cNvSpPr txBox="1"/>
          <p:nvPr/>
        </p:nvSpPr>
        <p:spPr>
          <a:xfrm>
            <a:off x="565060" y="1483787"/>
            <a:ext cx="5653087" cy="2064476"/>
          </a:xfrm>
          <a:prstGeom prst="rect">
            <a:avLst/>
          </a:prstGeom>
          <a:noFill/>
        </p:spPr>
        <p:txBody>
          <a:bodyPr wrap="square">
            <a:spAutoFit/>
          </a:bodyPr>
          <a:lstStyle/>
          <a:p>
            <a:pPr>
              <a:lnSpc>
                <a:spcPts val="2600"/>
              </a:lnSpc>
            </a:pPr>
            <a:r>
              <a:rPr lang="zh-CN" altLang="en-US" sz="1800" kern="100" dirty="0">
                <a:effectLst/>
                <a:latin typeface="Microsoft YaHei" panose="020B0503020204020204" pitchFamily="34" charset="-122"/>
                <a:ea typeface="Microsoft YaHei" panose="020B0503020204020204" pitchFamily="34" charset="-122"/>
              </a:rPr>
              <a:t>       </a:t>
            </a:r>
            <a:r>
              <a:rPr lang="zh-CN" altLang="zh-CN" sz="1800" kern="100" dirty="0">
                <a:effectLst/>
                <a:latin typeface="Microsoft YaHei" panose="020B0503020204020204" pitchFamily="34" charset="-122"/>
                <a:ea typeface="Microsoft YaHei" panose="020B0503020204020204" pitchFamily="34" charset="-122"/>
              </a:rPr>
              <a:t>固定分区方案都不能充分利用内存。因为一个程序的大小，不可能刚好等于某个分区的大小。所以很难避免内存空间的浪费，</a:t>
            </a:r>
            <a:r>
              <a:rPr lang="zh-CN" altLang="zh-CN" sz="1800" kern="100" dirty="0">
                <a:solidFill>
                  <a:srgbClr val="9A0001"/>
                </a:solidFill>
                <a:effectLst/>
                <a:latin typeface="Microsoft YaHei" panose="020B0503020204020204" pitchFamily="34" charset="-122"/>
                <a:ea typeface="Microsoft YaHei" panose="020B0503020204020204" pitchFamily="34" charset="-122"/>
              </a:rPr>
              <a:t>这种存在于分区内部不可再利用的内存空间称之为内碎片</a:t>
            </a:r>
            <a:endParaRPr lang="en-US" altLang="zh-CN" kern="100" dirty="0">
              <a:solidFill>
                <a:srgbClr val="9A0001"/>
              </a:solidFill>
              <a:latin typeface="Microsoft YaHei" panose="020B0503020204020204" pitchFamily="34" charset="-122"/>
              <a:ea typeface="Microsoft YaHei" panose="020B0503020204020204" pitchFamily="34" charset="-122"/>
            </a:endParaRPr>
          </a:p>
          <a:p>
            <a:pPr>
              <a:lnSpc>
                <a:spcPts val="2600"/>
              </a:lnSpc>
            </a:pPr>
            <a:r>
              <a:rPr lang="zh-CN" altLang="en-US" sz="1800" kern="100" dirty="0">
                <a:effectLst/>
                <a:latin typeface="Microsoft YaHei" panose="020B0503020204020204" pitchFamily="34" charset="-122"/>
                <a:ea typeface="Microsoft YaHei" panose="020B0503020204020204" pitchFamily="34" charset="-122"/>
              </a:rPr>
              <a:t>       </a:t>
            </a:r>
            <a:r>
              <a:rPr lang="zh-CN" altLang="zh-CN" sz="1800" kern="100" dirty="0">
                <a:effectLst/>
                <a:latin typeface="Microsoft YaHei" panose="020B0503020204020204" pitchFamily="34" charset="-122"/>
                <a:ea typeface="Microsoft YaHei" panose="020B0503020204020204" pitchFamily="34" charset="-122"/>
              </a:rPr>
              <a:t>固定分区方案灵活性差，可接纳程序的大小受到了分区大小的严格限制</a:t>
            </a:r>
          </a:p>
        </p:txBody>
      </p:sp>
      <p:sp>
        <p:nvSpPr>
          <p:cNvPr id="5" name="文本框 4">
            <a:extLst>
              <a:ext uri="{FF2B5EF4-FFF2-40B4-BE49-F238E27FC236}">
                <a16:creationId xmlns:a16="http://schemas.microsoft.com/office/drawing/2014/main" xmlns="" id="{B51398E7-2966-CBB0-DE77-B2586BD20EBB}"/>
              </a:ext>
            </a:extLst>
          </p:cNvPr>
          <p:cNvSpPr txBox="1"/>
          <p:nvPr/>
        </p:nvSpPr>
        <p:spPr>
          <a:xfrm>
            <a:off x="565060" y="4006719"/>
            <a:ext cx="646331" cy="369332"/>
          </a:xfrm>
          <a:prstGeom prst="rect">
            <a:avLst/>
          </a:prstGeom>
          <a:noFill/>
        </p:spPr>
        <p:txBody>
          <a:bodyPr wrap="none" rtlCol="0">
            <a:spAutoFit/>
          </a:bodyPr>
          <a:lstStyle/>
          <a:p>
            <a:pPr algn="ctr"/>
            <a:r>
              <a:rPr kumimoji="1" lang="zh-CN" altLang="en-US" dirty="0">
                <a:solidFill>
                  <a:srgbClr val="9A0001"/>
                </a:solidFill>
                <a:latin typeface="Arial" panose="020B0604020202020204" pitchFamily="34" charset="0"/>
                <a:ea typeface="微软雅黑" panose="020B0503020204020204" pitchFamily="34" charset="-122"/>
                <a:cs typeface="+mn-ea"/>
                <a:sym typeface="Arial" panose="020B0604020202020204" pitchFamily="34" charset="0"/>
              </a:rPr>
              <a:t>案例</a:t>
            </a:r>
          </a:p>
        </p:txBody>
      </p:sp>
    </p:spTree>
    <p:extLst>
      <p:ext uri="{BB962C8B-B14F-4D97-AF65-F5344CB8AC3E}">
        <p14:creationId xmlns:p14="http://schemas.microsoft.com/office/powerpoint/2010/main" xmlns="" val="3410129353"/>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p:txBody>
          <a:bodyPr/>
          <a:lstStyle/>
          <a:p>
            <a:r>
              <a:rPr lang="en-US" altLang="zh-CN" dirty="0">
                <a:sym typeface="Arial" panose="020B0604020202020204" pitchFamily="34" charset="0"/>
              </a:rPr>
              <a:t>5.2.2</a:t>
            </a:r>
            <a:r>
              <a:rPr lang="zh-CN" altLang="en-US" dirty="0">
                <a:sym typeface="Arial" panose="020B0604020202020204" pitchFamily="34" charset="0"/>
              </a:rPr>
              <a:t>可变分区 </a:t>
            </a:r>
            <a:r>
              <a:rPr lang="en-US" altLang="zh-CN" dirty="0">
                <a:sym typeface="Arial" panose="020B0604020202020204" pitchFamily="34" charset="0"/>
              </a:rPr>
              <a:t>I</a:t>
            </a:r>
            <a:r>
              <a:rPr lang="zh-CN" altLang="en-US" dirty="0">
                <a:sym typeface="Arial" panose="020B0604020202020204" pitchFamily="34" charset="0"/>
              </a:rPr>
              <a:t>  基本思想</a:t>
            </a:r>
          </a:p>
        </p:txBody>
      </p:sp>
      <p:grpSp>
        <p:nvGrpSpPr>
          <p:cNvPr id="2" name="组合 1">
            <a:extLst>
              <a:ext uri="{FF2B5EF4-FFF2-40B4-BE49-F238E27FC236}">
                <a16:creationId xmlns:a16="http://schemas.microsoft.com/office/drawing/2014/main" xmlns="" id="{314E72A1-7E70-8AD7-83A7-3F4B1E55EB18}"/>
              </a:ext>
            </a:extLst>
          </p:cNvPr>
          <p:cNvGrpSpPr/>
          <p:nvPr/>
        </p:nvGrpSpPr>
        <p:grpSpPr>
          <a:xfrm>
            <a:off x="643051" y="2890897"/>
            <a:ext cx="1266290" cy="554804"/>
            <a:chOff x="737171" y="5636574"/>
            <a:chExt cx="1266290" cy="554804"/>
          </a:xfrm>
        </p:grpSpPr>
        <p:sp>
          <p:nvSpPr>
            <p:cNvPr id="3" name="圆角矩形 2">
              <a:extLst>
                <a:ext uri="{FF2B5EF4-FFF2-40B4-BE49-F238E27FC236}">
                  <a16:creationId xmlns:a16="http://schemas.microsoft.com/office/drawing/2014/main" xmlns="" id="{98F4A83A-7A54-2BC9-F4CB-70AF5329DBF9}"/>
                </a:ext>
              </a:extLst>
            </p:cNvPr>
            <p:cNvSpPr/>
            <p:nvPr/>
          </p:nvSpPr>
          <p:spPr>
            <a:xfrm>
              <a:off x="737171" y="5636574"/>
              <a:ext cx="1266290" cy="554804"/>
            </a:xfrm>
            <a:prstGeom prst="roundRect">
              <a:avLst>
                <a:gd name="adj" fmla="val 1111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Microsoft YaHei" panose="020B0503020204020204" pitchFamily="34" charset="-122"/>
                <a:ea typeface="Microsoft YaHei" panose="020B0503020204020204" pitchFamily="34" charset="-122"/>
              </a:endParaRPr>
            </a:p>
          </p:txBody>
        </p:sp>
        <p:sp>
          <p:nvSpPr>
            <p:cNvPr id="4" name="文本框 3">
              <a:extLst>
                <a:ext uri="{FF2B5EF4-FFF2-40B4-BE49-F238E27FC236}">
                  <a16:creationId xmlns:a16="http://schemas.microsoft.com/office/drawing/2014/main" xmlns="" id="{6DA28238-5FC1-F9B5-8389-A19F8C3CE0B6}"/>
                </a:ext>
              </a:extLst>
            </p:cNvPr>
            <p:cNvSpPr txBox="1"/>
            <p:nvPr/>
          </p:nvSpPr>
          <p:spPr>
            <a:xfrm>
              <a:off x="737171" y="5713921"/>
              <a:ext cx="1266290" cy="400110"/>
            </a:xfrm>
            <a:prstGeom prst="rect">
              <a:avLst/>
            </a:prstGeom>
            <a:noFill/>
          </p:spPr>
          <p:txBody>
            <a:bodyPr wrap="square">
              <a:spAutoFit/>
            </a:bodyPr>
            <a:lstStyle/>
            <a:p>
              <a:pPr algn="ctr"/>
              <a:r>
                <a:rPr lang="zh-CN" altLang="en-US" sz="2000" b="1" kern="100" dirty="0">
                  <a:solidFill>
                    <a:schemeClr val="bg1"/>
                  </a:solidFill>
                  <a:latin typeface="Microsoft YaHei" panose="020B0503020204020204" pitchFamily="34" charset="-122"/>
                  <a:ea typeface="Microsoft YaHei" panose="020B0503020204020204" pitchFamily="34" charset="-122"/>
                </a:rPr>
                <a:t>可变</a:t>
              </a:r>
              <a:r>
                <a:rPr lang="zh-CN" altLang="en-US" sz="2000" b="1" kern="100" dirty="0">
                  <a:solidFill>
                    <a:schemeClr val="bg1"/>
                  </a:solidFill>
                  <a:effectLst/>
                  <a:latin typeface="Microsoft YaHei" panose="020B0503020204020204" pitchFamily="34" charset="-122"/>
                  <a:ea typeface="Microsoft YaHei" panose="020B0503020204020204" pitchFamily="34" charset="-122"/>
                </a:rPr>
                <a:t>分区</a:t>
              </a:r>
              <a:endParaRPr lang="zh-CN" altLang="en-US" sz="2000" b="1" dirty="0">
                <a:solidFill>
                  <a:schemeClr val="bg1"/>
                </a:solidFill>
                <a:latin typeface="Microsoft YaHei" panose="020B0503020204020204" pitchFamily="34" charset="-122"/>
                <a:ea typeface="Microsoft YaHei" panose="020B0503020204020204" pitchFamily="34" charset="-122"/>
              </a:endParaRPr>
            </a:p>
          </p:txBody>
        </p:sp>
      </p:grpSp>
      <p:grpSp>
        <p:nvGrpSpPr>
          <p:cNvPr id="6" name="组合 5">
            <a:extLst>
              <a:ext uri="{FF2B5EF4-FFF2-40B4-BE49-F238E27FC236}">
                <a16:creationId xmlns:a16="http://schemas.microsoft.com/office/drawing/2014/main" xmlns="" id="{B3337EDB-11DB-4643-BD32-5B386E221585}"/>
              </a:ext>
            </a:extLst>
          </p:cNvPr>
          <p:cNvGrpSpPr/>
          <p:nvPr/>
        </p:nvGrpSpPr>
        <p:grpSpPr>
          <a:xfrm>
            <a:off x="2874731" y="2104748"/>
            <a:ext cx="1266290" cy="554804"/>
            <a:chOff x="737171" y="5636574"/>
            <a:chExt cx="1266290" cy="554804"/>
          </a:xfrm>
        </p:grpSpPr>
        <p:sp>
          <p:nvSpPr>
            <p:cNvPr id="7" name="圆角矩形 6">
              <a:extLst>
                <a:ext uri="{FF2B5EF4-FFF2-40B4-BE49-F238E27FC236}">
                  <a16:creationId xmlns:a16="http://schemas.microsoft.com/office/drawing/2014/main" xmlns="" id="{DE18F580-2957-77BD-583E-DC75C365F119}"/>
                </a:ext>
              </a:extLst>
            </p:cNvPr>
            <p:cNvSpPr/>
            <p:nvPr/>
          </p:nvSpPr>
          <p:spPr>
            <a:xfrm>
              <a:off x="737171" y="5636574"/>
              <a:ext cx="1266290" cy="554804"/>
            </a:xfrm>
            <a:prstGeom prst="roundRect">
              <a:avLst>
                <a:gd name="adj" fmla="val 1111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Microsoft YaHei" panose="020B0503020204020204" pitchFamily="34" charset="-122"/>
                <a:ea typeface="Microsoft YaHei" panose="020B0503020204020204" pitchFamily="34" charset="-122"/>
              </a:endParaRPr>
            </a:p>
          </p:txBody>
        </p:sp>
        <p:sp>
          <p:nvSpPr>
            <p:cNvPr id="9" name="文本框 8">
              <a:extLst>
                <a:ext uri="{FF2B5EF4-FFF2-40B4-BE49-F238E27FC236}">
                  <a16:creationId xmlns:a16="http://schemas.microsoft.com/office/drawing/2014/main" xmlns="" id="{FAF6DC38-5244-F7ED-D29D-732D0F0DAED7}"/>
                </a:ext>
              </a:extLst>
            </p:cNvPr>
            <p:cNvSpPr txBox="1"/>
            <p:nvPr/>
          </p:nvSpPr>
          <p:spPr>
            <a:xfrm>
              <a:off x="737171" y="5713921"/>
              <a:ext cx="1266290" cy="369332"/>
            </a:xfrm>
            <a:prstGeom prst="rect">
              <a:avLst/>
            </a:prstGeom>
            <a:noFill/>
          </p:spPr>
          <p:txBody>
            <a:bodyPr wrap="square">
              <a:spAutoFit/>
            </a:bodyPr>
            <a:lstStyle/>
            <a:p>
              <a:pPr algn="ctr"/>
              <a:r>
                <a:rPr lang="zh-CN" altLang="en-US" b="1" dirty="0">
                  <a:solidFill>
                    <a:schemeClr val="bg1"/>
                  </a:solidFill>
                  <a:latin typeface="Microsoft YaHei" panose="020B0503020204020204" pitchFamily="34" charset="-122"/>
                  <a:ea typeface="Microsoft YaHei" panose="020B0503020204020204" pitchFamily="34" charset="-122"/>
                </a:rPr>
                <a:t>基本思想</a:t>
              </a:r>
              <a:r>
                <a:rPr lang="en-US" altLang="zh-CN" b="1" dirty="0">
                  <a:solidFill>
                    <a:schemeClr val="bg1"/>
                  </a:solidFill>
                  <a:latin typeface="Microsoft YaHei" panose="020B0503020204020204" pitchFamily="34" charset="-122"/>
                  <a:ea typeface="Microsoft YaHei" panose="020B0503020204020204" pitchFamily="34" charset="-122"/>
                </a:rPr>
                <a:t>1</a:t>
              </a:r>
              <a:endParaRPr lang="zh-CN" altLang="en-US" b="1" dirty="0">
                <a:solidFill>
                  <a:schemeClr val="bg1"/>
                </a:solidFill>
                <a:latin typeface="Microsoft YaHei" panose="020B0503020204020204" pitchFamily="34" charset="-122"/>
                <a:ea typeface="Microsoft YaHei" panose="020B0503020204020204" pitchFamily="34" charset="-122"/>
              </a:endParaRPr>
            </a:p>
          </p:txBody>
        </p:sp>
      </p:grpSp>
      <p:grpSp>
        <p:nvGrpSpPr>
          <p:cNvPr id="10" name="组合 9">
            <a:extLst>
              <a:ext uri="{FF2B5EF4-FFF2-40B4-BE49-F238E27FC236}">
                <a16:creationId xmlns:a16="http://schemas.microsoft.com/office/drawing/2014/main" xmlns="" id="{2BE99A2F-4ED1-FDE4-09DB-C58374AA41FA}"/>
              </a:ext>
            </a:extLst>
          </p:cNvPr>
          <p:cNvGrpSpPr/>
          <p:nvPr/>
        </p:nvGrpSpPr>
        <p:grpSpPr>
          <a:xfrm>
            <a:off x="2874731" y="3696712"/>
            <a:ext cx="1266290" cy="554804"/>
            <a:chOff x="737171" y="5636574"/>
            <a:chExt cx="1266290" cy="554804"/>
          </a:xfrm>
        </p:grpSpPr>
        <p:sp>
          <p:nvSpPr>
            <p:cNvPr id="11" name="圆角矩形 10">
              <a:extLst>
                <a:ext uri="{FF2B5EF4-FFF2-40B4-BE49-F238E27FC236}">
                  <a16:creationId xmlns:a16="http://schemas.microsoft.com/office/drawing/2014/main" xmlns="" id="{3494E43D-224E-E245-E735-1082EE15E20D}"/>
                </a:ext>
              </a:extLst>
            </p:cNvPr>
            <p:cNvSpPr/>
            <p:nvPr/>
          </p:nvSpPr>
          <p:spPr>
            <a:xfrm>
              <a:off x="737171" y="5636574"/>
              <a:ext cx="1266290" cy="554804"/>
            </a:xfrm>
            <a:prstGeom prst="roundRect">
              <a:avLst>
                <a:gd name="adj" fmla="val 1111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Microsoft YaHei" panose="020B0503020204020204" pitchFamily="34" charset="-122"/>
                <a:ea typeface="Microsoft YaHei" panose="020B0503020204020204" pitchFamily="34" charset="-122"/>
              </a:endParaRPr>
            </a:p>
          </p:txBody>
        </p:sp>
        <p:sp>
          <p:nvSpPr>
            <p:cNvPr id="12" name="文本框 11">
              <a:extLst>
                <a:ext uri="{FF2B5EF4-FFF2-40B4-BE49-F238E27FC236}">
                  <a16:creationId xmlns:a16="http://schemas.microsoft.com/office/drawing/2014/main" xmlns="" id="{C8F629CD-EA06-3C24-D542-A6488959609B}"/>
                </a:ext>
              </a:extLst>
            </p:cNvPr>
            <p:cNvSpPr txBox="1"/>
            <p:nvPr/>
          </p:nvSpPr>
          <p:spPr>
            <a:xfrm>
              <a:off x="737171" y="5760491"/>
              <a:ext cx="1266290" cy="353943"/>
            </a:xfrm>
            <a:prstGeom prst="rect">
              <a:avLst/>
            </a:prstGeom>
            <a:noFill/>
          </p:spPr>
          <p:txBody>
            <a:bodyPr wrap="square">
              <a:spAutoFit/>
            </a:bodyPr>
            <a:lstStyle/>
            <a:p>
              <a:pPr algn="ctr"/>
              <a:r>
                <a:rPr lang="zh-CN" altLang="en-US" sz="1700" b="1" dirty="0">
                  <a:solidFill>
                    <a:schemeClr val="bg1"/>
                  </a:solidFill>
                  <a:latin typeface="Microsoft YaHei" panose="020B0503020204020204" pitchFamily="34" charset="-122"/>
                  <a:ea typeface="Microsoft YaHei" panose="020B0503020204020204" pitchFamily="34" charset="-122"/>
                </a:rPr>
                <a:t>基本思想</a:t>
              </a:r>
              <a:r>
                <a:rPr lang="en-US" altLang="zh-CN" sz="1700" b="1" dirty="0">
                  <a:solidFill>
                    <a:schemeClr val="bg1"/>
                  </a:solidFill>
                  <a:latin typeface="Microsoft YaHei" panose="020B0503020204020204" pitchFamily="34" charset="-122"/>
                  <a:ea typeface="Microsoft YaHei" panose="020B0503020204020204" pitchFamily="34" charset="-122"/>
                </a:rPr>
                <a:t>2</a:t>
              </a:r>
              <a:endParaRPr lang="zh-CN" altLang="en-US" sz="1700" b="1" dirty="0">
                <a:solidFill>
                  <a:schemeClr val="bg1"/>
                </a:solidFill>
                <a:latin typeface="Microsoft YaHei" panose="020B0503020204020204" pitchFamily="34" charset="-122"/>
                <a:ea typeface="Microsoft YaHei" panose="020B0503020204020204" pitchFamily="34" charset="-122"/>
              </a:endParaRPr>
            </a:p>
          </p:txBody>
        </p:sp>
      </p:grpSp>
      <p:sp>
        <p:nvSpPr>
          <p:cNvPr id="13" name="圆角矩形 12">
            <a:extLst>
              <a:ext uri="{FF2B5EF4-FFF2-40B4-BE49-F238E27FC236}">
                <a16:creationId xmlns:a16="http://schemas.microsoft.com/office/drawing/2014/main" xmlns="" id="{71A9995E-D191-1B82-3120-2EC5A3B2324D}"/>
              </a:ext>
            </a:extLst>
          </p:cNvPr>
          <p:cNvSpPr/>
          <p:nvPr/>
        </p:nvSpPr>
        <p:spPr>
          <a:xfrm>
            <a:off x="4372304" y="1580852"/>
            <a:ext cx="6831724" cy="1214934"/>
          </a:xfrm>
          <a:prstGeom prst="roundRect">
            <a:avLst>
              <a:gd name="adj" fmla="val 7026"/>
            </a:avLst>
          </a:prstGeom>
          <a:solidFill>
            <a:schemeClr val="bg1"/>
          </a:solidFill>
          <a:ln>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lnSpc>
                <a:spcPts val="2400"/>
              </a:lnSpc>
            </a:pPr>
            <a:r>
              <a:rPr lang="zh-CN" altLang="zh-CN" sz="1600" kern="100" dirty="0">
                <a:solidFill>
                  <a:schemeClr val="tx1"/>
                </a:solidFill>
                <a:effectLst/>
                <a:latin typeface="Microsoft YaHei" panose="020B0503020204020204" pitchFamily="34" charset="-122"/>
                <a:ea typeface="Microsoft YaHei" panose="020B0503020204020204" pitchFamily="34" charset="-122"/>
                <a:cs typeface="Times New Roman" panose="02020603050405020304" pitchFamily="18" charset="0"/>
              </a:rPr>
              <a:t>系统不预先划分固定分区</a:t>
            </a:r>
            <a:endParaRPr lang="en-US" altLang="zh-CN" sz="1600" kern="100" dirty="0">
              <a:solidFill>
                <a:schemeClr val="tx1"/>
              </a:solidFill>
              <a:latin typeface="Microsoft YaHei" panose="020B0503020204020204" pitchFamily="34" charset="-122"/>
              <a:ea typeface="Microsoft YaHei" panose="020B0503020204020204" pitchFamily="34" charset="-122"/>
              <a:cs typeface="Times New Roman" panose="02020603050405020304" pitchFamily="18" charset="0"/>
            </a:endParaRPr>
          </a:p>
          <a:p>
            <a:pPr algn="just">
              <a:lnSpc>
                <a:spcPts val="2400"/>
              </a:lnSpc>
            </a:pPr>
            <a:r>
              <a:rPr lang="zh-CN" altLang="zh-CN" sz="1600" kern="100" dirty="0">
                <a:solidFill>
                  <a:schemeClr val="tx1"/>
                </a:solidFill>
                <a:effectLst/>
                <a:latin typeface="Microsoft YaHei" panose="020B0503020204020204" pitchFamily="34" charset="-122"/>
                <a:ea typeface="Microsoft YaHei" panose="020B0503020204020204" pitchFamily="34" charset="-122"/>
                <a:cs typeface="Times New Roman" panose="02020603050405020304" pitchFamily="18" charset="0"/>
              </a:rPr>
              <a:t>装入程序时划分内存分区，使程序分配的分区的大小等于该程序的需求量</a:t>
            </a:r>
            <a:endParaRPr lang="en-US" altLang="zh-CN" sz="1600" kern="100" dirty="0">
              <a:solidFill>
                <a:schemeClr val="tx1"/>
              </a:solidFill>
              <a:latin typeface="Microsoft YaHei" panose="020B0503020204020204" pitchFamily="34" charset="-122"/>
              <a:ea typeface="Microsoft YaHei" panose="020B0503020204020204" pitchFamily="34" charset="-122"/>
              <a:cs typeface="Times New Roman" panose="02020603050405020304" pitchFamily="18" charset="0"/>
            </a:endParaRPr>
          </a:p>
          <a:p>
            <a:pPr algn="just">
              <a:lnSpc>
                <a:spcPts val="2400"/>
              </a:lnSpc>
            </a:pPr>
            <a:r>
              <a:rPr lang="zh-CN" altLang="zh-CN" sz="1600" kern="100" dirty="0">
                <a:solidFill>
                  <a:schemeClr val="tx1"/>
                </a:solidFill>
                <a:effectLst/>
                <a:latin typeface="Microsoft YaHei" panose="020B0503020204020204" pitchFamily="34" charset="-122"/>
                <a:ea typeface="Microsoft YaHei" panose="020B0503020204020204" pitchFamily="34" charset="-122"/>
                <a:cs typeface="Times New Roman" panose="02020603050405020304" pitchFamily="18" charset="0"/>
              </a:rPr>
              <a:t>分区的个数是可变的、不确定的</a:t>
            </a:r>
            <a:endParaRPr lang="en-US" altLang="zh-CN" sz="1600" dirty="0">
              <a:solidFill>
                <a:schemeClr val="tx1"/>
              </a:solidFill>
              <a:effectLst/>
              <a:latin typeface="Microsoft YaHei" panose="020B0503020204020204" pitchFamily="34" charset="-122"/>
              <a:ea typeface="Microsoft YaHei" panose="020B0503020204020204" pitchFamily="34" charset="-122"/>
            </a:endParaRPr>
          </a:p>
        </p:txBody>
      </p:sp>
      <p:sp>
        <p:nvSpPr>
          <p:cNvPr id="14" name="圆角矩形 13">
            <a:extLst>
              <a:ext uri="{FF2B5EF4-FFF2-40B4-BE49-F238E27FC236}">
                <a16:creationId xmlns:a16="http://schemas.microsoft.com/office/drawing/2014/main" xmlns="" id="{8F1C6CAB-5456-812B-229A-E257BB4B692B}"/>
              </a:ext>
            </a:extLst>
          </p:cNvPr>
          <p:cNvSpPr/>
          <p:nvPr/>
        </p:nvSpPr>
        <p:spPr>
          <a:xfrm>
            <a:off x="4372304" y="3205383"/>
            <a:ext cx="6831724" cy="1584434"/>
          </a:xfrm>
          <a:prstGeom prst="roundRect">
            <a:avLst>
              <a:gd name="adj" fmla="val 7026"/>
            </a:avLst>
          </a:prstGeom>
          <a:solidFill>
            <a:schemeClr val="bg1"/>
          </a:solidFill>
          <a:ln>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lnSpc>
                <a:spcPts val="2400"/>
              </a:lnSpc>
            </a:pPr>
            <a:r>
              <a:rPr lang="zh-CN" altLang="zh-CN" sz="1600" kern="100" dirty="0">
                <a:solidFill>
                  <a:schemeClr val="tx1"/>
                </a:solidFill>
                <a:effectLst/>
                <a:latin typeface="Microsoft YaHei" panose="020B0503020204020204" pitchFamily="34" charset="-122"/>
                <a:ea typeface="Microsoft YaHei" panose="020B0503020204020204" pitchFamily="34" charset="-122"/>
              </a:rPr>
              <a:t>当有程序要求装入内存运行时，系统从该空闲区中划分出一块与程序大小相同的区域进行分配</a:t>
            </a:r>
            <a:endParaRPr lang="en-US" altLang="zh-CN" sz="1600" kern="100" dirty="0">
              <a:solidFill>
                <a:schemeClr val="tx1"/>
              </a:solidFill>
              <a:effectLst/>
              <a:latin typeface="Microsoft YaHei" panose="020B0503020204020204" pitchFamily="34" charset="-122"/>
              <a:ea typeface="Microsoft YaHei" panose="020B0503020204020204" pitchFamily="34" charset="-122"/>
            </a:endParaRPr>
          </a:p>
          <a:p>
            <a:pPr algn="just">
              <a:lnSpc>
                <a:spcPts val="2400"/>
              </a:lnSpc>
            </a:pPr>
            <a:r>
              <a:rPr lang="zh-CN" altLang="zh-CN" sz="1600" kern="100" dirty="0">
                <a:solidFill>
                  <a:schemeClr val="tx1"/>
                </a:solidFill>
                <a:effectLst/>
                <a:latin typeface="Microsoft YaHei" panose="020B0503020204020204" pitchFamily="34" charset="-122"/>
                <a:ea typeface="Microsoft YaHei" panose="020B0503020204020204" pitchFamily="34" charset="-122"/>
              </a:rPr>
              <a:t>当系统运行一段时间后，随着一系列的内存分配和回收。原来的一整块大空闲区形成了若干占用区和空闲区相间的布局</a:t>
            </a:r>
          </a:p>
        </p:txBody>
      </p:sp>
      <p:cxnSp>
        <p:nvCxnSpPr>
          <p:cNvPr id="15" name="直线连接符 14">
            <a:extLst>
              <a:ext uri="{FF2B5EF4-FFF2-40B4-BE49-F238E27FC236}">
                <a16:creationId xmlns:a16="http://schemas.microsoft.com/office/drawing/2014/main" xmlns="" id="{B0D50826-0D7B-5E5F-877E-A9DF2F754C0F}"/>
              </a:ext>
            </a:extLst>
          </p:cNvPr>
          <p:cNvCxnSpPr>
            <a:stCxn id="4" idx="3"/>
            <a:endCxn id="9" idx="1"/>
          </p:cNvCxnSpPr>
          <p:nvPr/>
        </p:nvCxnSpPr>
        <p:spPr>
          <a:xfrm flipV="1">
            <a:off x="1909341" y="2366761"/>
            <a:ext cx="965390" cy="801538"/>
          </a:xfrm>
          <a:prstGeom prst="line">
            <a:avLst/>
          </a:prstGeom>
        </p:spPr>
        <p:style>
          <a:lnRef idx="1">
            <a:schemeClr val="accent1"/>
          </a:lnRef>
          <a:fillRef idx="0">
            <a:schemeClr val="accent1"/>
          </a:fillRef>
          <a:effectRef idx="0">
            <a:schemeClr val="accent1"/>
          </a:effectRef>
          <a:fontRef idx="minor">
            <a:schemeClr val="tx1"/>
          </a:fontRef>
        </p:style>
      </p:cxnSp>
      <p:cxnSp>
        <p:nvCxnSpPr>
          <p:cNvPr id="16" name="直线连接符 15">
            <a:extLst>
              <a:ext uri="{FF2B5EF4-FFF2-40B4-BE49-F238E27FC236}">
                <a16:creationId xmlns:a16="http://schemas.microsoft.com/office/drawing/2014/main" xmlns="" id="{60C9238C-74AA-142E-513D-27460895EA41}"/>
              </a:ext>
            </a:extLst>
          </p:cNvPr>
          <p:cNvCxnSpPr>
            <a:cxnSpLocks/>
            <a:stCxn id="4" idx="3"/>
            <a:endCxn id="12" idx="1"/>
          </p:cNvCxnSpPr>
          <p:nvPr/>
        </p:nvCxnSpPr>
        <p:spPr>
          <a:xfrm>
            <a:off x="1909341" y="3168299"/>
            <a:ext cx="965390" cy="829302"/>
          </a:xfrm>
          <a:prstGeom prst="line">
            <a:avLst/>
          </a:prstGeom>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1155930309"/>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p:txBody>
          <a:bodyPr/>
          <a:lstStyle/>
          <a:p>
            <a:r>
              <a:rPr lang="en-US" altLang="zh-CN" dirty="0">
                <a:sym typeface="Arial" panose="020B0604020202020204" pitchFamily="34" charset="0"/>
              </a:rPr>
              <a:t>5.2.2</a:t>
            </a:r>
            <a:r>
              <a:rPr lang="zh-CN" altLang="en-US" dirty="0">
                <a:sym typeface="Arial" panose="020B0604020202020204" pitchFamily="34" charset="0"/>
              </a:rPr>
              <a:t>可变分区 </a:t>
            </a:r>
            <a:r>
              <a:rPr lang="en-US" altLang="zh-CN" dirty="0">
                <a:sym typeface="Arial" panose="020B0604020202020204" pitchFamily="34" charset="0"/>
              </a:rPr>
              <a:t>I</a:t>
            </a:r>
            <a:r>
              <a:rPr lang="zh-CN" altLang="en-US" dirty="0">
                <a:sym typeface="Arial" panose="020B0604020202020204" pitchFamily="34" charset="0"/>
              </a:rPr>
              <a:t>  基本思想</a:t>
            </a:r>
          </a:p>
        </p:txBody>
      </p:sp>
      <p:sp>
        <p:nvSpPr>
          <p:cNvPr id="5" name="文本框 4">
            <a:extLst>
              <a:ext uri="{FF2B5EF4-FFF2-40B4-BE49-F238E27FC236}">
                <a16:creationId xmlns:a16="http://schemas.microsoft.com/office/drawing/2014/main" xmlns="" id="{177B6844-3CEE-05A0-6A69-494C05720C0A}"/>
              </a:ext>
            </a:extLst>
          </p:cNvPr>
          <p:cNvSpPr txBox="1"/>
          <p:nvPr/>
        </p:nvSpPr>
        <p:spPr>
          <a:xfrm>
            <a:off x="5516196" y="2597382"/>
            <a:ext cx="6402514" cy="987514"/>
          </a:xfrm>
          <a:prstGeom prst="rect">
            <a:avLst/>
          </a:prstGeom>
          <a:noFill/>
        </p:spPr>
        <p:txBody>
          <a:bodyPr wrap="square">
            <a:spAutoFit/>
          </a:bodyPr>
          <a:lstStyle/>
          <a:p>
            <a:pPr algn="just">
              <a:lnSpc>
                <a:spcPts val="2400"/>
              </a:lnSpc>
            </a:pPr>
            <a:r>
              <a:rPr lang="zh-CN" altLang="zh-CN" sz="1600" kern="100" dirty="0">
                <a:effectLst/>
                <a:latin typeface="Microsoft YaHei" panose="020B0503020204020204" pitchFamily="34" charset="-122"/>
                <a:ea typeface="Microsoft YaHei" panose="020B0503020204020204" pitchFamily="34" charset="-122"/>
              </a:rPr>
              <a:t>系统为程序</a:t>
            </a:r>
            <a:r>
              <a:rPr lang="en-US" altLang="zh-CN" sz="1600" kern="100" dirty="0">
                <a:effectLst/>
                <a:latin typeface="Microsoft YaHei" panose="020B0503020204020204" pitchFamily="34" charset="-122"/>
                <a:ea typeface="Microsoft YaHei" panose="020B0503020204020204" pitchFamily="34" charset="-122"/>
              </a:rPr>
              <a:t>D</a:t>
            </a:r>
            <a:r>
              <a:rPr lang="zh-CN" altLang="zh-CN" sz="1600" kern="100" dirty="0">
                <a:effectLst/>
                <a:latin typeface="Microsoft YaHei" panose="020B0503020204020204" pitchFamily="34" charset="-122"/>
                <a:ea typeface="Microsoft YaHei" panose="020B0503020204020204" pitchFamily="34" charset="-122"/>
              </a:rPr>
              <a:t>分配一块内存分区，此时内存中剩下了两块较小的空闲区，一块空闲区大小为</a:t>
            </a:r>
            <a:r>
              <a:rPr lang="en-US" altLang="zh-CN" sz="1600" kern="100" dirty="0">
                <a:effectLst/>
                <a:latin typeface="Microsoft YaHei" panose="020B0503020204020204" pitchFamily="34" charset="-122"/>
                <a:ea typeface="Microsoft YaHei" panose="020B0503020204020204" pitchFamily="34" charset="-122"/>
              </a:rPr>
              <a:t>10K, </a:t>
            </a:r>
            <a:r>
              <a:rPr lang="zh-CN" altLang="zh-CN" sz="1600" kern="100" dirty="0">
                <a:effectLst/>
                <a:latin typeface="Microsoft YaHei" panose="020B0503020204020204" pitchFamily="34" charset="-122"/>
                <a:ea typeface="Microsoft YaHei" panose="020B0503020204020204" pitchFamily="34" charset="-122"/>
              </a:rPr>
              <a:t>另一块空闲区大小为</a:t>
            </a:r>
            <a:r>
              <a:rPr lang="en-US" altLang="zh-CN" sz="1600" kern="100" dirty="0">
                <a:effectLst/>
                <a:latin typeface="Microsoft YaHei" panose="020B0503020204020204" pitchFamily="34" charset="-122"/>
                <a:ea typeface="Microsoft YaHei" panose="020B0503020204020204" pitchFamily="34" charset="-122"/>
              </a:rPr>
              <a:t>24K</a:t>
            </a:r>
            <a:r>
              <a:rPr lang="zh-CN" altLang="zh-CN" sz="1600" kern="100" dirty="0">
                <a:effectLst/>
                <a:latin typeface="Microsoft YaHei" panose="020B0503020204020204" pitchFamily="34" charset="-122"/>
                <a:ea typeface="Microsoft YaHei" panose="020B0503020204020204" pitchFamily="34" charset="-122"/>
              </a:rPr>
              <a:t>。程序</a:t>
            </a:r>
            <a:r>
              <a:rPr lang="en-US" altLang="zh-CN" sz="1600" kern="100" dirty="0">
                <a:effectLst/>
                <a:latin typeface="Microsoft YaHei" panose="020B0503020204020204" pitchFamily="34" charset="-122"/>
                <a:ea typeface="Microsoft YaHei" panose="020B0503020204020204" pitchFamily="34" charset="-122"/>
              </a:rPr>
              <a:t>E</a:t>
            </a:r>
            <a:r>
              <a:rPr lang="zh-CN" altLang="zh-CN" sz="1600" kern="100" dirty="0">
                <a:effectLst/>
                <a:latin typeface="Microsoft YaHei" panose="020B0503020204020204" pitchFamily="34" charset="-122"/>
                <a:ea typeface="Microsoft YaHei" panose="020B0503020204020204" pitchFamily="34" charset="-122"/>
              </a:rPr>
              <a:t>大小为</a:t>
            </a:r>
            <a:r>
              <a:rPr lang="en-US" altLang="zh-CN" sz="1600" kern="100" dirty="0">
                <a:effectLst/>
                <a:latin typeface="Microsoft YaHei" panose="020B0503020204020204" pitchFamily="34" charset="-122"/>
                <a:ea typeface="Microsoft YaHei" panose="020B0503020204020204" pitchFamily="34" charset="-122"/>
              </a:rPr>
              <a:t>40K</a:t>
            </a:r>
            <a:r>
              <a:rPr lang="zh-CN" altLang="zh-CN" sz="1600" kern="100" dirty="0">
                <a:effectLst/>
                <a:latin typeface="Microsoft YaHei" panose="020B0503020204020204" pitchFamily="34" charset="-122"/>
                <a:ea typeface="Microsoft YaHei" panose="020B0503020204020204" pitchFamily="34" charset="-122"/>
              </a:rPr>
              <a:t>，比这两块空闲区大，程序</a:t>
            </a:r>
            <a:r>
              <a:rPr lang="en-US" altLang="zh-CN" sz="1600" kern="100" dirty="0">
                <a:effectLst/>
                <a:latin typeface="Microsoft YaHei" panose="020B0503020204020204" pitchFamily="34" charset="-122"/>
                <a:ea typeface="Microsoft YaHei" panose="020B0503020204020204" pitchFamily="34" charset="-122"/>
              </a:rPr>
              <a:t>E</a:t>
            </a:r>
            <a:r>
              <a:rPr lang="zh-CN" altLang="zh-CN" sz="1600" kern="100" dirty="0">
                <a:effectLst/>
                <a:latin typeface="Microsoft YaHei" panose="020B0503020204020204" pitchFamily="34" charset="-122"/>
                <a:ea typeface="Microsoft YaHei" panose="020B0503020204020204" pitchFamily="34" charset="-122"/>
              </a:rPr>
              <a:t>的需要不能满足</a:t>
            </a:r>
            <a:endParaRPr lang="en-US" altLang="zh-CN" sz="1600" kern="100" dirty="0">
              <a:effectLst/>
              <a:latin typeface="Microsoft YaHei" panose="020B0503020204020204" pitchFamily="34" charset="-122"/>
              <a:ea typeface="Microsoft YaHei" panose="020B0503020204020204" pitchFamily="34" charset="-122"/>
            </a:endParaRPr>
          </a:p>
        </p:txBody>
      </p:sp>
      <p:grpSp>
        <p:nvGrpSpPr>
          <p:cNvPr id="6" name="组合 5">
            <a:extLst>
              <a:ext uri="{FF2B5EF4-FFF2-40B4-BE49-F238E27FC236}">
                <a16:creationId xmlns:a16="http://schemas.microsoft.com/office/drawing/2014/main" xmlns="" id="{7C9C6142-8FD6-40BB-F246-E40C771D1D96}"/>
              </a:ext>
            </a:extLst>
          </p:cNvPr>
          <p:cNvGrpSpPr/>
          <p:nvPr/>
        </p:nvGrpSpPr>
        <p:grpSpPr>
          <a:xfrm>
            <a:off x="451408" y="1979864"/>
            <a:ext cx="4519930" cy="3202975"/>
            <a:chOff x="7239799" y="2364874"/>
            <a:chExt cx="4519930" cy="3202975"/>
          </a:xfrm>
        </p:grpSpPr>
        <p:pic>
          <p:nvPicPr>
            <p:cNvPr id="2" name="图片 1">
              <a:extLst>
                <a:ext uri="{FF2B5EF4-FFF2-40B4-BE49-F238E27FC236}">
                  <a16:creationId xmlns:a16="http://schemas.microsoft.com/office/drawing/2014/main" xmlns="" id="{A35416DE-F46F-16A4-5D67-DA2313F218BE}"/>
                </a:ext>
              </a:extLst>
            </p:cNvPr>
            <p:cNvPicPr>
              <a:picLocks noChangeAspect="1"/>
            </p:cNvPicPr>
            <p:nvPr/>
          </p:nvPicPr>
          <p:blipFill>
            <a:blip r:embed="rId3" cstate="print"/>
            <a:srcRect/>
            <a:stretch>
              <a:fillRect/>
            </a:stretch>
          </p:blipFill>
          <p:spPr bwMode="auto">
            <a:xfrm>
              <a:off x="7239799" y="2364874"/>
              <a:ext cx="4519930" cy="2641600"/>
            </a:xfrm>
            <a:prstGeom prst="rect">
              <a:avLst/>
            </a:prstGeom>
            <a:noFill/>
            <a:ln w="9525">
              <a:noFill/>
              <a:miter lim="800000"/>
              <a:headEnd/>
              <a:tailEnd/>
            </a:ln>
          </p:spPr>
        </p:pic>
        <p:sp>
          <p:nvSpPr>
            <p:cNvPr id="4" name="文本框 3">
              <a:extLst>
                <a:ext uri="{FF2B5EF4-FFF2-40B4-BE49-F238E27FC236}">
                  <a16:creationId xmlns:a16="http://schemas.microsoft.com/office/drawing/2014/main" xmlns="" id="{6216CCA1-9776-F149-8157-3F67F2BC887B}"/>
                </a:ext>
              </a:extLst>
            </p:cNvPr>
            <p:cNvSpPr txBox="1"/>
            <p:nvPr/>
          </p:nvSpPr>
          <p:spPr>
            <a:xfrm>
              <a:off x="7876674" y="5260072"/>
              <a:ext cx="3096126" cy="307777"/>
            </a:xfrm>
            <a:prstGeom prst="rect">
              <a:avLst/>
            </a:prstGeom>
            <a:noFill/>
          </p:spPr>
          <p:txBody>
            <a:bodyPr wrap="square">
              <a:spAutoFit/>
            </a:bodyPr>
            <a:lstStyle/>
            <a:p>
              <a:pPr algn="ctr"/>
              <a:r>
                <a:rPr lang="zh-CN" altLang="zh-CN" sz="1400" kern="100" dirty="0">
                  <a:effectLst/>
                  <a:latin typeface="Times New Roman" panose="02020603050405020304" pitchFamily="18" charset="0"/>
                  <a:ea typeface="宋体" panose="02010600030101010101" pitchFamily="2" charset="-122"/>
                  <a:cs typeface="Times New Roman" panose="02020603050405020304" pitchFamily="18" charset="0"/>
                </a:rPr>
                <a:t>图</a:t>
              </a:r>
              <a:r>
                <a:rPr lang="en-US" altLang="zh-CN" sz="1400" kern="100" dirty="0">
                  <a:effectLst/>
                  <a:latin typeface="Times New Roman" panose="02020603050405020304" pitchFamily="18" charset="0"/>
                  <a:ea typeface="宋体" panose="02010600030101010101" pitchFamily="2" charset="-122"/>
                </a:rPr>
                <a:t>5-5 </a:t>
              </a:r>
              <a:r>
                <a:rPr lang="zh-CN" altLang="zh-CN" sz="1400" kern="100" dirty="0">
                  <a:effectLst/>
                  <a:latin typeface="Times New Roman" panose="02020603050405020304" pitchFamily="18" charset="0"/>
                  <a:ea typeface="宋体" panose="02010600030101010101" pitchFamily="2" charset="-122"/>
                  <a:cs typeface="Times New Roman" panose="02020603050405020304" pitchFamily="18" charset="0"/>
                </a:rPr>
                <a:t>可变分区</a:t>
              </a:r>
              <a:r>
                <a:rPr lang="zh-CN" altLang="zh-CN" sz="1400" dirty="0">
                  <a:effectLst/>
                </a:rPr>
                <a:t> </a:t>
              </a:r>
              <a:endParaRPr lang="zh-CN" altLang="en-US" sz="1400" dirty="0"/>
            </a:p>
          </p:txBody>
        </p:sp>
      </p:grpSp>
      <p:sp>
        <p:nvSpPr>
          <p:cNvPr id="7" name="文本框 6">
            <a:extLst>
              <a:ext uri="{FF2B5EF4-FFF2-40B4-BE49-F238E27FC236}">
                <a16:creationId xmlns:a16="http://schemas.microsoft.com/office/drawing/2014/main" xmlns="" id="{117F6939-EBCB-5BD3-7C6F-0161884CFC6C}"/>
              </a:ext>
            </a:extLst>
          </p:cNvPr>
          <p:cNvSpPr txBox="1"/>
          <p:nvPr/>
        </p:nvSpPr>
        <p:spPr>
          <a:xfrm>
            <a:off x="5516196" y="1486107"/>
            <a:ext cx="6096000" cy="987514"/>
          </a:xfrm>
          <a:prstGeom prst="rect">
            <a:avLst/>
          </a:prstGeom>
          <a:noFill/>
        </p:spPr>
        <p:txBody>
          <a:bodyPr wrap="square">
            <a:spAutoFit/>
          </a:bodyPr>
          <a:lstStyle/>
          <a:p>
            <a:pPr algn="just">
              <a:lnSpc>
                <a:spcPts val="2400"/>
              </a:lnSpc>
            </a:pPr>
            <a:r>
              <a:rPr lang="zh-CN" altLang="zh-CN" sz="1600" kern="100" dirty="0">
                <a:effectLst/>
                <a:latin typeface="Microsoft YaHei" panose="020B0503020204020204" pitchFamily="34" charset="-122"/>
                <a:ea typeface="Microsoft YaHei" panose="020B0503020204020204" pitchFamily="34" charset="-122"/>
              </a:rPr>
              <a:t>某一时刻内存空间的布局情况，此时内存装入了</a:t>
            </a:r>
            <a:r>
              <a:rPr lang="en-US" altLang="zh-CN" sz="1600" kern="100" dirty="0">
                <a:effectLst/>
                <a:latin typeface="Microsoft YaHei" panose="020B0503020204020204" pitchFamily="34" charset="-122"/>
                <a:ea typeface="Microsoft YaHei" panose="020B0503020204020204" pitchFamily="34" charset="-122"/>
              </a:rPr>
              <a:t>A</a:t>
            </a:r>
            <a:r>
              <a:rPr lang="zh-CN" altLang="zh-CN" sz="1600" kern="100" dirty="0">
                <a:effectLst/>
                <a:latin typeface="Microsoft YaHei" panose="020B0503020204020204" pitchFamily="34" charset="-122"/>
                <a:ea typeface="Microsoft YaHei" panose="020B0503020204020204" pitchFamily="34" charset="-122"/>
              </a:rPr>
              <a:t>、</a:t>
            </a:r>
            <a:r>
              <a:rPr lang="en-US" altLang="zh-CN" sz="1600" kern="100" dirty="0">
                <a:effectLst/>
                <a:latin typeface="Microsoft YaHei" panose="020B0503020204020204" pitchFamily="34" charset="-122"/>
                <a:ea typeface="Microsoft YaHei" panose="020B0503020204020204" pitchFamily="34" charset="-122"/>
              </a:rPr>
              <a:t>B</a:t>
            </a:r>
            <a:r>
              <a:rPr lang="zh-CN" altLang="zh-CN" sz="1600" kern="100" dirty="0">
                <a:effectLst/>
                <a:latin typeface="Microsoft YaHei" panose="020B0503020204020204" pitchFamily="34" charset="-122"/>
                <a:ea typeface="Microsoft YaHei" panose="020B0503020204020204" pitchFamily="34" charset="-122"/>
              </a:rPr>
              <a:t>、</a:t>
            </a:r>
            <a:r>
              <a:rPr lang="en-US" altLang="zh-CN" sz="1600" kern="100" dirty="0">
                <a:effectLst/>
                <a:latin typeface="Microsoft YaHei" panose="020B0503020204020204" pitchFamily="34" charset="-122"/>
                <a:ea typeface="Microsoft YaHei" panose="020B0503020204020204" pitchFamily="34" charset="-122"/>
              </a:rPr>
              <a:t>C</a:t>
            </a:r>
            <a:r>
              <a:rPr lang="zh-CN" altLang="zh-CN" sz="1600" kern="100" dirty="0">
                <a:effectLst/>
                <a:latin typeface="Microsoft YaHei" panose="020B0503020204020204" pitchFamily="34" charset="-122"/>
                <a:ea typeface="Microsoft YaHei" panose="020B0503020204020204" pitchFamily="34" charset="-122"/>
              </a:rPr>
              <a:t>三个程序，一块空闲区大小为</a:t>
            </a:r>
            <a:r>
              <a:rPr lang="en-US" altLang="zh-CN" sz="1600" kern="100" dirty="0">
                <a:effectLst/>
                <a:latin typeface="Microsoft YaHei" panose="020B0503020204020204" pitchFamily="34" charset="-122"/>
                <a:ea typeface="Microsoft YaHei" panose="020B0503020204020204" pitchFamily="34" charset="-122"/>
              </a:rPr>
              <a:t>10K</a:t>
            </a:r>
            <a:r>
              <a:rPr lang="zh-CN" altLang="zh-CN" sz="1600" kern="100" dirty="0">
                <a:effectLst/>
                <a:latin typeface="Microsoft YaHei" panose="020B0503020204020204" pitchFamily="34" charset="-122"/>
                <a:ea typeface="Microsoft YaHei" panose="020B0503020204020204" pitchFamily="34" charset="-122"/>
              </a:rPr>
              <a:t>，另一块空闲区大小为</a:t>
            </a:r>
            <a:r>
              <a:rPr lang="en-US" altLang="zh-CN" sz="1600" kern="100" dirty="0">
                <a:effectLst/>
                <a:latin typeface="Microsoft YaHei" panose="020B0503020204020204" pitchFamily="34" charset="-122"/>
                <a:ea typeface="Microsoft YaHei" panose="020B0503020204020204" pitchFamily="34" charset="-122"/>
              </a:rPr>
              <a:t>94K</a:t>
            </a:r>
            <a:r>
              <a:rPr lang="zh-CN" altLang="zh-CN" sz="1600" kern="100" dirty="0">
                <a:effectLst/>
                <a:latin typeface="Microsoft YaHei" panose="020B0503020204020204" pitchFamily="34" charset="-122"/>
                <a:ea typeface="Microsoft YaHei" panose="020B0503020204020204" pitchFamily="34" charset="-122"/>
              </a:rPr>
              <a:t>。此时，又有程序</a:t>
            </a:r>
            <a:r>
              <a:rPr lang="en-US" altLang="zh-CN" sz="1600" kern="100" dirty="0">
                <a:effectLst/>
                <a:latin typeface="Microsoft YaHei" panose="020B0503020204020204" pitchFamily="34" charset="-122"/>
                <a:ea typeface="Microsoft YaHei" panose="020B0503020204020204" pitchFamily="34" charset="-122"/>
              </a:rPr>
              <a:t>D</a:t>
            </a:r>
            <a:r>
              <a:rPr lang="zh-CN" altLang="zh-CN" sz="1600" kern="100" dirty="0">
                <a:effectLst/>
                <a:latin typeface="Microsoft YaHei" panose="020B0503020204020204" pitchFamily="34" charset="-122"/>
                <a:ea typeface="Microsoft YaHei" panose="020B0503020204020204" pitchFamily="34" charset="-122"/>
              </a:rPr>
              <a:t>和程序</a:t>
            </a:r>
            <a:r>
              <a:rPr lang="en-US" altLang="zh-CN" sz="1600" kern="100" dirty="0">
                <a:effectLst/>
                <a:latin typeface="Microsoft YaHei" panose="020B0503020204020204" pitchFamily="34" charset="-122"/>
                <a:ea typeface="Microsoft YaHei" panose="020B0503020204020204" pitchFamily="34" charset="-122"/>
              </a:rPr>
              <a:t>E</a:t>
            </a:r>
            <a:r>
              <a:rPr lang="zh-CN" altLang="zh-CN" sz="1600" kern="100" dirty="0">
                <a:effectLst/>
                <a:latin typeface="Microsoft YaHei" panose="020B0503020204020204" pitchFamily="34" charset="-122"/>
                <a:ea typeface="Microsoft YaHei" panose="020B0503020204020204" pitchFamily="34" charset="-122"/>
              </a:rPr>
              <a:t>请求装入，程序</a:t>
            </a:r>
            <a:r>
              <a:rPr lang="en-US" altLang="zh-CN" sz="1600" kern="100" dirty="0">
                <a:effectLst/>
                <a:latin typeface="Microsoft YaHei" panose="020B0503020204020204" pitchFamily="34" charset="-122"/>
                <a:ea typeface="Microsoft YaHei" panose="020B0503020204020204" pitchFamily="34" charset="-122"/>
              </a:rPr>
              <a:t>D</a:t>
            </a:r>
            <a:r>
              <a:rPr lang="zh-CN" altLang="zh-CN" sz="1600" kern="100" dirty="0">
                <a:effectLst/>
                <a:latin typeface="Microsoft YaHei" panose="020B0503020204020204" pitchFamily="34" charset="-122"/>
                <a:ea typeface="Microsoft YaHei" panose="020B0503020204020204" pitchFamily="34" charset="-122"/>
              </a:rPr>
              <a:t>大小为</a:t>
            </a:r>
            <a:r>
              <a:rPr lang="en-US" altLang="zh-CN" sz="1600" kern="100" dirty="0">
                <a:effectLst/>
                <a:latin typeface="Microsoft YaHei" panose="020B0503020204020204" pitchFamily="34" charset="-122"/>
                <a:ea typeface="Microsoft YaHei" panose="020B0503020204020204" pitchFamily="34" charset="-122"/>
              </a:rPr>
              <a:t>70K</a:t>
            </a:r>
            <a:r>
              <a:rPr lang="zh-CN" altLang="zh-CN" sz="1600" kern="100" dirty="0">
                <a:effectLst/>
                <a:latin typeface="Microsoft YaHei" panose="020B0503020204020204" pitchFamily="34" charset="-122"/>
                <a:ea typeface="Microsoft YaHei" panose="020B0503020204020204" pitchFamily="34" charset="-122"/>
              </a:rPr>
              <a:t>；</a:t>
            </a:r>
            <a:endParaRPr lang="en-US" altLang="zh-CN" sz="1600" kern="100" dirty="0">
              <a:effectLst/>
              <a:latin typeface="Microsoft YaHei" panose="020B0503020204020204" pitchFamily="34" charset="-122"/>
              <a:ea typeface="Microsoft YaHei" panose="020B0503020204020204" pitchFamily="34" charset="-122"/>
            </a:endParaRPr>
          </a:p>
        </p:txBody>
      </p:sp>
      <p:sp>
        <p:nvSpPr>
          <p:cNvPr id="10" name="文本框 9">
            <a:extLst>
              <a:ext uri="{FF2B5EF4-FFF2-40B4-BE49-F238E27FC236}">
                <a16:creationId xmlns:a16="http://schemas.microsoft.com/office/drawing/2014/main" xmlns="" id="{A76E9904-F128-63A1-CA82-6FC747C196ED}"/>
              </a:ext>
            </a:extLst>
          </p:cNvPr>
          <p:cNvSpPr txBox="1"/>
          <p:nvPr/>
        </p:nvSpPr>
        <p:spPr>
          <a:xfrm>
            <a:off x="5516196" y="3916562"/>
            <a:ext cx="6096000" cy="2218621"/>
          </a:xfrm>
          <a:prstGeom prst="rect">
            <a:avLst/>
          </a:prstGeom>
          <a:noFill/>
        </p:spPr>
        <p:txBody>
          <a:bodyPr wrap="square">
            <a:spAutoFit/>
          </a:bodyPr>
          <a:lstStyle/>
          <a:p>
            <a:pPr algn="just">
              <a:lnSpc>
                <a:spcPts val="2400"/>
              </a:lnSpc>
            </a:pPr>
            <a:r>
              <a:rPr lang="zh-CN" altLang="zh-CN" sz="1600" kern="100" dirty="0">
                <a:effectLst/>
                <a:latin typeface="Microsoft YaHei" panose="020B0503020204020204" pitchFamily="34" charset="-122"/>
                <a:ea typeface="Microsoft YaHei" panose="020B0503020204020204" pitchFamily="34" charset="-122"/>
              </a:rPr>
              <a:t>表示程序</a:t>
            </a:r>
            <a:r>
              <a:rPr lang="en-US" altLang="zh-CN" sz="1600" kern="100" dirty="0">
                <a:effectLst/>
                <a:latin typeface="Microsoft YaHei" panose="020B0503020204020204" pitchFamily="34" charset="-122"/>
                <a:ea typeface="Microsoft YaHei" panose="020B0503020204020204" pitchFamily="34" charset="-122"/>
              </a:rPr>
              <a:t>A</a:t>
            </a:r>
            <a:r>
              <a:rPr lang="zh-CN" altLang="zh-CN" sz="1600" kern="100" dirty="0">
                <a:effectLst/>
                <a:latin typeface="Microsoft YaHei" panose="020B0503020204020204" pitchFamily="34" charset="-122"/>
                <a:ea typeface="Microsoft YaHei" panose="020B0503020204020204" pitchFamily="34" charset="-122"/>
              </a:rPr>
              <a:t>（大小为</a:t>
            </a:r>
            <a:r>
              <a:rPr lang="en-US" altLang="zh-CN" sz="1600" kern="100" dirty="0">
                <a:effectLst/>
                <a:latin typeface="Microsoft YaHei" panose="020B0503020204020204" pitchFamily="34" charset="-122"/>
                <a:ea typeface="Microsoft YaHei" panose="020B0503020204020204" pitchFamily="34" charset="-122"/>
              </a:rPr>
              <a:t>16K</a:t>
            </a:r>
            <a:r>
              <a:rPr lang="zh-CN" altLang="zh-CN" sz="1600" kern="100" dirty="0">
                <a:effectLst/>
                <a:latin typeface="Microsoft YaHei" panose="020B0503020204020204" pitchFamily="34" charset="-122"/>
                <a:ea typeface="Microsoft YaHei" panose="020B0503020204020204" pitchFamily="34" charset="-122"/>
              </a:rPr>
              <a:t>）和</a:t>
            </a:r>
            <a:r>
              <a:rPr lang="en-US" altLang="zh-CN" sz="1600" kern="100" dirty="0">
                <a:effectLst/>
                <a:latin typeface="Microsoft YaHei" panose="020B0503020204020204" pitchFamily="34" charset="-122"/>
                <a:ea typeface="Microsoft YaHei" panose="020B0503020204020204" pitchFamily="34" charset="-122"/>
              </a:rPr>
              <a:t>C</a:t>
            </a:r>
            <a:r>
              <a:rPr lang="zh-CN" altLang="zh-CN" sz="1600" kern="100" dirty="0">
                <a:effectLst/>
                <a:latin typeface="Microsoft YaHei" panose="020B0503020204020204" pitchFamily="34" charset="-122"/>
                <a:ea typeface="Microsoft YaHei" panose="020B0503020204020204" pitchFamily="34" charset="-122"/>
              </a:rPr>
              <a:t>（大小为</a:t>
            </a:r>
            <a:r>
              <a:rPr lang="en-US" altLang="zh-CN" sz="1600" kern="100" dirty="0">
                <a:effectLst/>
                <a:latin typeface="Microsoft YaHei" panose="020B0503020204020204" pitchFamily="34" charset="-122"/>
                <a:ea typeface="Microsoft YaHei" panose="020B0503020204020204" pitchFamily="34" charset="-122"/>
              </a:rPr>
              <a:t>30K</a:t>
            </a:r>
            <a:r>
              <a:rPr lang="zh-CN" altLang="zh-CN" sz="1600" kern="100" dirty="0">
                <a:effectLst/>
                <a:latin typeface="Microsoft YaHei" panose="020B0503020204020204" pitchFamily="34" charset="-122"/>
                <a:ea typeface="Microsoft YaHei" panose="020B0503020204020204" pitchFamily="34" charset="-122"/>
              </a:rPr>
              <a:t>）已完成，系统回收了它们的占用区</a:t>
            </a:r>
            <a:r>
              <a:rPr lang="zh-CN" altLang="en-US" sz="1600" kern="100" dirty="0">
                <a:latin typeface="Microsoft YaHei" panose="020B0503020204020204" pitchFamily="34" charset="-122"/>
                <a:ea typeface="Microsoft YaHei" panose="020B0503020204020204" pitchFamily="34" charset="-122"/>
              </a:rPr>
              <a:t>。</a:t>
            </a:r>
            <a:r>
              <a:rPr lang="zh-CN" altLang="zh-CN" sz="1600" kern="100" dirty="0">
                <a:effectLst/>
                <a:latin typeface="Microsoft YaHei" panose="020B0503020204020204" pitchFamily="34" charset="-122"/>
                <a:ea typeface="Microsoft YaHei" panose="020B0503020204020204" pitchFamily="34" charset="-122"/>
              </a:rPr>
              <a:t>从程序</a:t>
            </a:r>
            <a:r>
              <a:rPr lang="en-US" altLang="zh-CN" sz="1600" kern="100" dirty="0">
                <a:effectLst/>
                <a:latin typeface="Microsoft YaHei" panose="020B0503020204020204" pitchFamily="34" charset="-122"/>
                <a:ea typeface="Microsoft YaHei" panose="020B0503020204020204" pitchFamily="34" charset="-122"/>
              </a:rPr>
              <a:t>A</a:t>
            </a:r>
            <a:r>
              <a:rPr lang="zh-CN" altLang="zh-CN" sz="1600" kern="100" dirty="0">
                <a:effectLst/>
                <a:latin typeface="Microsoft YaHei" panose="020B0503020204020204" pitchFamily="34" charset="-122"/>
                <a:ea typeface="Microsoft YaHei" panose="020B0503020204020204" pitchFamily="34" charset="-122"/>
              </a:rPr>
              <a:t>回收了</a:t>
            </a:r>
            <a:r>
              <a:rPr lang="en-US" altLang="zh-CN" sz="1600" kern="100" dirty="0">
                <a:effectLst/>
                <a:latin typeface="Microsoft YaHei" panose="020B0503020204020204" pitchFamily="34" charset="-122"/>
                <a:ea typeface="Microsoft YaHei" panose="020B0503020204020204" pitchFamily="34" charset="-122"/>
              </a:rPr>
              <a:t>16K</a:t>
            </a:r>
            <a:r>
              <a:rPr lang="zh-CN" altLang="zh-CN" sz="1600" kern="100" dirty="0">
                <a:effectLst/>
                <a:latin typeface="Microsoft YaHei" panose="020B0503020204020204" pitchFamily="34" charset="-122"/>
                <a:ea typeface="Microsoft YaHei" panose="020B0503020204020204" pitchFamily="34" charset="-122"/>
              </a:rPr>
              <a:t>与原有的</a:t>
            </a:r>
            <a:r>
              <a:rPr lang="en-US" altLang="zh-CN" sz="1600" kern="100" dirty="0">
                <a:effectLst/>
                <a:latin typeface="Microsoft YaHei" panose="020B0503020204020204" pitchFamily="34" charset="-122"/>
                <a:ea typeface="Microsoft YaHei" panose="020B0503020204020204" pitchFamily="34" charset="-122"/>
              </a:rPr>
              <a:t>10K</a:t>
            </a:r>
            <a:r>
              <a:rPr lang="zh-CN" altLang="zh-CN" sz="1600" kern="100" dirty="0">
                <a:effectLst/>
                <a:latin typeface="Microsoft YaHei" panose="020B0503020204020204" pitchFamily="34" charset="-122"/>
                <a:ea typeface="Microsoft YaHei" panose="020B0503020204020204" pitchFamily="34" charset="-122"/>
              </a:rPr>
              <a:t>的空闲区合并，形成一个</a:t>
            </a:r>
            <a:r>
              <a:rPr lang="en-US" altLang="zh-CN" sz="1600" kern="100" dirty="0">
                <a:effectLst/>
                <a:latin typeface="Microsoft YaHei" panose="020B0503020204020204" pitchFamily="34" charset="-122"/>
                <a:ea typeface="Microsoft YaHei" panose="020B0503020204020204" pitchFamily="34" charset="-122"/>
              </a:rPr>
              <a:t>26K</a:t>
            </a:r>
            <a:r>
              <a:rPr lang="zh-CN" altLang="zh-CN" sz="1600" kern="100" dirty="0">
                <a:effectLst/>
                <a:latin typeface="Microsoft YaHei" panose="020B0503020204020204" pitchFamily="34" charset="-122"/>
                <a:ea typeface="Microsoft YaHei" panose="020B0503020204020204" pitchFamily="34" charset="-122"/>
              </a:rPr>
              <a:t>的空闲区；从程序</a:t>
            </a:r>
            <a:r>
              <a:rPr lang="en-US" altLang="zh-CN" sz="1600" kern="100" dirty="0">
                <a:effectLst/>
                <a:latin typeface="Microsoft YaHei" panose="020B0503020204020204" pitchFamily="34" charset="-122"/>
                <a:ea typeface="Microsoft YaHei" panose="020B0503020204020204" pitchFamily="34" charset="-122"/>
              </a:rPr>
              <a:t>C</a:t>
            </a:r>
            <a:r>
              <a:rPr lang="zh-CN" altLang="zh-CN" sz="1600" kern="100" dirty="0">
                <a:effectLst/>
                <a:latin typeface="Microsoft YaHei" panose="020B0503020204020204" pitchFamily="34" charset="-122"/>
                <a:ea typeface="Microsoft YaHei" panose="020B0503020204020204" pitchFamily="34" charset="-122"/>
              </a:rPr>
              <a:t>回收了</a:t>
            </a:r>
            <a:r>
              <a:rPr lang="en-US" altLang="zh-CN" sz="1600" kern="100" dirty="0">
                <a:effectLst/>
                <a:latin typeface="Microsoft YaHei" panose="020B0503020204020204" pitchFamily="34" charset="-122"/>
                <a:ea typeface="Microsoft YaHei" panose="020B0503020204020204" pitchFamily="34" charset="-122"/>
              </a:rPr>
              <a:t>30K</a:t>
            </a:r>
            <a:r>
              <a:rPr lang="zh-CN" altLang="zh-CN" sz="1600" kern="100" dirty="0">
                <a:effectLst/>
                <a:latin typeface="Microsoft YaHei" panose="020B0503020204020204" pitchFamily="34" charset="-122"/>
                <a:ea typeface="Microsoft YaHei" panose="020B0503020204020204" pitchFamily="34" charset="-122"/>
              </a:rPr>
              <a:t>，形成一个</a:t>
            </a:r>
            <a:r>
              <a:rPr lang="en-US" altLang="zh-CN" sz="1600" kern="100" dirty="0">
                <a:effectLst/>
                <a:latin typeface="Microsoft YaHei" panose="020B0503020204020204" pitchFamily="34" charset="-122"/>
                <a:ea typeface="Microsoft YaHei" panose="020B0503020204020204" pitchFamily="34" charset="-122"/>
              </a:rPr>
              <a:t>26K</a:t>
            </a:r>
            <a:r>
              <a:rPr lang="zh-CN" altLang="zh-CN" sz="1600" kern="100" dirty="0">
                <a:effectLst/>
                <a:latin typeface="Microsoft YaHei" panose="020B0503020204020204" pitchFamily="34" charset="-122"/>
                <a:ea typeface="Microsoft YaHei" panose="020B0503020204020204" pitchFamily="34" charset="-122"/>
              </a:rPr>
              <a:t>的空闲区，这样在内存中形成了三块空闲区，大小分别是</a:t>
            </a:r>
            <a:r>
              <a:rPr lang="en-US" altLang="zh-CN" sz="1600" kern="100" dirty="0">
                <a:effectLst/>
                <a:latin typeface="Microsoft YaHei" panose="020B0503020204020204" pitchFamily="34" charset="-122"/>
                <a:ea typeface="Microsoft YaHei" panose="020B0503020204020204" pitchFamily="34" charset="-122"/>
              </a:rPr>
              <a:t>26K</a:t>
            </a:r>
            <a:r>
              <a:rPr lang="zh-CN" altLang="zh-CN" sz="1600" kern="100" dirty="0">
                <a:effectLst/>
                <a:latin typeface="Microsoft YaHei" panose="020B0503020204020204" pitchFamily="34" charset="-122"/>
                <a:ea typeface="Microsoft YaHei" panose="020B0503020204020204" pitchFamily="34" charset="-122"/>
              </a:rPr>
              <a:t>、</a:t>
            </a:r>
            <a:r>
              <a:rPr lang="en-US" altLang="zh-CN" sz="1600" kern="100" dirty="0">
                <a:effectLst/>
                <a:latin typeface="Microsoft YaHei" panose="020B0503020204020204" pitchFamily="34" charset="-122"/>
                <a:ea typeface="Microsoft YaHei" panose="020B0503020204020204" pitchFamily="34" charset="-122"/>
              </a:rPr>
              <a:t>30K</a:t>
            </a:r>
            <a:r>
              <a:rPr lang="zh-CN" altLang="zh-CN" sz="1600" kern="100" dirty="0">
                <a:effectLst/>
                <a:latin typeface="Microsoft YaHei" panose="020B0503020204020204" pitchFamily="34" charset="-122"/>
                <a:ea typeface="Microsoft YaHei" panose="020B0503020204020204" pitchFamily="34" charset="-122"/>
              </a:rPr>
              <a:t>和</a:t>
            </a:r>
            <a:r>
              <a:rPr lang="en-US" altLang="zh-CN" sz="1600" kern="100" dirty="0">
                <a:effectLst/>
                <a:latin typeface="Microsoft YaHei" panose="020B0503020204020204" pitchFamily="34" charset="-122"/>
                <a:ea typeface="Microsoft YaHei" panose="020B0503020204020204" pitchFamily="34" charset="-122"/>
              </a:rPr>
              <a:t>24K</a:t>
            </a:r>
            <a:r>
              <a:rPr lang="zh-CN" altLang="zh-CN" sz="1600" kern="100" dirty="0">
                <a:effectLst/>
                <a:latin typeface="Microsoft YaHei" panose="020B0503020204020204" pitchFamily="34" charset="-122"/>
                <a:ea typeface="Microsoft YaHei" panose="020B0503020204020204" pitchFamily="34" charset="-122"/>
              </a:rPr>
              <a:t>，它们的总容量虽然远大于程序</a:t>
            </a:r>
            <a:r>
              <a:rPr lang="en-US" altLang="zh-CN" sz="1600" kern="100" dirty="0">
                <a:effectLst/>
                <a:latin typeface="Microsoft YaHei" panose="020B0503020204020204" pitchFamily="34" charset="-122"/>
                <a:ea typeface="Microsoft YaHei" panose="020B0503020204020204" pitchFamily="34" charset="-122"/>
              </a:rPr>
              <a:t>E</a:t>
            </a:r>
            <a:r>
              <a:rPr lang="zh-CN" altLang="zh-CN" sz="1600" kern="100" dirty="0">
                <a:effectLst/>
                <a:latin typeface="Microsoft YaHei" panose="020B0503020204020204" pitchFamily="34" charset="-122"/>
                <a:ea typeface="Microsoft YaHei" panose="020B0503020204020204" pitchFamily="34" charset="-122"/>
              </a:rPr>
              <a:t>（大小为</a:t>
            </a:r>
            <a:r>
              <a:rPr lang="en-US" altLang="zh-CN" sz="1600" kern="100" dirty="0">
                <a:effectLst/>
                <a:latin typeface="Microsoft YaHei" panose="020B0503020204020204" pitchFamily="34" charset="-122"/>
                <a:ea typeface="Microsoft YaHei" panose="020B0503020204020204" pitchFamily="34" charset="-122"/>
              </a:rPr>
              <a:t>40K</a:t>
            </a:r>
            <a:r>
              <a:rPr lang="zh-CN" altLang="zh-CN" sz="1600" kern="100" dirty="0">
                <a:effectLst/>
                <a:latin typeface="Microsoft YaHei" panose="020B0503020204020204" pitchFamily="34" charset="-122"/>
                <a:ea typeface="Microsoft YaHei" panose="020B0503020204020204" pitchFamily="34" charset="-122"/>
              </a:rPr>
              <a:t>）的需求量，但每块空闲区的单独容量均小于程序</a:t>
            </a:r>
            <a:r>
              <a:rPr lang="en-US" altLang="zh-CN" sz="1600" kern="100" dirty="0">
                <a:effectLst/>
                <a:latin typeface="Microsoft YaHei" panose="020B0503020204020204" pitchFamily="34" charset="-122"/>
                <a:ea typeface="Microsoft YaHei" panose="020B0503020204020204" pitchFamily="34" charset="-122"/>
              </a:rPr>
              <a:t>E</a:t>
            </a:r>
            <a:r>
              <a:rPr lang="zh-CN" altLang="zh-CN" sz="1600" kern="100" dirty="0">
                <a:effectLst/>
                <a:latin typeface="Microsoft YaHei" panose="020B0503020204020204" pitchFamily="34" charset="-122"/>
                <a:ea typeface="Microsoft YaHei" panose="020B0503020204020204" pitchFamily="34" charset="-122"/>
              </a:rPr>
              <a:t>的容量，故系统仍不能为程序</a:t>
            </a:r>
            <a:r>
              <a:rPr lang="en-US" altLang="zh-CN" sz="1600" kern="100" dirty="0">
                <a:effectLst/>
                <a:latin typeface="Microsoft YaHei" panose="020B0503020204020204" pitchFamily="34" charset="-122"/>
                <a:ea typeface="Microsoft YaHei" panose="020B0503020204020204" pitchFamily="34" charset="-122"/>
              </a:rPr>
              <a:t>E</a:t>
            </a:r>
            <a:r>
              <a:rPr lang="zh-CN" altLang="zh-CN" sz="1600" kern="100" dirty="0">
                <a:effectLst/>
                <a:latin typeface="Microsoft YaHei" panose="020B0503020204020204" pitchFamily="34" charset="-122"/>
                <a:ea typeface="Microsoft YaHei" panose="020B0503020204020204" pitchFamily="34" charset="-122"/>
              </a:rPr>
              <a:t>实施分配</a:t>
            </a:r>
          </a:p>
        </p:txBody>
      </p:sp>
      <p:sp>
        <p:nvSpPr>
          <p:cNvPr id="12" name="文本框 11">
            <a:extLst>
              <a:ext uri="{FF2B5EF4-FFF2-40B4-BE49-F238E27FC236}">
                <a16:creationId xmlns:a16="http://schemas.microsoft.com/office/drawing/2014/main" xmlns="" id="{DD84B3B4-6ABA-23E9-7AA9-D86DC5AF67BC}"/>
              </a:ext>
            </a:extLst>
          </p:cNvPr>
          <p:cNvSpPr txBox="1"/>
          <p:nvPr/>
        </p:nvSpPr>
        <p:spPr>
          <a:xfrm>
            <a:off x="4947991" y="1486771"/>
            <a:ext cx="1136409" cy="369332"/>
          </a:xfrm>
          <a:prstGeom prst="rect">
            <a:avLst/>
          </a:prstGeom>
          <a:noFill/>
        </p:spPr>
        <p:txBody>
          <a:bodyPr wrap="square">
            <a:spAutoFit/>
          </a:bodyPr>
          <a:lstStyle/>
          <a:p>
            <a:r>
              <a:rPr lang="zh-CN" altLang="zh-CN" sz="1800" b="1" kern="100" dirty="0">
                <a:solidFill>
                  <a:srgbClr val="9A0001"/>
                </a:solidFill>
                <a:effectLst/>
                <a:latin typeface="Microsoft YaHei" panose="020B0503020204020204" pitchFamily="34" charset="-122"/>
                <a:ea typeface="Microsoft YaHei" panose="020B0503020204020204" pitchFamily="34" charset="-122"/>
              </a:rPr>
              <a:t>（</a:t>
            </a:r>
            <a:r>
              <a:rPr lang="en-US" altLang="zh-CN" sz="1800" b="1" kern="100" dirty="0">
                <a:solidFill>
                  <a:srgbClr val="9A0001"/>
                </a:solidFill>
                <a:effectLst/>
                <a:latin typeface="Microsoft YaHei" panose="020B0503020204020204" pitchFamily="34" charset="-122"/>
                <a:ea typeface="Microsoft YaHei" panose="020B0503020204020204" pitchFamily="34" charset="-122"/>
              </a:rPr>
              <a:t>a</a:t>
            </a:r>
            <a:r>
              <a:rPr lang="zh-CN" altLang="zh-CN" sz="1800" b="1" kern="100" dirty="0">
                <a:solidFill>
                  <a:srgbClr val="9A0001"/>
                </a:solidFill>
                <a:effectLst/>
                <a:latin typeface="Microsoft YaHei" panose="020B0503020204020204" pitchFamily="34" charset="-122"/>
                <a:ea typeface="Microsoft YaHei" panose="020B0503020204020204" pitchFamily="34" charset="-122"/>
              </a:rPr>
              <a:t>）</a:t>
            </a:r>
            <a:endParaRPr lang="zh-CN" altLang="en-US" dirty="0"/>
          </a:p>
        </p:txBody>
      </p:sp>
      <p:sp>
        <p:nvSpPr>
          <p:cNvPr id="14" name="文本框 13">
            <a:extLst>
              <a:ext uri="{FF2B5EF4-FFF2-40B4-BE49-F238E27FC236}">
                <a16:creationId xmlns:a16="http://schemas.microsoft.com/office/drawing/2014/main" xmlns="" id="{1F5EE5C2-04F1-5733-A1AF-B316621538D6}"/>
              </a:ext>
            </a:extLst>
          </p:cNvPr>
          <p:cNvSpPr txBox="1"/>
          <p:nvPr/>
        </p:nvSpPr>
        <p:spPr>
          <a:xfrm>
            <a:off x="4971338" y="2620621"/>
            <a:ext cx="783771" cy="369332"/>
          </a:xfrm>
          <a:prstGeom prst="rect">
            <a:avLst/>
          </a:prstGeom>
          <a:noFill/>
        </p:spPr>
        <p:txBody>
          <a:bodyPr wrap="square">
            <a:spAutoFit/>
          </a:bodyPr>
          <a:lstStyle/>
          <a:p>
            <a:r>
              <a:rPr lang="zh-CN" altLang="zh-CN" sz="1800" b="1" kern="100" dirty="0">
                <a:solidFill>
                  <a:srgbClr val="9A0001"/>
                </a:solidFill>
                <a:effectLst/>
                <a:latin typeface="Microsoft YaHei" panose="020B0503020204020204" pitchFamily="34" charset="-122"/>
                <a:ea typeface="Microsoft YaHei" panose="020B0503020204020204" pitchFamily="34" charset="-122"/>
              </a:rPr>
              <a:t>（</a:t>
            </a:r>
            <a:r>
              <a:rPr lang="en-US" altLang="zh-CN" sz="1800" b="1" kern="100" dirty="0">
                <a:solidFill>
                  <a:srgbClr val="9A0001"/>
                </a:solidFill>
                <a:effectLst/>
                <a:latin typeface="Microsoft YaHei" panose="020B0503020204020204" pitchFamily="34" charset="-122"/>
                <a:ea typeface="Microsoft YaHei" panose="020B0503020204020204" pitchFamily="34" charset="-122"/>
              </a:rPr>
              <a:t>b</a:t>
            </a:r>
            <a:r>
              <a:rPr lang="zh-CN" altLang="zh-CN" sz="1800" b="1" kern="100" dirty="0">
                <a:solidFill>
                  <a:srgbClr val="9A0001"/>
                </a:solidFill>
                <a:effectLst/>
                <a:latin typeface="Microsoft YaHei" panose="020B0503020204020204" pitchFamily="34" charset="-122"/>
                <a:ea typeface="Microsoft YaHei" panose="020B0503020204020204" pitchFamily="34" charset="-122"/>
              </a:rPr>
              <a:t>）</a:t>
            </a:r>
            <a:endParaRPr lang="zh-CN" altLang="en-US" dirty="0"/>
          </a:p>
        </p:txBody>
      </p:sp>
      <p:sp>
        <p:nvSpPr>
          <p:cNvPr id="16" name="文本框 15">
            <a:extLst>
              <a:ext uri="{FF2B5EF4-FFF2-40B4-BE49-F238E27FC236}">
                <a16:creationId xmlns:a16="http://schemas.microsoft.com/office/drawing/2014/main" xmlns="" id="{6689EFCF-36A1-AE32-E396-6D2C7838FCD6}"/>
              </a:ext>
            </a:extLst>
          </p:cNvPr>
          <p:cNvSpPr txBox="1"/>
          <p:nvPr/>
        </p:nvSpPr>
        <p:spPr>
          <a:xfrm>
            <a:off x="4971338" y="3916562"/>
            <a:ext cx="794657" cy="369332"/>
          </a:xfrm>
          <a:prstGeom prst="rect">
            <a:avLst/>
          </a:prstGeom>
          <a:noFill/>
        </p:spPr>
        <p:txBody>
          <a:bodyPr wrap="square">
            <a:spAutoFit/>
          </a:bodyPr>
          <a:lstStyle/>
          <a:p>
            <a:r>
              <a:rPr lang="zh-CN" altLang="zh-CN" sz="1800" b="1" kern="100" dirty="0">
                <a:solidFill>
                  <a:srgbClr val="9A0001"/>
                </a:solidFill>
                <a:effectLst/>
                <a:latin typeface="Microsoft YaHei" panose="020B0503020204020204" pitchFamily="34" charset="-122"/>
                <a:ea typeface="Microsoft YaHei" panose="020B0503020204020204" pitchFamily="34" charset="-122"/>
              </a:rPr>
              <a:t>（</a:t>
            </a:r>
            <a:r>
              <a:rPr lang="en-US" altLang="zh-CN" sz="1800" b="1" kern="100" dirty="0">
                <a:solidFill>
                  <a:srgbClr val="9A0001"/>
                </a:solidFill>
                <a:effectLst/>
                <a:latin typeface="Microsoft YaHei" panose="020B0503020204020204" pitchFamily="34" charset="-122"/>
                <a:ea typeface="Microsoft YaHei" panose="020B0503020204020204" pitchFamily="34" charset="-122"/>
              </a:rPr>
              <a:t>c</a:t>
            </a:r>
            <a:r>
              <a:rPr lang="zh-CN" altLang="zh-CN" sz="1800" b="1" kern="100" dirty="0">
                <a:solidFill>
                  <a:srgbClr val="9A0001"/>
                </a:solidFill>
                <a:effectLst/>
                <a:latin typeface="Microsoft YaHei" panose="020B0503020204020204" pitchFamily="34" charset="-122"/>
                <a:ea typeface="Microsoft YaHei" panose="020B0503020204020204" pitchFamily="34" charset="-122"/>
              </a:rPr>
              <a:t>）</a:t>
            </a:r>
            <a:endParaRPr lang="zh-CN" altLang="en-US" dirty="0"/>
          </a:p>
        </p:txBody>
      </p:sp>
    </p:spTree>
    <p:extLst>
      <p:ext uri="{BB962C8B-B14F-4D97-AF65-F5344CB8AC3E}">
        <p14:creationId xmlns:p14="http://schemas.microsoft.com/office/powerpoint/2010/main" xmlns="" val="4010966984"/>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p:txBody>
          <a:bodyPr/>
          <a:lstStyle/>
          <a:p>
            <a:r>
              <a:rPr lang="en-US" altLang="zh-CN" dirty="0">
                <a:sym typeface="Arial" panose="020B0604020202020204" pitchFamily="34" charset="0"/>
              </a:rPr>
              <a:t>5.2.2</a:t>
            </a:r>
            <a:r>
              <a:rPr lang="zh-CN" altLang="en-US" dirty="0">
                <a:sym typeface="Arial" panose="020B0604020202020204" pitchFamily="34" charset="0"/>
              </a:rPr>
              <a:t>可变分区 </a:t>
            </a:r>
            <a:r>
              <a:rPr lang="en-US" altLang="zh-CN" dirty="0">
                <a:sym typeface="Arial" panose="020B0604020202020204" pitchFamily="34" charset="0"/>
              </a:rPr>
              <a:t>I</a:t>
            </a:r>
            <a:r>
              <a:rPr lang="zh-CN" altLang="en-US" dirty="0">
                <a:sym typeface="Arial" panose="020B0604020202020204" pitchFamily="34" charset="0"/>
              </a:rPr>
              <a:t> 紧缩技术</a:t>
            </a:r>
          </a:p>
        </p:txBody>
      </p:sp>
      <p:sp>
        <p:nvSpPr>
          <p:cNvPr id="5" name="文本框 4">
            <a:extLst>
              <a:ext uri="{FF2B5EF4-FFF2-40B4-BE49-F238E27FC236}">
                <a16:creationId xmlns:a16="http://schemas.microsoft.com/office/drawing/2014/main" xmlns="" id="{177B6844-3CEE-05A0-6A69-494C05720C0A}"/>
              </a:ext>
            </a:extLst>
          </p:cNvPr>
          <p:cNvSpPr txBox="1"/>
          <p:nvPr/>
        </p:nvSpPr>
        <p:spPr>
          <a:xfrm>
            <a:off x="442913" y="1174171"/>
            <a:ext cx="11139487" cy="1134734"/>
          </a:xfrm>
          <a:prstGeom prst="rect">
            <a:avLst/>
          </a:prstGeom>
          <a:noFill/>
        </p:spPr>
        <p:txBody>
          <a:bodyPr wrap="square">
            <a:spAutoFit/>
          </a:bodyPr>
          <a:lstStyle/>
          <a:p>
            <a:pPr algn="just">
              <a:lnSpc>
                <a:spcPts val="2800"/>
              </a:lnSpc>
            </a:pPr>
            <a:r>
              <a:rPr lang="zh-CN" altLang="en-US" kern="100" dirty="0">
                <a:effectLst/>
                <a:latin typeface="Microsoft YaHei" panose="020B0503020204020204" pitchFamily="34" charset="-122"/>
                <a:ea typeface="Microsoft YaHei" panose="020B0503020204020204" pitchFamily="34" charset="-122"/>
              </a:rPr>
              <a:t>       </a:t>
            </a:r>
            <a:r>
              <a:rPr lang="zh-CN" altLang="zh-CN" kern="100" dirty="0">
                <a:effectLst/>
                <a:latin typeface="Microsoft YaHei" panose="020B0503020204020204" pitchFamily="34" charset="-122"/>
                <a:ea typeface="Microsoft YaHei" panose="020B0503020204020204" pitchFamily="34" charset="-122"/>
              </a:rPr>
              <a:t>内存经过一段时间的分配回收后，会存在很多很小的空闲块。它们每一块都很小，不足以满足程序分配内存的要求，但其总和却可以满足程序的分配要求，这些空闲块很像碎片，这种操作系统知晓的（在内存分配链表中有记录），可以分配但区域很小的空闲空间称为</a:t>
            </a:r>
            <a:r>
              <a:rPr lang="zh-CN" altLang="zh-CN" b="1" kern="100" dirty="0">
                <a:solidFill>
                  <a:srgbClr val="9A0001"/>
                </a:solidFill>
                <a:effectLst/>
                <a:latin typeface="Microsoft YaHei" panose="020B0503020204020204" pitchFamily="34" charset="-122"/>
                <a:ea typeface="Microsoft YaHei" panose="020B0503020204020204" pitchFamily="34" charset="-122"/>
              </a:rPr>
              <a:t>外碎片</a:t>
            </a:r>
            <a:r>
              <a:rPr lang="zh-CN" altLang="zh-CN" kern="100" dirty="0">
                <a:solidFill>
                  <a:srgbClr val="9A0001"/>
                </a:solidFill>
                <a:effectLst/>
                <a:latin typeface="Microsoft YaHei" panose="020B0503020204020204" pitchFamily="34" charset="-122"/>
                <a:ea typeface="Microsoft YaHei" panose="020B0503020204020204" pitchFamily="34" charset="-122"/>
              </a:rPr>
              <a:t>。</a:t>
            </a:r>
          </a:p>
        </p:txBody>
      </p:sp>
      <p:grpSp>
        <p:nvGrpSpPr>
          <p:cNvPr id="4" name="组合 3">
            <a:extLst>
              <a:ext uri="{FF2B5EF4-FFF2-40B4-BE49-F238E27FC236}">
                <a16:creationId xmlns:a16="http://schemas.microsoft.com/office/drawing/2014/main" xmlns="" id="{2B5E92CA-7AE4-D45C-89B4-61BE30C86EAC}"/>
              </a:ext>
            </a:extLst>
          </p:cNvPr>
          <p:cNvGrpSpPr/>
          <p:nvPr/>
        </p:nvGrpSpPr>
        <p:grpSpPr>
          <a:xfrm>
            <a:off x="3645903" y="3768893"/>
            <a:ext cx="3873500" cy="2708077"/>
            <a:chOff x="3645903" y="3768893"/>
            <a:chExt cx="3873500" cy="2708077"/>
          </a:xfrm>
        </p:grpSpPr>
        <p:pic>
          <p:nvPicPr>
            <p:cNvPr id="2" name="图片 1">
              <a:extLst>
                <a:ext uri="{FF2B5EF4-FFF2-40B4-BE49-F238E27FC236}">
                  <a16:creationId xmlns:a16="http://schemas.microsoft.com/office/drawing/2014/main" xmlns="" id="{CBACE01C-155C-96EA-24BF-25CB1F947A3E}"/>
                </a:ext>
              </a:extLst>
            </p:cNvPr>
            <p:cNvPicPr>
              <a:picLocks noChangeAspect="1"/>
            </p:cNvPicPr>
            <p:nvPr/>
          </p:nvPicPr>
          <p:blipFill>
            <a:blip r:embed="rId3" cstate="print"/>
            <a:srcRect/>
            <a:stretch>
              <a:fillRect/>
            </a:stretch>
          </p:blipFill>
          <p:spPr bwMode="auto">
            <a:xfrm>
              <a:off x="3645903" y="3768893"/>
              <a:ext cx="3873500" cy="2400300"/>
            </a:xfrm>
            <a:prstGeom prst="rect">
              <a:avLst/>
            </a:prstGeom>
            <a:noFill/>
            <a:ln w="9525">
              <a:noFill/>
              <a:miter lim="800000"/>
              <a:headEnd/>
              <a:tailEnd/>
            </a:ln>
          </p:spPr>
        </p:pic>
        <p:sp>
          <p:nvSpPr>
            <p:cNvPr id="3" name="文本框 2">
              <a:extLst>
                <a:ext uri="{FF2B5EF4-FFF2-40B4-BE49-F238E27FC236}">
                  <a16:creationId xmlns:a16="http://schemas.microsoft.com/office/drawing/2014/main" xmlns="" id="{C00FF3BD-FD2F-577C-02F2-01BFBC5EA09A}"/>
                </a:ext>
              </a:extLst>
            </p:cNvPr>
            <p:cNvSpPr txBox="1"/>
            <p:nvPr/>
          </p:nvSpPr>
          <p:spPr>
            <a:xfrm>
              <a:off x="5051107" y="6169193"/>
              <a:ext cx="1321196" cy="307777"/>
            </a:xfrm>
            <a:prstGeom prst="rect">
              <a:avLst/>
            </a:prstGeom>
            <a:noFill/>
          </p:spPr>
          <p:txBody>
            <a:bodyPr wrap="none" rtlCol="0">
              <a:spAutoFit/>
            </a:bodyPr>
            <a:lstStyle/>
            <a:p>
              <a:r>
                <a:rPr lang="zh-CN" altLang="zh-CN" sz="1400" kern="100" dirty="0">
                  <a:effectLst/>
                  <a:latin typeface="Times New Roman" panose="02020603050405020304" pitchFamily="18" charset="0"/>
                  <a:ea typeface="宋体" panose="02010600030101010101" pitchFamily="2" charset="-122"/>
                </a:rPr>
                <a:t>图</a:t>
              </a:r>
              <a:r>
                <a:rPr lang="en-US" altLang="zh-CN" sz="1400" kern="100" dirty="0">
                  <a:effectLst/>
                  <a:latin typeface="Times New Roman" panose="02020603050405020304" pitchFamily="18" charset="0"/>
                  <a:ea typeface="宋体" panose="02010600030101010101" pitchFamily="2" charset="-122"/>
                </a:rPr>
                <a:t>5-6</a:t>
              </a:r>
              <a:r>
                <a:rPr lang="zh-CN" altLang="zh-CN" sz="1400" kern="100" dirty="0">
                  <a:effectLst/>
                  <a:latin typeface="Times New Roman" panose="02020603050405020304" pitchFamily="18" charset="0"/>
                  <a:ea typeface="宋体" panose="02010600030101010101" pitchFamily="2" charset="-122"/>
                </a:rPr>
                <a:t>内存紧缩</a:t>
              </a:r>
            </a:p>
          </p:txBody>
        </p:sp>
      </p:grpSp>
      <p:sp>
        <p:nvSpPr>
          <p:cNvPr id="7" name="文本框 6">
            <a:extLst>
              <a:ext uri="{FF2B5EF4-FFF2-40B4-BE49-F238E27FC236}">
                <a16:creationId xmlns:a16="http://schemas.microsoft.com/office/drawing/2014/main" xmlns="" id="{B15D1DF8-D16D-84FE-B812-7C46E7D56248}"/>
              </a:ext>
            </a:extLst>
          </p:cNvPr>
          <p:cNvSpPr txBox="1"/>
          <p:nvPr/>
        </p:nvSpPr>
        <p:spPr>
          <a:xfrm>
            <a:off x="442913" y="2529268"/>
            <a:ext cx="11139487" cy="775662"/>
          </a:xfrm>
          <a:prstGeom prst="rect">
            <a:avLst/>
          </a:prstGeom>
          <a:noFill/>
        </p:spPr>
        <p:txBody>
          <a:bodyPr wrap="square">
            <a:spAutoFit/>
          </a:bodyPr>
          <a:lstStyle/>
          <a:p>
            <a:pPr algn="just">
              <a:lnSpc>
                <a:spcPts val="2800"/>
              </a:lnSpc>
            </a:pPr>
            <a:r>
              <a:rPr lang="zh-CN" altLang="en-US" sz="1800" kern="100" dirty="0">
                <a:effectLst/>
                <a:latin typeface="Microsoft YaHei" panose="020B0503020204020204" pitchFamily="34" charset="-122"/>
                <a:ea typeface="Microsoft YaHei" panose="020B0503020204020204" pitchFamily="34" charset="-122"/>
              </a:rPr>
              <a:t>       </a:t>
            </a:r>
            <a:r>
              <a:rPr lang="zh-CN" altLang="zh-CN" sz="1800" kern="100" dirty="0">
                <a:effectLst/>
                <a:latin typeface="Microsoft YaHei" panose="020B0503020204020204" pitchFamily="34" charset="-122"/>
                <a:ea typeface="Microsoft YaHei" panose="020B0503020204020204" pitchFamily="34" charset="-122"/>
              </a:rPr>
              <a:t>解决外碎片问题的办法是在适当时刻进行碎片整理，通过移动内存中的程序，把所有空闲碎片合并成一个连续的大空闲区，这种方法称之为</a:t>
            </a:r>
            <a:r>
              <a:rPr lang="zh-CN" altLang="zh-CN" sz="1800" b="1" kern="100" dirty="0">
                <a:solidFill>
                  <a:srgbClr val="9A0001"/>
                </a:solidFill>
                <a:effectLst/>
                <a:latin typeface="Microsoft YaHei" panose="020B0503020204020204" pitchFamily="34" charset="-122"/>
                <a:ea typeface="Microsoft YaHei" panose="020B0503020204020204" pitchFamily="34" charset="-122"/>
              </a:rPr>
              <a:t>“内存紧缩”，又称为“紧缩技术”，或“压缩技术”</a:t>
            </a:r>
          </a:p>
        </p:txBody>
      </p:sp>
    </p:spTree>
    <p:extLst>
      <p:ext uri="{BB962C8B-B14F-4D97-AF65-F5344CB8AC3E}">
        <p14:creationId xmlns:p14="http://schemas.microsoft.com/office/powerpoint/2010/main" xmlns="" val="2969631447"/>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p:txBody>
          <a:bodyPr/>
          <a:lstStyle/>
          <a:p>
            <a:r>
              <a:rPr lang="en-US" altLang="zh-CN" dirty="0">
                <a:sym typeface="Arial" panose="020B0604020202020204" pitchFamily="34" charset="0"/>
              </a:rPr>
              <a:t>5.2.2</a:t>
            </a:r>
            <a:r>
              <a:rPr lang="zh-CN" altLang="en-US" dirty="0">
                <a:sym typeface="Arial" panose="020B0604020202020204" pitchFamily="34" charset="0"/>
              </a:rPr>
              <a:t>可变分区 </a:t>
            </a:r>
            <a:r>
              <a:rPr lang="en-US" altLang="zh-CN" dirty="0">
                <a:sym typeface="Arial" panose="020B0604020202020204" pitchFamily="34" charset="0"/>
              </a:rPr>
              <a:t>I</a:t>
            </a:r>
            <a:r>
              <a:rPr lang="zh-CN" altLang="en-US" dirty="0">
                <a:sym typeface="Arial" panose="020B0604020202020204" pitchFamily="34" charset="0"/>
              </a:rPr>
              <a:t> 紧缩技术</a:t>
            </a:r>
          </a:p>
        </p:txBody>
      </p:sp>
      <p:sp>
        <p:nvSpPr>
          <p:cNvPr id="5" name="文本框 4">
            <a:extLst>
              <a:ext uri="{FF2B5EF4-FFF2-40B4-BE49-F238E27FC236}">
                <a16:creationId xmlns:a16="http://schemas.microsoft.com/office/drawing/2014/main" xmlns="" id="{177B6844-3CEE-05A0-6A69-494C05720C0A}"/>
              </a:ext>
            </a:extLst>
          </p:cNvPr>
          <p:cNvSpPr txBox="1"/>
          <p:nvPr/>
        </p:nvSpPr>
        <p:spPr>
          <a:xfrm>
            <a:off x="609973" y="1270714"/>
            <a:ext cx="10722392" cy="1731051"/>
          </a:xfrm>
          <a:prstGeom prst="rect">
            <a:avLst/>
          </a:prstGeom>
          <a:noFill/>
        </p:spPr>
        <p:txBody>
          <a:bodyPr wrap="square">
            <a:spAutoFit/>
          </a:bodyPr>
          <a:lstStyle/>
          <a:p>
            <a:pPr algn="just">
              <a:lnSpc>
                <a:spcPts val="2600"/>
              </a:lnSpc>
            </a:pPr>
            <a:r>
              <a:rPr lang="zh-CN" altLang="en-US" kern="100" dirty="0">
                <a:effectLst/>
                <a:latin typeface="Microsoft YaHei" panose="020B0503020204020204" pitchFamily="34" charset="-122"/>
                <a:ea typeface="Microsoft YaHei" panose="020B0503020204020204" pitchFamily="34" charset="-122"/>
              </a:rPr>
              <a:t>      </a:t>
            </a:r>
            <a:r>
              <a:rPr lang="zh-CN" altLang="zh-CN" kern="100" dirty="0">
                <a:effectLst/>
                <a:latin typeface="Microsoft YaHei" panose="020B0503020204020204" pitchFamily="34" charset="-122"/>
                <a:ea typeface="Microsoft YaHei" panose="020B0503020204020204" pitchFamily="34" charset="-122"/>
              </a:rPr>
              <a:t>进程</a:t>
            </a:r>
            <a:r>
              <a:rPr lang="en-US" altLang="zh-CN" kern="100" dirty="0">
                <a:effectLst/>
                <a:latin typeface="Microsoft YaHei" panose="020B0503020204020204" pitchFamily="34" charset="-122"/>
                <a:ea typeface="Microsoft YaHei" panose="020B0503020204020204" pitchFamily="34" charset="-122"/>
              </a:rPr>
              <a:t>E</a:t>
            </a:r>
            <a:r>
              <a:rPr lang="zh-CN" altLang="zh-CN" kern="100" dirty="0">
                <a:effectLst/>
                <a:latin typeface="Microsoft YaHei" panose="020B0503020204020204" pitchFamily="34" charset="-122"/>
                <a:ea typeface="Microsoft YaHei" panose="020B0503020204020204" pitchFamily="34" charset="-122"/>
              </a:rPr>
              <a:t>需要</a:t>
            </a:r>
            <a:r>
              <a:rPr lang="en-US" altLang="zh-CN" kern="100" dirty="0">
                <a:effectLst/>
                <a:latin typeface="Microsoft YaHei" panose="020B0503020204020204" pitchFamily="34" charset="-122"/>
                <a:ea typeface="Microsoft YaHei" panose="020B0503020204020204" pitchFamily="34" charset="-122"/>
              </a:rPr>
              <a:t>40K</a:t>
            </a:r>
            <a:r>
              <a:rPr lang="zh-CN" altLang="zh-CN" kern="100" dirty="0">
                <a:effectLst/>
                <a:latin typeface="Microsoft YaHei" panose="020B0503020204020204" pitchFamily="34" charset="-122"/>
                <a:ea typeface="Microsoft YaHei" panose="020B0503020204020204" pitchFamily="34" charset="-122"/>
              </a:rPr>
              <a:t>的空间，在内存中，有三块空闲的外碎片，大小分别是</a:t>
            </a:r>
            <a:r>
              <a:rPr lang="en-US" altLang="zh-CN" kern="100" dirty="0">
                <a:effectLst/>
                <a:latin typeface="Microsoft YaHei" panose="020B0503020204020204" pitchFamily="34" charset="-122"/>
                <a:ea typeface="Microsoft YaHei" panose="020B0503020204020204" pitchFamily="34" charset="-122"/>
              </a:rPr>
              <a:t>26K</a:t>
            </a:r>
            <a:r>
              <a:rPr lang="zh-CN" altLang="zh-CN" kern="100" dirty="0">
                <a:effectLst/>
                <a:latin typeface="Microsoft YaHei" panose="020B0503020204020204" pitchFamily="34" charset="-122"/>
                <a:ea typeface="Microsoft YaHei" panose="020B0503020204020204" pitchFamily="34" charset="-122"/>
              </a:rPr>
              <a:t>、</a:t>
            </a:r>
            <a:r>
              <a:rPr lang="en-US" altLang="zh-CN" kern="100" dirty="0">
                <a:effectLst/>
                <a:latin typeface="Microsoft YaHei" panose="020B0503020204020204" pitchFamily="34" charset="-122"/>
                <a:ea typeface="Microsoft YaHei" panose="020B0503020204020204" pitchFamily="34" charset="-122"/>
              </a:rPr>
              <a:t>30K</a:t>
            </a:r>
            <a:r>
              <a:rPr lang="zh-CN" altLang="zh-CN" kern="100" dirty="0">
                <a:effectLst/>
                <a:latin typeface="Microsoft YaHei" panose="020B0503020204020204" pitchFamily="34" charset="-122"/>
                <a:ea typeface="Microsoft YaHei" panose="020B0503020204020204" pitchFamily="34" charset="-122"/>
              </a:rPr>
              <a:t>和</a:t>
            </a:r>
            <a:r>
              <a:rPr lang="en-US" altLang="zh-CN" kern="100" dirty="0">
                <a:effectLst/>
                <a:latin typeface="Microsoft YaHei" panose="020B0503020204020204" pitchFamily="34" charset="-122"/>
                <a:ea typeface="Microsoft YaHei" panose="020B0503020204020204" pitchFamily="34" charset="-122"/>
              </a:rPr>
              <a:t>24K</a:t>
            </a:r>
            <a:r>
              <a:rPr lang="zh-CN" altLang="zh-CN" kern="100" dirty="0">
                <a:effectLst/>
                <a:latin typeface="Microsoft YaHei" panose="020B0503020204020204" pitchFamily="34" charset="-122"/>
                <a:ea typeface="Microsoft YaHei" panose="020B0503020204020204" pitchFamily="34" charset="-122"/>
              </a:rPr>
              <a:t>，它们的总容量</a:t>
            </a:r>
            <a:r>
              <a:rPr lang="en-US" altLang="zh-CN" kern="100" dirty="0">
                <a:effectLst/>
                <a:latin typeface="Microsoft YaHei" panose="020B0503020204020204" pitchFamily="34" charset="-122"/>
                <a:ea typeface="Microsoft YaHei" panose="020B0503020204020204" pitchFamily="34" charset="-122"/>
              </a:rPr>
              <a:t>80K</a:t>
            </a:r>
            <a:r>
              <a:rPr lang="zh-CN" altLang="zh-CN" kern="100" dirty="0">
                <a:effectLst/>
                <a:latin typeface="Microsoft YaHei" panose="020B0503020204020204" pitchFamily="34" charset="-122"/>
                <a:ea typeface="Microsoft YaHei" panose="020B0503020204020204" pitchFamily="34" charset="-122"/>
              </a:rPr>
              <a:t>虽然远大于进程</a:t>
            </a:r>
            <a:r>
              <a:rPr lang="en-US" altLang="zh-CN" kern="100" dirty="0">
                <a:effectLst/>
                <a:latin typeface="Microsoft YaHei" panose="020B0503020204020204" pitchFamily="34" charset="-122"/>
                <a:ea typeface="Microsoft YaHei" panose="020B0503020204020204" pitchFamily="34" charset="-122"/>
              </a:rPr>
              <a:t>E</a:t>
            </a:r>
            <a:r>
              <a:rPr lang="zh-CN" altLang="zh-CN" kern="100" dirty="0">
                <a:effectLst/>
                <a:latin typeface="Microsoft YaHei" panose="020B0503020204020204" pitchFamily="34" charset="-122"/>
                <a:ea typeface="Microsoft YaHei" panose="020B0503020204020204" pitchFamily="34" charset="-122"/>
              </a:rPr>
              <a:t>（大小为</a:t>
            </a:r>
            <a:r>
              <a:rPr lang="en-US" altLang="zh-CN" kern="100" dirty="0">
                <a:effectLst/>
                <a:latin typeface="Microsoft YaHei" panose="020B0503020204020204" pitchFamily="34" charset="-122"/>
                <a:ea typeface="Microsoft YaHei" panose="020B0503020204020204" pitchFamily="34" charset="-122"/>
              </a:rPr>
              <a:t>40K</a:t>
            </a:r>
            <a:r>
              <a:rPr lang="zh-CN" altLang="zh-CN" kern="100" dirty="0">
                <a:effectLst/>
                <a:latin typeface="Microsoft YaHei" panose="020B0503020204020204" pitchFamily="34" charset="-122"/>
                <a:ea typeface="Microsoft YaHei" panose="020B0503020204020204" pitchFamily="34" charset="-122"/>
              </a:rPr>
              <a:t>）的需求量，但每块空闲区的单独容量均小于进程</a:t>
            </a:r>
            <a:r>
              <a:rPr lang="en-US" altLang="zh-CN" kern="100" dirty="0">
                <a:effectLst/>
                <a:latin typeface="Microsoft YaHei" panose="020B0503020204020204" pitchFamily="34" charset="-122"/>
                <a:ea typeface="Microsoft YaHei" panose="020B0503020204020204" pitchFamily="34" charset="-122"/>
              </a:rPr>
              <a:t>E</a:t>
            </a:r>
            <a:r>
              <a:rPr lang="zh-CN" altLang="zh-CN" kern="100" dirty="0">
                <a:effectLst/>
                <a:latin typeface="Microsoft YaHei" panose="020B0503020204020204" pitchFamily="34" charset="-122"/>
                <a:ea typeface="Microsoft YaHei" panose="020B0503020204020204" pitchFamily="34" charset="-122"/>
              </a:rPr>
              <a:t>的容量，由于普通程序的装入要求程序的地址空间保持连续，不得离散，系统仍不能为进程</a:t>
            </a:r>
            <a:r>
              <a:rPr lang="en-US" altLang="zh-CN" kern="100" dirty="0">
                <a:effectLst/>
                <a:latin typeface="Microsoft YaHei" panose="020B0503020204020204" pitchFamily="34" charset="-122"/>
                <a:ea typeface="Microsoft YaHei" panose="020B0503020204020204" pitchFamily="34" charset="-122"/>
              </a:rPr>
              <a:t>E</a:t>
            </a:r>
            <a:r>
              <a:rPr lang="zh-CN" altLang="zh-CN" kern="100" dirty="0">
                <a:effectLst/>
                <a:latin typeface="Microsoft YaHei" panose="020B0503020204020204" pitchFamily="34" charset="-122"/>
                <a:ea typeface="Microsoft YaHei" panose="020B0503020204020204" pitchFamily="34" charset="-122"/>
              </a:rPr>
              <a:t>实施分配，参见图</a:t>
            </a:r>
            <a:r>
              <a:rPr lang="en-US" altLang="zh-CN" kern="100" dirty="0">
                <a:effectLst/>
                <a:latin typeface="Microsoft YaHei" panose="020B0503020204020204" pitchFamily="34" charset="-122"/>
                <a:ea typeface="Microsoft YaHei" panose="020B0503020204020204" pitchFamily="34" charset="-122"/>
              </a:rPr>
              <a:t>5-6</a:t>
            </a:r>
            <a:r>
              <a:rPr lang="zh-CN" altLang="zh-CN" kern="100" dirty="0">
                <a:effectLst/>
                <a:latin typeface="Microsoft YaHei" panose="020B0503020204020204" pitchFamily="34" charset="-122"/>
                <a:ea typeface="Microsoft YaHei" panose="020B0503020204020204" pitchFamily="34" charset="-122"/>
              </a:rPr>
              <a:t>（</a:t>
            </a:r>
            <a:r>
              <a:rPr lang="en-US" altLang="zh-CN" kern="100" dirty="0">
                <a:effectLst/>
                <a:latin typeface="Microsoft YaHei" panose="020B0503020204020204" pitchFamily="34" charset="-122"/>
                <a:ea typeface="Microsoft YaHei" panose="020B0503020204020204" pitchFamily="34" charset="-122"/>
              </a:rPr>
              <a:t>a</a:t>
            </a:r>
            <a:r>
              <a:rPr lang="zh-CN" altLang="zh-CN" kern="100" dirty="0">
                <a:effectLst/>
                <a:latin typeface="Microsoft YaHei" panose="020B0503020204020204" pitchFamily="34" charset="-122"/>
                <a:ea typeface="Microsoft YaHei" panose="020B0503020204020204" pitchFamily="34" charset="-122"/>
              </a:rPr>
              <a:t>）。采用紧缩技术之后，在内存中的进程</a:t>
            </a:r>
            <a:r>
              <a:rPr lang="en-US" altLang="zh-CN" kern="100" dirty="0">
                <a:effectLst/>
                <a:latin typeface="Microsoft YaHei" panose="020B0503020204020204" pitchFamily="34" charset="-122"/>
                <a:ea typeface="Microsoft YaHei" panose="020B0503020204020204" pitchFamily="34" charset="-122"/>
              </a:rPr>
              <a:t>B</a:t>
            </a:r>
            <a:r>
              <a:rPr lang="zh-CN" altLang="zh-CN" kern="100" dirty="0">
                <a:effectLst/>
                <a:latin typeface="Microsoft YaHei" panose="020B0503020204020204" pitchFamily="34" charset="-122"/>
                <a:ea typeface="Microsoft YaHei" panose="020B0503020204020204" pitchFamily="34" charset="-122"/>
              </a:rPr>
              <a:t>和进程</a:t>
            </a:r>
            <a:r>
              <a:rPr lang="en-US" altLang="zh-CN" kern="100" dirty="0">
                <a:effectLst/>
                <a:latin typeface="Microsoft YaHei" panose="020B0503020204020204" pitchFamily="34" charset="-122"/>
                <a:ea typeface="Microsoft YaHei" panose="020B0503020204020204" pitchFamily="34" charset="-122"/>
              </a:rPr>
              <a:t>D</a:t>
            </a:r>
            <a:r>
              <a:rPr lang="zh-CN" altLang="zh-CN" kern="100" dirty="0">
                <a:effectLst/>
                <a:latin typeface="Microsoft YaHei" panose="020B0503020204020204" pitchFamily="34" charset="-122"/>
                <a:ea typeface="Microsoft YaHei" panose="020B0503020204020204" pitchFamily="34" charset="-122"/>
              </a:rPr>
              <a:t>被移动到内存的一端，三块碎片被拼接为一个大的空闲区，其容量为</a:t>
            </a:r>
            <a:r>
              <a:rPr lang="en-US" altLang="zh-CN" kern="100" dirty="0">
                <a:effectLst/>
                <a:latin typeface="Microsoft YaHei" panose="020B0503020204020204" pitchFamily="34" charset="-122"/>
                <a:ea typeface="Microsoft YaHei" panose="020B0503020204020204" pitchFamily="34" charset="-122"/>
              </a:rPr>
              <a:t>80K</a:t>
            </a:r>
            <a:r>
              <a:rPr lang="zh-CN" altLang="zh-CN" kern="100" dirty="0">
                <a:effectLst/>
                <a:latin typeface="Microsoft YaHei" panose="020B0503020204020204" pitchFamily="34" charset="-122"/>
                <a:ea typeface="Microsoft YaHei" panose="020B0503020204020204" pitchFamily="34" charset="-122"/>
              </a:rPr>
              <a:t>，参见图</a:t>
            </a:r>
            <a:r>
              <a:rPr lang="en-US" altLang="zh-CN" kern="100" dirty="0">
                <a:effectLst/>
                <a:latin typeface="Microsoft YaHei" panose="020B0503020204020204" pitchFamily="34" charset="-122"/>
                <a:ea typeface="Microsoft YaHei" panose="020B0503020204020204" pitchFamily="34" charset="-122"/>
              </a:rPr>
              <a:t>5-6</a:t>
            </a:r>
            <a:r>
              <a:rPr lang="zh-CN" altLang="zh-CN" kern="100" dirty="0">
                <a:effectLst/>
                <a:latin typeface="Microsoft YaHei" panose="020B0503020204020204" pitchFamily="34" charset="-122"/>
                <a:ea typeface="Microsoft YaHei" panose="020B0503020204020204" pitchFamily="34" charset="-122"/>
              </a:rPr>
              <a:t>（</a:t>
            </a:r>
            <a:r>
              <a:rPr lang="en-US" altLang="zh-CN" kern="100" dirty="0">
                <a:effectLst/>
                <a:latin typeface="Microsoft YaHei" panose="020B0503020204020204" pitchFamily="34" charset="-122"/>
                <a:ea typeface="Microsoft YaHei" panose="020B0503020204020204" pitchFamily="34" charset="-122"/>
              </a:rPr>
              <a:t>b</a:t>
            </a:r>
            <a:r>
              <a:rPr lang="zh-CN" altLang="zh-CN" kern="100" dirty="0">
                <a:effectLst/>
                <a:latin typeface="Microsoft YaHei" panose="020B0503020204020204" pitchFamily="34" charset="-122"/>
                <a:ea typeface="Microsoft YaHei" panose="020B0503020204020204" pitchFamily="34" charset="-122"/>
              </a:rPr>
              <a:t>）</a:t>
            </a:r>
            <a:endParaRPr lang="en-US" altLang="zh-CN" kern="100" dirty="0">
              <a:effectLst/>
              <a:latin typeface="Microsoft YaHei" panose="020B0503020204020204" pitchFamily="34" charset="-122"/>
              <a:ea typeface="Microsoft YaHei" panose="020B0503020204020204" pitchFamily="34" charset="-122"/>
            </a:endParaRPr>
          </a:p>
        </p:txBody>
      </p:sp>
      <p:grpSp>
        <p:nvGrpSpPr>
          <p:cNvPr id="6" name="组合 5">
            <a:extLst>
              <a:ext uri="{FF2B5EF4-FFF2-40B4-BE49-F238E27FC236}">
                <a16:creationId xmlns:a16="http://schemas.microsoft.com/office/drawing/2014/main" xmlns="" id="{25028B80-9ACD-9999-5EE0-EA42CE43D39A}"/>
              </a:ext>
            </a:extLst>
          </p:cNvPr>
          <p:cNvGrpSpPr/>
          <p:nvPr/>
        </p:nvGrpSpPr>
        <p:grpSpPr>
          <a:xfrm>
            <a:off x="7247356" y="3804653"/>
            <a:ext cx="3613150" cy="2752527"/>
            <a:chOff x="7247356" y="3804653"/>
            <a:chExt cx="3613150" cy="2752527"/>
          </a:xfrm>
        </p:grpSpPr>
        <p:pic>
          <p:nvPicPr>
            <p:cNvPr id="3" name="图片 2">
              <a:extLst>
                <a:ext uri="{FF2B5EF4-FFF2-40B4-BE49-F238E27FC236}">
                  <a16:creationId xmlns:a16="http://schemas.microsoft.com/office/drawing/2014/main" xmlns="" id="{893C8E2A-EFE0-ED2E-E531-40B531DE6C66}"/>
                </a:ext>
              </a:extLst>
            </p:cNvPr>
            <p:cNvPicPr>
              <a:picLocks noChangeAspect="1"/>
            </p:cNvPicPr>
            <p:nvPr/>
          </p:nvPicPr>
          <p:blipFill>
            <a:blip r:embed="rId3" cstate="print"/>
            <a:srcRect/>
            <a:stretch>
              <a:fillRect/>
            </a:stretch>
          </p:blipFill>
          <p:spPr bwMode="auto">
            <a:xfrm>
              <a:off x="7247356" y="3804653"/>
              <a:ext cx="3613150" cy="2444750"/>
            </a:xfrm>
            <a:prstGeom prst="rect">
              <a:avLst/>
            </a:prstGeom>
            <a:noFill/>
            <a:ln w="9525">
              <a:noFill/>
              <a:miter lim="800000"/>
              <a:headEnd/>
              <a:tailEnd/>
            </a:ln>
          </p:spPr>
        </p:pic>
        <p:sp>
          <p:nvSpPr>
            <p:cNvPr id="4" name="文本框 3">
              <a:extLst>
                <a:ext uri="{FF2B5EF4-FFF2-40B4-BE49-F238E27FC236}">
                  <a16:creationId xmlns:a16="http://schemas.microsoft.com/office/drawing/2014/main" xmlns="" id="{A68B3FA3-B268-CEC3-8CD7-ABFFDC877D37}"/>
                </a:ext>
              </a:extLst>
            </p:cNvPr>
            <p:cNvSpPr txBox="1"/>
            <p:nvPr/>
          </p:nvSpPr>
          <p:spPr>
            <a:xfrm>
              <a:off x="8197055" y="6249403"/>
              <a:ext cx="2263761" cy="307777"/>
            </a:xfrm>
            <a:prstGeom prst="rect">
              <a:avLst/>
            </a:prstGeom>
            <a:noFill/>
          </p:spPr>
          <p:txBody>
            <a:bodyPr wrap="none" rtlCol="0">
              <a:spAutoFit/>
            </a:bodyPr>
            <a:lstStyle/>
            <a:p>
              <a:pPr algn="ctr"/>
              <a:r>
                <a:rPr lang="zh-CN" altLang="zh-CN" sz="1400" kern="100" dirty="0">
                  <a:effectLst/>
                  <a:latin typeface="Times New Roman" panose="02020603050405020304" pitchFamily="18" charset="0"/>
                  <a:ea typeface="宋体" panose="02010600030101010101" pitchFamily="2" charset="-122"/>
                </a:rPr>
                <a:t>图</a:t>
              </a:r>
              <a:r>
                <a:rPr lang="en-US" altLang="zh-CN" sz="1400" kern="100" dirty="0">
                  <a:effectLst/>
                  <a:latin typeface="Times New Roman" panose="02020603050405020304" pitchFamily="18" charset="0"/>
                  <a:ea typeface="宋体" panose="02010600030101010101" pitchFamily="2" charset="-122"/>
                </a:rPr>
                <a:t>5-7 </a:t>
              </a:r>
              <a:r>
                <a:rPr lang="zh-CN" altLang="zh-CN" sz="1400" kern="100" dirty="0">
                  <a:effectLst/>
                  <a:latin typeface="Times New Roman" panose="02020603050405020304" pitchFamily="18" charset="0"/>
                  <a:ea typeface="宋体" panose="02010600030101010101" pitchFamily="2" charset="-122"/>
                </a:rPr>
                <a:t>紧缩技术方案的比较</a:t>
              </a:r>
            </a:p>
          </p:txBody>
        </p:sp>
      </p:grpSp>
      <p:grpSp>
        <p:nvGrpSpPr>
          <p:cNvPr id="9" name="组合 8">
            <a:extLst>
              <a:ext uri="{FF2B5EF4-FFF2-40B4-BE49-F238E27FC236}">
                <a16:creationId xmlns:a16="http://schemas.microsoft.com/office/drawing/2014/main" xmlns="" id="{3685F266-2676-4C58-37E8-C4060C89EA64}"/>
              </a:ext>
            </a:extLst>
          </p:cNvPr>
          <p:cNvGrpSpPr/>
          <p:nvPr/>
        </p:nvGrpSpPr>
        <p:grpSpPr>
          <a:xfrm>
            <a:off x="1608556" y="3849103"/>
            <a:ext cx="3873500" cy="2708077"/>
            <a:chOff x="1608556" y="3849103"/>
            <a:chExt cx="3873500" cy="2708077"/>
          </a:xfrm>
        </p:grpSpPr>
        <p:pic>
          <p:nvPicPr>
            <p:cNvPr id="2" name="图片 1">
              <a:extLst>
                <a:ext uri="{FF2B5EF4-FFF2-40B4-BE49-F238E27FC236}">
                  <a16:creationId xmlns:a16="http://schemas.microsoft.com/office/drawing/2014/main" xmlns="" id="{CBACE01C-155C-96EA-24BF-25CB1F947A3E}"/>
                </a:ext>
              </a:extLst>
            </p:cNvPr>
            <p:cNvPicPr>
              <a:picLocks noChangeAspect="1"/>
            </p:cNvPicPr>
            <p:nvPr/>
          </p:nvPicPr>
          <p:blipFill>
            <a:blip r:embed="rId4" cstate="print"/>
            <a:srcRect/>
            <a:stretch>
              <a:fillRect/>
            </a:stretch>
          </p:blipFill>
          <p:spPr bwMode="auto">
            <a:xfrm>
              <a:off x="1608556" y="3849103"/>
              <a:ext cx="3873500" cy="2400300"/>
            </a:xfrm>
            <a:prstGeom prst="rect">
              <a:avLst/>
            </a:prstGeom>
            <a:noFill/>
            <a:ln w="9525">
              <a:noFill/>
              <a:miter lim="800000"/>
              <a:headEnd/>
              <a:tailEnd/>
            </a:ln>
          </p:spPr>
        </p:pic>
        <p:sp>
          <p:nvSpPr>
            <p:cNvPr id="7" name="文本框 6">
              <a:extLst>
                <a:ext uri="{FF2B5EF4-FFF2-40B4-BE49-F238E27FC236}">
                  <a16:creationId xmlns:a16="http://schemas.microsoft.com/office/drawing/2014/main" xmlns="" id="{88F15A98-6929-B41B-CCD0-1CC881122121}"/>
                </a:ext>
              </a:extLst>
            </p:cNvPr>
            <p:cNvSpPr txBox="1"/>
            <p:nvPr/>
          </p:nvSpPr>
          <p:spPr>
            <a:xfrm>
              <a:off x="2884708" y="6249403"/>
              <a:ext cx="1321195" cy="307777"/>
            </a:xfrm>
            <a:prstGeom prst="rect">
              <a:avLst/>
            </a:prstGeom>
            <a:noFill/>
          </p:spPr>
          <p:txBody>
            <a:bodyPr wrap="none" rtlCol="0">
              <a:spAutoFit/>
            </a:bodyPr>
            <a:lstStyle/>
            <a:p>
              <a:pPr algn="ctr"/>
              <a:r>
                <a:rPr lang="zh-CN" altLang="zh-CN" sz="1400" kern="100" dirty="0">
                  <a:effectLst/>
                  <a:latin typeface="Times New Roman" panose="02020603050405020304" pitchFamily="18" charset="0"/>
                  <a:ea typeface="宋体" panose="02010600030101010101" pitchFamily="2" charset="-122"/>
                </a:rPr>
                <a:t>图</a:t>
              </a:r>
              <a:r>
                <a:rPr lang="en-US" altLang="zh-CN" sz="1400" kern="100" dirty="0">
                  <a:effectLst/>
                  <a:latin typeface="Times New Roman" panose="02020603050405020304" pitchFamily="18" charset="0"/>
                  <a:ea typeface="宋体" panose="02010600030101010101" pitchFamily="2" charset="-122"/>
                </a:rPr>
                <a:t>5-6</a:t>
              </a:r>
              <a:r>
                <a:rPr lang="zh-CN" altLang="zh-CN" sz="1400" kern="100" dirty="0">
                  <a:effectLst/>
                  <a:latin typeface="Times New Roman" panose="02020603050405020304" pitchFamily="18" charset="0"/>
                  <a:ea typeface="宋体" panose="02010600030101010101" pitchFamily="2" charset="-122"/>
                </a:rPr>
                <a:t>内存紧缩</a:t>
              </a:r>
            </a:p>
          </p:txBody>
        </p:sp>
      </p:grpSp>
      <p:sp>
        <p:nvSpPr>
          <p:cNvPr id="11" name="文本框 10">
            <a:extLst>
              <a:ext uri="{FF2B5EF4-FFF2-40B4-BE49-F238E27FC236}">
                <a16:creationId xmlns:a16="http://schemas.microsoft.com/office/drawing/2014/main" xmlns="" id="{CF911E0E-5472-7DD5-FF45-7EC1D6EF03B4}"/>
              </a:ext>
            </a:extLst>
          </p:cNvPr>
          <p:cNvSpPr txBox="1"/>
          <p:nvPr/>
        </p:nvSpPr>
        <p:spPr>
          <a:xfrm>
            <a:off x="985698" y="3139337"/>
            <a:ext cx="9970941" cy="369332"/>
          </a:xfrm>
          <a:prstGeom prst="rect">
            <a:avLst/>
          </a:prstGeom>
          <a:noFill/>
        </p:spPr>
        <p:txBody>
          <a:bodyPr wrap="square">
            <a:spAutoFit/>
          </a:bodyPr>
          <a:lstStyle/>
          <a:p>
            <a:pPr algn="just"/>
            <a:r>
              <a:rPr lang="zh-CN" altLang="zh-CN" kern="100" dirty="0">
                <a:effectLst/>
                <a:latin typeface="Microsoft YaHei" panose="020B0503020204020204" pitchFamily="34" charset="-122"/>
                <a:ea typeface="Microsoft YaHei" panose="020B0503020204020204" pitchFamily="34" charset="-122"/>
              </a:rPr>
              <a:t>紧缩技术为进程</a:t>
            </a:r>
            <a:r>
              <a:rPr lang="en-US" altLang="zh-CN" kern="100" dirty="0">
                <a:effectLst/>
                <a:latin typeface="Microsoft YaHei" panose="020B0503020204020204" pitchFamily="34" charset="-122"/>
                <a:ea typeface="Microsoft YaHei" panose="020B0503020204020204" pitchFamily="34" charset="-122"/>
              </a:rPr>
              <a:t>E</a:t>
            </a:r>
            <a:r>
              <a:rPr lang="zh-CN" altLang="zh-CN" kern="100" dirty="0">
                <a:effectLst/>
                <a:latin typeface="Microsoft YaHei" panose="020B0503020204020204" pitchFamily="34" charset="-122"/>
                <a:ea typeface="Microsoft YaHei" panose="020B0503020204020204" pitchFamily="34" charset="-122"/>
              </a:rPr>
              <a:t>的运行创造了条件，进程</a:t>
            </a:r>
            <a:r>
              <a:rPr lang="en-US" altLang="zh-CN" kern="100" dirty="0">
                <a:effectLst/>
                <a:latin typeface="Microsoft YaHei" panose="020B0503020204020204" pitchFamily="34" charset="-122"/>
                <a:ea typeface="Microsoft YaHei" panose="020B0503020204020204" pitchFamily="34" charset="-122"/>
              </a:rPr>
              <a:t>E</a:t>
            </a:r>
            <a:r>
              <a:rPr lang="zh-CN" altLang="zh-CN" kern="100" dirty="0">
                <a:effectLst/>
                <a:latin typeface="Microsoft YaHei" panose="020B0503020204020204" pitchFamily="34" charset="-122"/>
                <a:ea typeface="Microsoft YaHei" panose="020B0503020204020204" pitchFamily="34" charset="-122"/>
              </a:rPr>
              <a:t>被分配了</a:t>
            </a:r>
            <a:r>
              <a:rPr lang="en-US" altLang="zh-CN" kern="100" dirty="0">
                <a:effectLst/>
                <a:latin typeface="Microsoft YaHei" panose="020B0503020204020204" pitchFamily="34" charset="-122"/>
                <a:ea typeface="Microsoft YaHei" panose="020B0503020204020204" pitchFamily="34" charset="-122"/>
              </a:rPr>
              <a:t>40K</a:t>
            </a:r>
            <a:r>
              <a:rPr lang="zh-CN" altLang="zh-CN" kern="100" dirty="0">
                <a:effectLst/>
                <a:latin typeface="Microsoft YaHei" panose="020B0503020204020204" pitchFamily="34" charset="-122"/>
                <a:ea typeface="Microsoft YaHei" panose="020B0503020204020204" pitchFamily="34" charset="-122"/>
              </a:rPr>
              <a:t>空间，还剩下一块</a:t>
            </a:r>
            <a:r>
              <a:rPr lang="en-US" altLang="zh-CN" kern="100" dirty="0">
                <a:effectLst/>
                <a:latin typeface="Microsoft YaHei" panose="020B0503020204020204" pitchFamily="34" charset="-122"/>
                <a:ea typeface="Microsoft YaHei" panose="020B0503020204020204" pitchFamily="34" charset="-122"/>
              </a:rPr>
              <a:t>40K</a:t>
            </a:r>
            <a:r>
              <a:rPr lang="zh-CN" altLang="zh-CN" kern="100" dirty="0">
                <a:effectLst/>
                <a:latin typeface="Microsoft YaHei" panose="020B0503020204020204" pitchFamily="34" charset="-122"/>
                <a:ea typeface="Microsoft YaHei" panose="020B0503020204020204" pitchFamily="34" charset="-122"/>
              </a:rPr>
              <a:t>的空闲区</a:t>
            </a:r>
          </a:p>
        </p:txBody>
      </p:sp>
    </p:spTree>
    <p:extLst>
      <p:ext uri="{BB962C8B-B14F-4D97-AF65-F5344CB8AC3E}">
        <p14:creationId xmlns:p14="http://schemas.microsoft.com/office/powerpoint/2010/main" xmlns="" val="2112203601"/>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p:txBody>
          <a:bodyPr/>
          <a:lstStyle/>
          <a:p>
            <a:r>
              <a:rPr lang="en-US" altLang="zh-CN" dirty="0">
                <a:sym typeface="Arial" panose="020B0604020202020204" pitchFamily="34" charset="0"/>
              </a:rPr>
              <a:t>5.2.2</a:t>
            </a:r>
            <a:r>
              <a:rPr lang="zh-CN" altLang="en-US" dirty="0">
                <a:sym typeface="Arial" panose="020B0604020202020204" pitchFamily="34" charset="0"/>
              </a:rPr>
              <a:t>可变分区 </a:t>
            </a:r>
            <a:r>
              <a:rPr lang="en-US" altLang="zh-CN" dirty="0">
                <a:sym typeface="Arial" panose="020B0604020202020204" pitchFamily="34" charset="0"/>
              </a:rPr>
              <a:t>I</a:t>
            </a:r>
            <a:r>
              <a:rPr lang="zh-CN" altLang="en-US" dirty="0">
                <a:sym typeface="Arial" panose="020B0604020202020204" pitchFamily="34" charset="0"/>
              </a:rPr>
              <a:t> 紧缩技术</a:t>
            </a:r>
          </a:p>
        </p:txBody>
      </p:sp>
      <p:grpSp>
        <p:nvGrpSpPr>
          <p:cNvPr id="2" name="组合 1">
            <a:extLst>
              <a:ext uri="{FF2B5EF4-FFF2-40B4-BE49-F238E27FC236}">
                <a16:creationId xmlns:a16="http://schemas.microsoft.com/office/drawing/2014/main" xmlns="" id="{737E0ECC-A8B3-AAD2-3B44-9B9CD64299D4}"/>
              </a:ext>
            </a:extLst>
          </p:cNvPr>
          <p:cNvGrpSpPr/>
          <p:nvPr/>
        </p:nvGrpSpPr>
        <p:grpSpPr>
          <a:xfrm>
            <a:off x="643051" y="2890897"/>
            <a:ext cx="1266290" cy="554804"/>
            <a:chOff x="737171" y="5636574"/>
            <a:chExt cx="1266290" cy="554804"/>
          </a:xfrm>
        </p:grpSpPr>
        <p:sp>
          <p:nvSpPr>
            <p:cNvPr id="3" name="圆角矩形 2">
              <a:extLst>
                <a:ext uri="{FF2B5EF4-FFF2-40B4-BE49-F238E27FC236}">
                  <a16:creationId xmlns:a16="http://schemas.microsoft.com/office/drawing/2014/main" xmlns="" id="{455CF1A4-D797-2FF5-7284-1DC6429231EF}"/>
                </a:ext>
              </a:extLst>
            </p:cNvPr>
            <p:cNvSpPr/>
            <p:nvPr/>
          </p:nvSpPr>
          <p:spPr>
            <a:xfrm>
              <a:off x="737171" y="5636574"/>
              <a:ext cx="1266290" cy="554804"/>
            </a:xfrm>
            <a:prstGeom prst="roundRect">
              <a:avLst>
                <a:gd name="adj" fmla="val 1111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Microsoft YaHei" panose="020B0503020204020204" pitchFamily="34" charset="-122"/>
                <a:ea typeface="Microsoft YaHei" panose="020B0503020204020204" pitchFamily="34" charset="-122"/>
              </a:endParaRPr>
            </a:p>
          </p:txBody>
        </p:sp>
        <p:sp>
          <p:nvSpPr>
            <p:cNvPr id="4" name="文本框 3">
              <a:extLst>
                <a:ext uri="{FF2B5EF4-FFF2-40B4-BE49-F238E27FC236}">
                  <a16:creationId xmlns:a16="http://schemas.microsoft.com/office/drawing/2014/main" xmlns="" id="{2B7863B7-DD3A-91EB-B966-39C88966D108}"/>
                </a:ext>
              </a:extLst>
            </p:cNvPr>
            <p:cNvSpPr txBox="1"/>
            <p:nvPr/>
          </p:nvSpPr>
          <p:spPr>
            <a:xfrm>
              <a:off x="737171" y="5713921"/>
              <a:ext cx="1266290" cy="400110"/>
            </a:xfrm>
            <a:prstGeom prst="rect">
              <a:avLst/>
            </a:prstGeom>
            <a:noFill/>
          </p:spPr>
          <p:txBody>
            <a:bodyPr wrap="square">
              <a:spAutoFit/>
            </a:bodyPr>
            <a:lstStyle/>
            <a:p>
              <a:pPr algn="ctr"/>
              <a:r>
                <a:rPr lang="zh-CN" altLang="en-US" sz="2000" b="1" dirty="0">
                  <a:solidFill>
                    <a:schemeClr val="bg1"/>
                  </a:solidFill>
                  <a:latin typeface="Microsoft YaHei" panose="020B0503020204020204" pitchFamily="34" charset="-122"/>
                  <a:ea typeface="Microsoft YaHei" panose="020B0503020204020204" pitchFamily="34" charset="-122"/>
                </a:rPr>
                <a:t>紧缩技术</a:t>
              </a:r>
            </a:p>
          </p:txBody>
        </p:sp>
      </p:grpSp>
      <p:grpSp>
        <p:nvGrpSpPr>
          <p:cNvPr id="7" name="组合 6">
            <a:extLst>
              <a:ext uri="{FF2B5EF4-FFF2-40B4-BE49-F238E27FC236}">
                <a16:creationId xmlns:a16="http://schemas.microsoft.com/office/drawing/2014/main" xmlns="" id="{172F2088-251F-E125-7BFC-8F15467BA440}"/>
              </a:ext>
            </a:extLst>
          </p:cNvPr>
          <p:cNvGrpSpPr/>
          <p:nvPr/>
        </p:nvGrpSpPr>
        <p:grpSpPr>
          <a:xfrm>
            <a:off x="2874731" y="2104748"/>
            <a:ext cx="1266290" cy="554804"/>
            <a:chOff x="737171" y="5636574"/>
            <a:chExt cx="1266290" cy="554804"/>
          </a:xfrm>
        </p:grpSpPr>
        <p:sp>
          <p:nvSpPr>
            <p:cNvPr id="10" name="圆角矩形 9">
              <a:extLst>
                <a:ext uri="{FF2B5EF4-FFF2-40B4-BE49-F238E27FC236}">
                  <a16:creationId xmlns:a16="http://schemas.microsoft.com/office/drawing/2014/main" xmlns="" id="{BE8FC7E1-0DFD-E445-D7AE-590BBAB881DB}"/>
                </a:ext>
              </a:extLst>
            </p:cNvPr>
            <p:cNvSpPr/>
            <p:nvPr/>
          </p:nvSpPr>
          <p:spPr>
            <a:xfrm>
              <a:off x="737171" y="5636574"/>
              <a:ext cx="1266290" cy="554804"/>
            </a:xfrm>
            <a:prstGeom prst="roundRect">
              <a:avLst>
                <a:gd name="adj" fmla="val 1111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Microsoft YaHei" panose="020B0503020204020204" pitchFamily="34" charset="-122"/>
                <a:ea typeface="Microsoft YaHei" panose="020B0503020204020204" pitchFamily="34" charset="-122"/>
              </a:endParaRPr>
            </a:p>
          </p:txBody>
        </p:sp>
        <p:sp>
          <p:nvSpPr>
            <p:cNvPr id="11" name="文本框 10">
              <a:extLst>
                <a:ext uri="{FF2B5EF4-FFF2-40B4-BE49-F238E27FC236}">
                  <a16:creationId xmlns:a16="http://schemas.microsoft.com/office/drawing/2014/main" xmlns="" id="{3F6149D5-856B-8F6E-BA6D-62402B359BE0}"/>
                </a:ext>
              </a:extLst>
            </p:cNvPr>
            <p:cNvSpPr txBox="1"/>
            <p:nvPr/>
          </p:nvSpPr>
          <p:spPr>
            <a:xfrm>
              <a:off x="737171" y="5713921"/>
              <a:ext cx="1266290" cy="369332"/>
            </a:xfrm>
            <a:prstGeom prst="rect">
              <a:avLst/>
            </a:prstGeom>
            <a:noFill/>
          </p:spPr>
          <p:txBody>
            <a:bodyPr wrap="square">
              <a:spAutoFit/>
            </a:bodyPr>
            <a:lstStyle/>
            <a:p>
              <a:pPr algn="ctr"/>
              <a:r>
                <a:rPr lang="zh-CN" altLang="en-US" b="1" dirty="0">
                  <a:solidFill>
                    <a:schemeClr val="bg1"/>
                  </a:solidFill>
                  <a:latin typeface="Microsoft YaHei" panose="020B0503020204020204" pitchFamily="34" charset="-122"/>
                  <a:ea typeface="Microsoft YaHei" panose="020B0503020204020204" pitchFamily="34" charset="-122"/>
                </a:rPr>
                <a:t>价值</a:t>
              </a:r>
            </a:p>
          </p:txBody>
        </p:sp>
      </p:grpSp>
      <p:grpSp>
        <p:nvGrpSpPr>
          <p:cNvPr id="12" name="组合 11">
            <a:extLst>
              <a:ext uri="{FF2B5EF4-FFF2-40B4-BE49-F238E27FC236}">
                <a16:creationId xmlns:a16="http://schemas.microsoft.com/office/drawing/2014/main" xmlns="" id="{78BB08E8-D4FC-6D4D-CE50-4C58135FB568}"/>
              </a:ext>
            </a:extLst>
          </p:cNvPr>
          <p:cNvGrpSpPr/>
          <p:nvPr/>
        </p:nvGrpSpPr>
        <p:grpSpPr>
          <a:xfrm>
            <a:off x="2874731" y="3696712"/>
            <a:ext cx="1266290" cy="554804"/>
            <a:chOff x="737171" y="5636574"/>
            <a:chExt cx="1266290" cy="554804"/>
          </a:xfrm>
        </p:grpSpPr>
        <p:sp>
          <p:nvSpPr>
            <p:cNvPr id="13" name="圆角矩形 12">
              <a:extLst>
                <a:ext uri="{FF2B5EF4-FFF2-40B4-BE49-F238E27FC236}">
                  <a16:creationId xmlns:a16="http://schemas.microsoft.com/office/drawing/2014/main" xmlns="" id="{2D9E0AE0-3D40-0AA2-7894-8438D03C6EE6}"/>
                </a:ext>
              </a:extLst>
            </p:cNvPr>
            <p:cNvSpPr/>
            <p:nvPr/>
          </p:nvSpPr>
          <p:spPr>
            <a:xfrm>
              <a:off x="737171" y="5636574"/>
              <a:ext cx="1266290" cy="554804"/>
            </a:xfrm>
            <a:prstGeom prst="roundRect">
              <a:avLst>
                <a:gd name="adj" fmla="val 1111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Microsoft YaHei" panose="020B0503020204020204" pitchFamily="34" charset="-122"/>
                <a:ea typeface="Microsoft YaHei" panose="020B0503020204020204" pitchFamily="34" charset="-122"/>
              </a:endParaRPr>
            </a:p>
          </p:txBody>
        </p:sp>
        <p:sp>
          <p:nvSpPr>
            <p:cNvPr id="14" name="文本框 13">
              <a:extLst>
                <a:ext uri="{FF2B5EF4-FFF2-40B4-BE49-F238E27FC236}">
                  <a16:creationId xmlns:a16="http://schemas.microsoft.com/office/drawing/2014/main" xmlns="" id="{217664C7-62A3-9C4F-FC74-AD7C58BB1224}"/>
                </a:ext>
              </a:extLst>
            </p:cNvPr>
            <p:cNvSpPr txBox="1"/>
            <p:nvPr/>
          </p:nvSpPr>
          <p:spPr>
            <a:xfrm>
              <a:off x="737171" y="5760491"/>
              <a:ext cx="1266290" cy="353943"/>
            </a:xfrm>
            <a:prstGeom prst="rect">
              <a:avLst/>
            </a:prstGeom>
            <a:noFill/>
          </p:spPr>
          <p:txBody>
            <a:bodyPr wrap="square">
              <a:spAutoFit/>
            </a:bodyPr>
            <a:lstStyle/>
            <a:p>
              <a:pPr algn="ctr"/>
              <a:r>
                <a:rPr lang="zh-CN" altLang="en-US" sz="1700" b="1" dirty="0">
                  <a:solidFill>
                    <a:schemeClr val="bg1"/>
                  </a:solidFill>
                  <a:latin typeface="Microsoft YaHei" panose="020B0503020204020204" pitchFamily="34" charset="-122"/>
                  <a:ea typeface="Microsoft YaHei" panose="020B0503020204020204" pitchFamily="34" charset="-122"/>
                </a:rPr>
                <a:t>注意问题</a:t>
              </a:r>
            </a:p>
          </p:txBody>
        </p:sp>
      </p:grpSp>
      <p:sp>
        <p:nvSpPr>
          <p:cNvPr id="15" name="圆角矩形 14">
            <a:extLst>
              <a:ext uri="{FF2B5EF4-FFF2-40B4-BE49-F238E27FC236}">
                <a16:creationId xmlns:a16="http://schemas.microsoft.com/office/drawing/2014/main" xmlns="" id="{DEDD1655-EA84-1AE1-6D84-9703DE236F48}"/>
              </a:ext>
            </a:extLst>
          </p:cNvPr>
          <p:cNvSpPr/>
          <p:nvPr/>
        </p:nvSpPr>
        <p:spPr>
          <a:xfrm>
            <a:off x="4372304" y="1990074"/>
            <a:ext cx="6831724" cy="785909"/>
          </a:xfrm>
          <a:prstGeom prst="roundRect">
            <a:avLst>
              <a:gd name="adj" fmla="val 7026"/>
            </a:avLst>
          </a:prstGeom>
          <a:solidFill>
            <a:schemeClr val="bg1"/>
          </a:solidFill>
          <a:ln>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zh-CN" altLang="zh-CN" sz="1600" kern="100" dirty="0">
                <a:solidFill>
                  <a:schemeClr val="tx1"/>
                </a:solidFill>
                <a:effectLst/>
                <a:latin typeface="Microsoft YaHei" panose="020B0503020204020204" pitchFamily="34" charset="-122"/>
                <a:ea typeface="Microsoft YaHei" panose="020B0503020204020204" pitchFamily="34" charset="-122"/>
              </a:rPr>
              <a:t>集中分散的空闲区，提高内存的利用率，便于进程动态扩充内存</a:t>
            </a:r>
            <a:endParaRPr lang="en-US" altLang="zh-CN" sz="1600" dirty="0">
              <a:solidFill>
                <a:schemeClr val="tx1"/>
              </a:solidFill>
              <a:effectLst/>
              <a:latin typeface="Microsoft YaHei" panose="020B0503020204020204" pitchFamily="34" charset="-122"/>
              <a:ea typeface="Microsoft YaHei" panose="020B0503020204020204" pitchFamily="34" charset="-122"/>
            </a:endParaRPr>
          </a:p>
        </p:txBody>
      </p:sp>
      <p:sp>
        <p:nvSpPr>
          <p:cNvPr id="16" name="圆角矩形 15">
            <a:extLst>
              <a:ext uri="{FF2B5EF4-FFF2-40B4-BE49-F238E27FC236}">
                <a16:creationId xmlns:a16="http://schemas.microsoft.com/office/drawing/2014/main" xmlns="" id="{F9A7322C-A35C-CFD2-1341-251D7A5F3936}"/>
              </a:ext>
            </a:extLst>
          </p:cNvPr>
          <p:cNvSpPr/>
          <p:nvPr/>
        </p:nvSpPr>
        <p:spPr>
          <a:xfrm>
            <a:off x="4372304" y="3300738"/>
            <a:ext cx="6831724" cy="1562560"/>
          </a:xfrm>
          <a:prstGeom prst="roundRect">
            <a:avLst>
              <a:gd name="adj" fmla="val 7026"/>
            </a:avLst>
          </a:prstGeom>
          <a:solidFill>
            <a:schemeClr val="bg1"/>
          </a:solidFill>
          <a:ln>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lnSpc>
                <a:spcPct val="150000"/>
              </a:lnSpc>
            </a:pPr>
            <a:r>
              <a:rPr lang="zh-CN" altLang="zh-CN" sz="1600" kern="100" dirty="0">
                <a:solidFill>
                  <a:schemeClr val="tx1"/>
                </a:solidFill>
                <a:effectLst/>
                <a:latin typeface="Microsoft YaHei" panose="020B0503020204020204" pitchFamily="34" charset="-122"/>
                <a:ea typeface="Microsoft YaHei" panose="020B0503020204020204" pitchFamily="34" charset="-122"/>
              </a:rPr>
              <a:t>紧缩技术会增加系统的开销，也增大了系统运行时间</a:t>
            </a:r>
            <a:endParaRPr lang="en-US" altLang="zh-CN" sz="1600" kern="100" dirty="0">
              <a:solidFill>
                <a:schemeClr val="tx1"/>
              </a:solidFill>
              <a:effectLst/>
              <a:latin typeface="Microsoft YaHei" panose="020B0503020204020204" pitchFamily="34" charset="-122"/>
              <a:ea typeface="Microsoft YaHei" panose="020B0503020204020204" pitchFamily="34" charset="-122"/>
            </a:endParaRPr>
          </a:p>
          <a:p>
            <a:pPr algn="just">
              <a:lnSpc>
                <a:spcPct val="150000"/>
              </a:lnSpc>
            </a:pPr>
            <a:r>
              <a:rPr lang="zh-CN" altLang="zh-CN" sz="1600" kern="100" dirty="0">
                <a:solidFill>
                  <a:schemeClr val="tx1"/>
                </a:solidFill>
                <a:effectLst/>
                <a:latin typeface="Microsoft YaHei" panose="020B0503020204020204" pitchFamily="34" charset="-122"/>
                <a:ea typeface="Microsoft YaHei" panose="020B0503020204020204" pitchFamily="34" charset="-122"/>
              </a:rPr>
              <a:t>移动是有条件的</a:t>
            </a:r>
            <a:r>
              <a:rPr lang="zh-CN" altLang="en-US" sz="1600" kern="100" dirty="0">
                <a:solidFill>
                  <a:schemeClr val="tx1"/>
                </a:solidFill>
                <a:effectLst/>
                <a:latin typeface="Microsoft YaHei" panose="020B0503020204020204" pitchFamily="34" charset="-122"/>
                <a:ea typeface="Microsoft YaHei" panose="020B0503020204020204" pitchFamily="34" charset="-122"/>
              </a:rPr>
              <a:t>，</a:t>
            </a:r>
            <a:r>
              <a:rPr lang="zh-CN" altLang="zh-CN" sz="1600" kern="100" dirty="0">
                <a:solidFill>
                  <a:schemeClr val="tx1"/>
                </a:solidFill>
                <a:effectLst/>
                <a:latin typeface="Microsoft YaHei" panose="020B0503020204020204" pitchFamily="34" charset="-122"/>
                <a:ea typeface="Microsoft YaHei" panose="020B0503020204020204" pitchFamily="34" charset="-122"/>
              </a:rPr>
              <a:t>不是任何在内存中的进程都能随时移动</a:t>
            </a:r>
            <a:endParaRPr lang="en-US" altLang="zh-CN" sz="1600" kern="100" dirty="0">
              <a:solidFill>
                <a:schemeClr val="tx1"/>
              </a:solidFill>
              <a:effectLst/>
              <a:latin typeface="Microsoft YaHei" panose="020B0503020204020204" pitchFamily="34" charset="-122"/>
              <a:ea typeface="Microsoft YaHei" panose="020B0503020204020204" pitchFamily="34" charset="-122"/>
            </a:endParaRPr>
          </a:p>
          <a:p>
            <a:pPr algn="just">
              <a:lnSpc>
                <a:spcPct val="150000"/>
              </a:lnSpc>
            </a:pPr>
            <a:r>
              <a:rPr lang="zh-CN" altLang="zh-CN" sz="1600" kern="100" dirty="0">
                <a:solidFill>
                  <a:schemeClr val="tx1"/>
                </a:solidFill>
                <a:effectLst/>
                <a:latin typeface="Microsoft YaHei" panose="020B0503020204020204" pitchFamily="34" charset="-122"/>
                <a:ea typeface="Microsoft YaHei" panose="020B0503020204020204" pitchFamily="34" charset="-122"/>
                <a:cs typeface="Times New Roman" panose="02020603050405020304" pitchFamily="18" charset="0"/>
              </a:rPr>
              <a:t>尽可能减少需要移动的进程数和信息量</a:t>
            </a:r>
            <a:endParaRPr lang="zh-CN" altLang="zh-CN" sz="1600" kern="100" dirty="0">
              <a:solidFill>
                <a:schemeClr val="tx1"/>
              </a:solidFill>
              <a:effectLst/>
              <a:latin typeface="Microsoft YaHei" panose="020B0503020204020204" pitchFamily="34" charset="-122"/>
              <a:ea typeface="Microsoft YaHei" panose="020B0503020204020204" pitchFamily="34" charset="-122"/>
            </a:endParaRPr>
          </a:p>
        </p:txBody>
      </p:sp>
      <p:cxnSp>
        <p:nvCxnSpPr>
          <p:cNvPr id="17" name="直线连接符 16">
            <a:extLst>
              <a:ext uri="{FF2B5EF4-FFF2-40B4-BE49-F238E27FC236}">
                <a16:creationId xmlns:a16="http://schemas.microsoft.com/office/drawing/2014/main" xmlns="" id="{82595AE7-E24B-C773-EFA5-2BB7C01037C7}"/>
              </a:ext>
            </a:extLst>
          </p:cNvPr>
          <p:cNvCxnSpPr>
            <a:stCxn id="4" idx="3"/>
            <a:endCxn id="11" idx="1"/>
          </p:cNvCxnSpPr>
          <p:nvPr/>
        </p:nvCxnSpPr>
        <p:spPr>
          <a:xfrm flipV="1">
            <a:off x="1909341" y="2366761"/>
            <a:ext cx="965390" cy="801538"/>
          </a:xfrm>
          <a:prstGeom prst="line">
            <a:avLst/>
          </a:prstGeom>
        </p:spPr>
        <p:style>
          <a:lnRef idx="1">
            <a:schemeClr val="accent1"/>
          </a:lnRef>
          <a:fillRef idx="0">
            <a:schemeClr val="accent1"/>
          </a:fillRef>
          <a:effectRef idx="0">
            <a:schemeClr val="accent1"/>
          </a:effectRef>
          <a:fontRef idx="minor">
            <a:schemeClr val="tx1"/>
          </a:fontRef>
        </p:style>
      </p:cxnSp>
      <p:cxnSp>
        <p:nvCxnSpPr>
          <p:cNvPr id="18" name="直线连接符 17">
            <a:extLst>
              <a:ext uri="{FF2B5EF4-FFF2-40B4-BE49-F238E27FC236}">
                <a16:creationId xmlns:a16="http://schemas.microsoft.com/office/drawing/2014/main" xmlns="" id="{ECC244FE-69C5-7E8E-B0A0-BD9F7A50C21D}"/>
              </a:ext>
            </a:extLst>
          </p:cNvPr>
          <p:cNvCxnSpPr>
            <a:cxnSpLocks/>
            <a:stCxn id="4" idx="3"/>
            <a:endCxn id="14" idx="1"/>
          </p:cNvCxnSpPr>
          <p:nvPr/>
        </p:nvCxnSpPr>
        <p:spPr>
          <a:xfrm>
            <a:off x="1909341" y="3168299"/>
            <a:ext cx="965390" cy="829302"/>
          </a:xfrm>
          <a:prstGeom prst="line">
            <a:avLst/>
          </a:prstGeom>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654076112"/>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p:txBody>
          <a:bodyPr/>
          <a:lstStyle/>
          <a:p>
            <a:r>
              <a:rPr lang="en-US" altLang="zh-CN" dirty="0">
                <a:sym typeface="Arial" panose="020B0604020202020204" pitchFamily="34" charset="0"/>
              </a:rPr>
              <a:t>5.2.2</a:t>
            </a:r>
            <a:r>
              <a:rPr lang="zh-CN" altLang="en-US" dirty="0">
                <a:sym typeface="Arial" panose="020B0604020202020204" pitchFamily="34" charset="0"/>
              </a:rPr>
              <a:t>可变分区 </a:t>
            </a:r>
            <a:r>
              <a:rPr lang="en-US" altLang="zh-CN" dirty="0">
                <a:sym typeface="Arial" panose="020B0604020202020204" pitchFamily="34" charset="0"/>
              </a:rPr>
              <a:t>I</a:t>
            </a:r>
            <a:r>
              <a:rPr lang="zh-CN" altLang="en-US" dirty="0">
                <a:sym typeface="Arial" panose="020B0604020202020204" pitchFamily="34" charset="0"/>
              </a:rPr>
              <a:t> 可变分区的实现</a:t>
            </a:r>
          </a:p>
        </p:txBody>
      </p:sp>
      <p:sp>
        <p:nvSpPr>
          <p:cNvPr id="5" name="文本框 4">
            <a:extLst>
              <a:ext uri="{FF2B5EF4-FFF2-40B4-BE49-F238E27FC236}">
                <a16:creationId xmlns:a16="http://schemas.microsoft.com/office/drawing/2014/main" xmlns="" id="{90510F1C-6C89-E9B6-6A4F-D18DD0733193}"/>
              </a:ext>
            </a:extLst>
          </p:cNvPr>
          <p:cNvSpPr txBox="1"/>
          <p:nvPr/>
        </p:nvSpPr>
        <p:spPr>
          <a:xfrm>
            <a:off x="688778" y="2739461"/>
            <a:ext cx="6223649" cy="1493807"/>
          </a:xfrm>
          <a:prstGeom prst="rect">
            <a:avLst/>
          </a:prstGeom>
          <a:noFill/>
        </p:spPr>
        <p:txBody>
          <a:bodyPr wrap="square">
            <a:spAutoFit/>
          </a:bodyPr>
          <a:lstStyle/>
          <a:p>
            <a:pPr>
              <a:lnSpc>
                <a:spcPts val="2800"/>
              </a:lnSpc>
            </a:pPr>
            <a:r>
              <a:rPr lang="zh-CN" altLang="en-US" sz="1800" kern="100" dirty="0">
                <a:effectLst/>
                <a:latin typeface="Microsoft YaHei" panose="020B0503020204020204" pitchFamily="34" charset="-122"/>
                <a:ea typeface="Microsoft YaHei" panose="020B0503020204020204" pitchFamily="34" charset="-122"/>
              </a:rPr>
              <a:t>       </a:t>
            </a:r>
            <a:r>
              <a:rPr lang="zh-CN" altLang="zh-CN" sz="1800" kern="100" dirty="0">
                <a:effectLst/>
                <a:latin typeface="Microsoft YaHei" panose="020B0503020204020204" pitchFamily="34" charset="-122"/>
                <a:ea typeface="Microsoft YaHei" panose="020B0503020204020204" pitchFamily="34" charset="-122"/>
              </a:rPr>
              <a:t>采用可变分区方式管理时，硬件设置两个专用的控制寄存器：基址寄存器和限长寄存器</a:t>
            </a:r>
            <a:r>
              <a:rPr lang="zh-CN" altLang="en-US" kern="100" dirty="0">
                <a:latin typeface="Microsoft YaHei" panose="020B0503020204020204" pitchFamily="34" charset="-122"/>
                <a:ea typeface="Microsoft YaHei" panose="020B0503020204020204" pitchFamily="34" charset="-122"/>
              </a:rPr>
              <a:t>，</a:t>
            </a:r>
            <a:r>
              <a:rPr lang="zh-CN" altLang="zh-CN" sz="1800" kern="100" dirty="0">
                <a:effectLst/>
                <a:latin typeface="Microsoft YaHei" panose="020B0503020204020204" pitchFamily="34" charset="-122"/>
                <a:ea typeface="Microsoft YaHei" panose="020B0503020204020204" pitchFamily="34" charset="-122"/>
              </a:rPr>
              <a:t>限长寄存器用来存放程序所占分区的长度，基址寄存器用来存放程序所占分区的起始地址</a:t>
            </a:r>
          </a:p>
        </p:txBody>
      </p:sp>
      <p:grpSp>
        <p:nvGrpSpPr>
          <p:cNvPr id="9" name="组合 8">
            <a:extLst>
              <a:ext uri="{FF2B5EF4-FFF2-40B4-BE49-F238E27FC236}">
                <a16:creationId xmlns:a16="http://schemas.microsoft.com/office/drawing/2014/main" xmlns="" id="{D68330EB-C378-C554-5B69-9D9FA4486634}"/>
              </a:ext>
            </a:extLst>
          </p:cNvPr>
          <p:cNvGrpSpPr/>
          <p:nvPr/>
        </p:nvGrpSpPr>
        <p:grpSpPr>
          <a:xfrm>
            <a:off x="8029877" y="2334618"/>
            <a:ext cx="3327400" cy="2678045"/>
            <a:chOff x="7608637" y="2335296"/>
            <a:chExt cx="3327400" cy="2678045"/>
          </a:xfrm>
        </p:grpSpPr>
        <p:pic>
          <p:nvPicPr>
            <p:cNvPr id="6" name="图片 5" descr="插图4-7">
              <a:extLst>
                <a:ext uri="{FF2B5EF4-FFF2-40B4-BE49-F238E27FC236}">
                  <a16:creationId xmlns:a16="http://schemas.microsoft.com/office/drawing/2014/main" xmlns="" id="{AC41A162-AEBB-3CC1-ADD3-1A448B112587}"/>
                </a:ext>
              </a:extLst>
            </p:cNvPr>
            <p:cNvPicPr>
              <a:picLocks noChangeAspect="1"/>
            </p:cNvPicPr>
            <p:nvPr/>
          </p:nvPicPr>
          <p:blipFill>
            <a:blip r:embed="rId3" cstate="print"/>
            <a:srcRect t="7277" b="16324"/>
            <a:stretch>
              <a:fillRect/>
            </a:stretch>
          </p:blipFill>
          <p:spPr bwMode="auto">
            <a:xfrm>
              <a:off x="7608637" y="2335296"/>
              <a:ext cx="3327400" cy="1898650"/>
            </a:xfrm>
            <a:prstGeom prst="rect">
              <a:avLst/>
            </a:prstGeom>
            <a:noFill/>
            <a:ln w="9525">
              <a:noFill/>
              <a:miter lim="800000"/>
              <a:headEnd/>
              <a:tailEnd/>
            </a:ln>
          </p:spPr>
        </p:pic>
        <p:sp>
          <p:nvSpPr>
            <p:cNvPr id="7" name="文本框 6">
              <a:extLst>
                <a:ext uri="{FF2B5EF4-FFF2-40B4-BE49-F238E27FC236}">
                  <a16:creationId xmlns:a16="http://schemas.microsoft.com/office/drawing/2014/main" xmlns="" id="{AA4060B4-5B2A-5090-8A6C-BFD464282942}"/>
                </a:ext>
              </a:extLst>
            </p:cNvPr>
            <p:cNvSpPr txBox="1"/>
            <p:nvPr/>
          </p:nvSpPr>
          <p:spPr>
            <a:xfrm>
              <a:off x="8288717" y="4705564"/>
              <a:ext cx="2039341" cy="307777"/>
            </a:xfrm>
            <a:prstGeom prst="rect">
              <a:avLst/>
            </a:prstGeom>
            <a:noFill/>
          </p:spPr>
          <p:txBody>
            <a:bodyPr wrap="none" rtlCol="0">
              <a:spAutoFit/>
            </a:bodyPr>
            <a:lstStyle/>
            <a:p>
              <a:pPr algn="ctr"/>
              <a:r>
                <a:rPr lang="zh-CN" altLang="zh-CN" sz="1400" kern="100" dirty="0">
                  <a:effectLst/>
                  <a:latin typeface="Times New Roman" panose="02020603050405020304" pitchFamily="18" charset="0"/>
                  <a:ea typeface="宋体" panose="02010600030101010101" pitchFamily="2" charset="-122"/>
                </a:rPr>
                <a:t>图</a:t>
              </a:r>
              <a:r>
                <a:rPr lang="en-US" altLang="zh-CN" sz="1400" kern="100" dirty="0">
                  <a:effectLst/>
                  <a:latin typeface="Times New Roman" panose="02020603050405020304" pitchFamily="18" charset="0"/>
                  <a:ea typeface="宋体" panose="02010600030101010101" pitchFamily="2" charset="-122"/>
                </a:rPr>
                <a:t>5-8</a:t>
              </a:r>
              <a:r>
                <a:rPr lang="zh-CN" altLang="zh-CN" sz="1400" kern="100" dirty="0">
                  <a:effectLst/>
                  <a:latin typeface="Times New Roman" panose="02020603050405020304" pitchFamily="18" charset="0"/>
                  <a:ea typeface="宋体" panose="02010600030101010101" pitchFamily="2" charset="-122"/>
                </a:rPr>
                <a:t>可变分区地址转换</a:t>
              </a:r>
            </a:p>
          </p:txBody>
        </p:sp>
      </p:grpSp>
    </p:spTree>
    <p:extLst>
      <p:ext uri="{BB962C8B-B14F-4D97-AF65-F5344CB8AC3E}">
        <p14:creationId xmlns:p14="http://schemas.microsoft.com/office/powerpoint/2010/main" xmlns="" val="1815179462"/>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p:txBody>
          <a:bodyPr/>
          <a:lstStyle/>
          <a:p>
            <a:r>
              <a:rPr lang="en-US" altLang="zh-CN" dirty="0">
                <a:sym typeface="Arial" panose="020B0604020202020204" pitchFamily="34" charset="0"/>
              </a:rPr>
              <a:t>5.2.2</a:t>
            </a:r>
            <a:r>
              <a:rPr lang="zh-CN" altLang="en-US" dirty="0">
                <a:sym typeface="Arial" panose="020B0604020202020204" pitchFamily="34" charset="0"/>
              </a:rPr>
              <a:t>可变分区 </a:t>
            </a:r>
            <a:r>
              <a:rPr lang="en-US" altLang="zh-CN" dirty="0">
                <a:sym typeface="Arial" panose="020B0604020202020204" pitchFamily="34" charset="0"/>
              </a:rPr>
              <a:t>I</a:t>
            </a:r>
            <a:r>
              <a:rPr lang="zh-CN" altLang="en-US" dirty="0">
                <a:sym typeface="Arial" panose="020B0604020202020204" pitchFamily="34" charset="0"/>
              </a:rPr>
              <a:t> 可变分区的实现</a:t>
            </a:r>
          </a:p>
        </p:txBody>
      </p:sp>
      <p:sp>
        <p:nvSpPr>
          <p:cNvPr id="5" name="文本框 4">
            <a:extLst>
              <a:ext uri="{FF2B5EF4-FFF2-40B4-BE49-F238E27FC236}">
                <a16:creationId xmlns:a16="http://schemas.microsoft.com/office/drawing/2014/main" xmlns="" id="{90510F1C-6C89-E9B6-6A4F-D18DD0733193}"/>
              </a:ext>
            </a:extLst>
          </p:cNvPr>
          <p:cNvSpPr txBox="1"/>
          <p:nvPr/>
        </p:nvSpPr>
        <p:spPr>
          <a:xfrm>
            <a:off x="442913" y="1103640"/>
            <a:ext cx="11219698" cy="775662"/>
          </a:xfrm>
          <a:prstGeom prst="rect">
            <a:avLst/>
          </a:prstGeom>
          <a:noFill/>
        </p:spPr>
        <p:txBody>
          <a:bodyPr wrap="square">
            <a:spAutoFit/>
          </a:bodyPr>
          <a:lstStyle/>
          <a:p>
            <a:pPr>
              <a:lnSpc>
                <a:spcPts val="2800"/>
              </a:lnSpc>
            </a:pPr>
            <a:r>
              <a:rPr lang="zh-CN" altLang="zh-CN" sz="1800" kern="100" dirty="0">
                <a:effectLst/>
                <a:latin typeface="Microsoft YaHei" panose="020B0503020204020204" pitchFamily="34" charset="-122"/>
                <a:ea typeface="Microsoft YaHei" panose="020B0503020204020204" pitchFamily="34" charset="-122"/>
              </a:rPr>
              <a:t>必须设置某种数据结构用以记录内存分配的情况，确定某种分配策略并且实施内存的分配与回收</a:t>
            </a:r>
          </a:p>
          <a:p>
            <a:pPr>
              <a:lnSpc>
                <a:spcPts val="2800"/>
              </a:lnSpc>
            </a:pPr>
            <a:r>
              <a:rPr lang="zh-CN" altLang="zh-CN" sz="1800" kern="100" dirty="0">
                <a:solidFill>
                  <a:srgbClr val="9A0001"/>
                </a:solidFill>
                <a:effectLst/>
                <a:latin typeface="Microsoft YaHei" panose="020B0503020204020204" pitchFamily="34" charset="-122"/>
                <a:ea typeface="Microsoft YaHei" panose="020B0503020204020204" pitchFamily="34" charset="-122"/>
              </a:rPr>
              <a:t>可以利用前述已分配内存链表和空闲内存链表来管理可变分区</a:t>
            </a:r>
          </a:p>
        </p:txBody>
      </p:sp>
      <p:grpSp>
        <p:nvGrpSpPr>
          <p:cNvPr id="4" name="组合 3">
            <a:extLst>
              <a:ext uri="{FF2B5EF4-FFF2-40B4-BE49-F238E27FC236}">
                <a16:creationId xmlns:a16="http://schemas.microsoft.com/office/drawing/2014/main" xmlns="" id="{A3AE40E1-25D3-CB82-BC31-DFF3AAB2DAFD}"/>
              </a:ext>
            </a:extLst>
          </p:cNvPr>
          <p:cNvGrpSpPr/>
          <p:nvPr/>
        </p:nvGrpSpPr>
        <p:grpSpPr>
          <a:xfrm>
            <a:off x="3316706" y="3908802"/>
            <a:ext cx="4114800" cy="2723317"/>
            <a:chOff x="3316706" y="3873567"/>
            <a:chExt cx="4114800" cy="2723317"/>
          </a:xfrm>
        </p:grpSpPr>
        <p:pic>
          <p:nvPicPr>
            <p:cNvPr id="2" name="图片 1" descr="5-5">
              <a:extLst>
                <a:ext uri="{FF2B5EF4-FFF2-40B4-BE49-F238E27FC236}">
                  <a16:creationId xmlns:a16="http://schemas.microsoft.com/office/drawing/2014/main" xmlns="" id="{A748B409-9487-5F92-6542-6C9736D48035}"/>
                </a:ext>
              </a:extLst>
            </p:cNvPr>
            <p:cNvPicPr>
              <a:picLocks noChangeAspect="1"/>
            </p:cNvPicPr>
            <p:nvPr/>
          </p:nvPicPr>
          <p:blipFill>
            <a:blip r:embed="rId3" cstate="print"/>
            <a:srcRect l="13022" t="12538" r="19701" b="34801"/>
            <a:stretch>
              <a:fillRect/>
            </a:stretch>
          </p:blipFill>
          <p:spPr bwMode="auto">
            <a:xfrm>
              <a:off x="3316706" y="3873567"/>
              <a:ext cx="4114800" cy="2415540"/>
            </a:xfrm>
            <a:prstGeom prst="rect">
              <a:avLst/>
            </a:prstGeom>
            <a:noFill/>
            <a:ln w="9525">
              <a:noFill/>
              <a:miter lim="800000"/>
              <a:headEnd/>
              <a:tailEnd/>
            </a:ln>
          </p:spPr>
        </p:pic>
        <p:sp>
          <p:nvSpPr>
            <p:cNvPr id="3" name="文本框 2">
              <a:extLst>
                <a:ext uri="{FF2B5EF4-FFF2-40B4-BE49-F238E27FC236}">
                  <a16:creationId xmlns:a16="http://schemas.microsoft.com/office/drawing/2014/main" xmlns="" id="{6C79F8EF-6418-4CFE-EB6F-8B1EB26A6E31}"/>
                </a:ext>
              </a:extLst>
            </p:cNvPr>
            <p:cNvSpPr txBox="1"/>
            <p:nvPr/>
          </p:nvSpPr>
          <p:spPr>
            <a:xfrm>
              <a:off x="4127610" y="6289107"/>
              <a:ext cx="2492990" cy="307777"/>
            </a:xfrm>
            <a:prstGeom prst="rect">
              <a:avLst/>
            </a:prstGeom>
            <a:noFill/>
          </p:spPr>
          <p:txBody>
            <a:bodyPr wrap="none" rtlCol="0">
              <a:spAutoFit/>
            </a:bodyPr>
            <a:lstStyle/>
            <a:p>
              <a:pPr algn="ctr"/>
              <a:r>
                <a:rPr lang="zh-CN" altLang="zh-CN" sz="1400" kern="100" dirty="0">
                  <a:effectLst/>
                  <a:latin typeface="Times New Roman" panose="02020603050405020304" pitchFamily="18" charset="0"/>
                  <a:ea typeface="宋体" panose="02010600030101010101" pitchFamily="2" charset="-122"/>
                  <a:cs typeface="Times New Roman" panose="02020603050405020304" pitchFamily="18" charset="0"/>
                </a:rPr>
                <a:t>图</a:t>
              </a:r>
              <a:r>
                <a:rPr lang="en-US" altLang="zh-CN" sz="1400" kern="100" dirty="0">
                  <a:effectLst/>
                  <a:latin typeface="Times New Roman" panose="02020603050405020304" pitchFamily="18" charset="0"/>
                  <a:ea typeface="宋体" panose="02010600030101010101" pitchFamily="2" charset="-122"/>
                </a:rPr>
                <a:t>5-9 </a:t>
              </a:r>
              <a:r>
                <a:rPr lang="zh-CN" altLang="zh-CN" sz="1400" kern="100" dirty="0">
                  <a:effectLst/>
                  <a:latin typeface="Times New Roman" panose="02020603050405020304" pitchFamily="18" charset="0"/>
                  <a:ea typeface="宋体" panose="02010600030101010101" pitchFamily="2" charset="-122"/>
                  <a:cs typeface="Times New Roman" panose="02020603050405020304" pitchFamily="18" charset="0"/>
                </a:rPr>
                <a:t>已分配区表和空闲区表</a:t>
              </a:r>
              <a:r>
                <a:rPr lang="zh-CN" altLang="zh-CN" sz="1400" dirty="0">
                  <a:effectLst/>
                </a:rPr>
                <a:t> </a:t>
              </a:r>
              <a:endParaRPr kumimoji="1" lang="zh-CN" altLang="en-US" sz="1400" dirty="0">
                <a:latin typeface="Arial" panose="020B0604020202020204" pitchFamily="34" charset="0"/>
                <a:ea typeface="微软雅黑" panose="020B0503020204020204" pitchFamily="34" charset="-122"/>
                <a:cs typeface="+mn-ea"/>
                <a:sym typeface="Arial" panose="020B0604020202020204" pitchFamily="34" charset="0"/>
              </a:endParaRPr>
            </a:p>
          </p:txBody>
        </p:sp>
      </p:grpSp>
      <p:sp>
        <p:nvSpPr>
          <p:cNvPr id="7" name="文本框 6">
            <a:extLst>
              <a:ext uri="{FF2B5EF4-FFF2-40B4-BE49-F238E27FC236}">
                <a16:creationId xmlns:a16="http://schemas.microsoft.com/office/drawing/2014/main" xmlns="" id="{98E3F63E-BEA5-8258-4D5A-91175965A45D}"/>
              </a:ext>
            </a:extLst>
          </p:cNvPr>
          <p:cNvSpPr txBox="1"/>
          <p:nvPr/>
        </p:nvSpPr>
        <p:spPr>
          <a:xfrm>
            <a:off x="442913" y="2584961"/>
            <a:ext cx="10704058" cy="1295291"/>
          </a:xfrm>
          <a:prstGeom prst="rect">
            <a:avLst/>
          </a:prstGeom>
          <a:noFill/>
        </p:spPr>
        <p:txBody>
          <a:bodyPr wrap="square">
            <a:spAutoFit/>
          </a:bodyPr>
          <a:lstStyle/>
          <a:p>
            <a:pPr algn="just">
              <a:lnSpc>
                <a:spcPts val="2400"/>
              </a:lnSpc>
            </a:pPr>
            <a:r>
              <a:rPr lang="zh-CN" altLang="en-US" sz="1600" kern="100" dirty="0">
                <a:solidFill>
                  <a:schemeClr val="bg1">
                    <a:lumMod val="65000"/>
                  </a:schemeClr>
                </a:solidFill>
                <a:latin typeface="Microsoft YaHei" panose="020B0503020204020204" pitchFamily="34" charset="-122"/>
                <a:ea typeface="Microsoft YaHei" panose="020B0503020204020204" pitchFamily="34" charset="-122"/>
              </a:rPr>
              <a:t>       </a:t>
            </a:r>
            <a:r>
              <a:rPr lang="zh-CN" altLang="zh-CN" sz="1600" kern="100" dirty="0">
                <a:solidFill>
                  <a:schemeClr val="bg1">
                    <a:lumMod val="65000"/>
                  </a:schemeClr>
                </a:solidFill>
                <a:latin typeface="Microsoft YaHei" panose="020B0503020204020204" pitchFamily="34" charset="-122"/>
                <a:ea typeface="Microsoft YaHei" panose="020B0503020204020204" pitchFamily="34" charset="-122"/>
              </a:rPr>
              <a:t>已分配内存链表也称为已分配区表，记录已装入的程序在内存中占用分区的起始地址和长度，用标志位指出占用分区的程序名。另一个是空闲内存链表，也称为空闲区表，记录内存中可供分配的空闲区的起始地址和长度，用标志位指出该分区是未分配的空闲区。由于已占用分区和空闲区的个数不定，因此，两张表格中都应设置适当的空栏目，分别用以登记新内存分配表项，如图</a:t>
            </a:r>
            <a:r>
              <a:rPr lang="en-US" altLang="zh-CN" sz="1600" kern="100" dirty="0">
                <a:solidFill>
                  <a:schemeClr val="bg1">
                    <a:lumMod val="65000"/>
                  </a:schemeClr>
                </a:solidFill>
                <a:latin typeface="Microsoft YaHei" panose="020B0503020204020204" pitchFamily="34" charset="-122"/>
                <a:ea typeface="Microsoft YaHei" panose="020B0503020204020204" pitchFamily="34" charset="-122"/>
              </a:rPr>
              <a:t>5-9</a:t>
            </a:r>
            <a:r>
              <a:rPr lang="zh-CN" altLang="zh-CN" sz="1600" kern="100" dirty="0">
                <a:solidFill>
                  <a:schemeClr val="bg1">
                    <a:lumMod val="65000"/>
                  </a:schemeClr>
                </a:solidFill>
                <a:latin typeface="Microsoft YaHei" panose="020B0503020204020204" pitchFamily="34" charset="-122"/>
                <a:ea typeface="Microsoft YaHei" panose="020B0503020204020204" pitchFamily="34" charset="-122"/>
              </a:rPr>
              <a:t>所示</a:t>
            </a:r>
          </a:p>
        </p:txBody>
      </p:sp>
      <p:sp>
        <p:nvSpPr>
          <p:cNvPr id="9" name="文本框 8">
            <a:extLst>
              <a:ext uri="{FF2B5EF4-FFF2-40B4-BE49-F238E27FC236}">
                <a16:creationId xmlns:a16="http://schemas.microsoft.com/office/drawing/2014/main" xmlns="" id="{FA51B7A7-6D92-E04E-61F2-5A3D3640DE7B}"/>
              </a:ext>
            </a:extLst>
          </p:cNvPr>
          <p:cNvSpPr txBox="1"/>
          <p:nvPr/>
        </p:nvSpPr>
        <p:spPr>
          <a:xfrm>
            <a:off x="442913" y="2187079"/>
            <a:ext cx="646331" cy="369332"/>
          </a:xfrm>
          <a:prstGeom prst="rect">
            <a:avLst/>
          </a:prstGeom>
          <a:noFill/>
        </p:spPr>
        <p:txBody>
          <a:bodyPr wrap="none" rtlCol="0">
            <a:spAutoFit/>
          </a:bodyPr>
          <a:lstStyle/>
          <a:p>
            <a:pPr algn="ctr"/>
            <a:r>
              <a:rPr kumimoji="1" lang="zh-CN" altLang="en-US" dirty="0">
                <a:solidFill>
                  <a:srgbClr val="9A0001"/>
                </a:solidFill>
                <a:latin typeface="Arial" panose="020B0604020202020204" pitchFamily="34" charset="0"/>
                <a:ea typeface="微软雅黑" panose="020B0503020204020204" pitchFamily="34" charset="-122"/>
                <a:cs typeface="+mn-ea"/>
                <a:sym typeface="Arial" panose="020B0604020202020204" pitchFamily="34" charset="0"/>
              </a:rPr>
              <a:t>案例</a:t>
            </a:r>
          </a:p>
        </p:txBody>
      </p:sp>
    </p:spTree>
    <p:extLst>
      <p:ext uri="{BB962C8B-B14F-4D97-AF65-F5344CB8AC3E}">
        <p14:creationId xmlns:p14="http://schemas.microsoft.com/office/powerpoint/2010/main" xmlns="" val="2853971877"/>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p:txBody>
          <a:bodyPr/>
          <a:lstStyle/>
          <a:p>
            <a:r>
              <a:rPr lang="en-US" altLang="zh-CN" dirty="0">
                <a:sym typeface="Arial" panose="020B0604020202020204" pitchFamily="34" charset="0"/>
              </a:rPr>
              <a:t>5.2.2</a:t>
            </a:r>
            <a:r>
              <a:rPr lang="zh-CN" altLang="en-US" dirty="0">
                <a:sym typeface="Arial" panose="020B0604020202020204" pitchFamily="34" charset="0"/>
              </a:rPr>
              <a:t>可变分区 </a:t>
            </a:r>
            <a:r>
              <a:rPr lang="en-US" altLang="zh-CN" dirty="0">
                <a:sym typeface="Arial" panose="020B0604020202020204" pitchFamily="34" charset="0"/>
              </a:rPr>
              <a:t>I</a:t>
            </a:r>
            <a:r>
              <a:rPr lang="zh-CN" altLang="en-US" dirty="0">
                <a:sym typeface="Arial" panose="020B0604020202020204" pitchFamily="34" charset="0"/>
              </a:rPr>
              <a:t> 可变分区的实现</a:t>
            </a:r>
          </a:p>
        </p:txBody>
      </p:sp>
      <p:grpSp>
        <p:nvGrpSpPr>
          <p:cNvPr id="6" name="组合 5">
            <a:extLst>
              <a:ext uri="{FF2B5EF4-FFF2-40B4-BE49-F238E27FC236}">
                <a16:creationId xmlns:a16="http://schemas.microsoft.com/office/drawing/2014/main" xmlns="" id="{5E05B3BC-0A86-DFA6-2659-EC5A6526A4F2}"/>
              </a:ext>
            </a:extLst>
          </p:cNvPr>
          <p:cNvGrpSpPr/>
          <p:nvPr/>
        </p:nvGrpSpPr>
        <p:grpSpPr>
          <a:xfrm>
            <a:off x="958342" y="2550142"/>
            <a:ext cx="9367151" cy="2090601"/>
            <a:chOff x="2484002" y="3059558"/>
            <a:chExt cx="7064016" cy="1576578"/>
          </a:xfrm>
        </p:grpSpPr>
        <p:sp>
          <p:nvSpPr>
            <p:cNvPr id="7" name="稻壳儿小白白(http://dwz.cn/Wu2UP)">
              <a:hlinkClick r:id="rId3" action="ppaction://hlinksldjump"/>
              <a:extLst>
                <a:ext uri="{FF2B5EF4-FFF2-40B4-BE49-F238E27FC236}">
                  <a16:creationId xmlns:a16="http://schemas.microsoft.com/office/drawing/2014/main" xmlns="" id="{CDA1DCDF-2FB5-C0D9-80DA-2C97C4125ED0}"/>
                </a:ext>
              </a:extLst>
            </p:cNvPr>
            <p:cNvSpPr>
              <a:spLocks/>
            </p:cNvSpPr>
            <p:nvPr/>
          </p:nvSpPr>
          <p:spPr bwMode="auto">
            <a:xfrm rot="5400000">
              <a:off x="3201988" y="2951004"/>
              <a:ext cx="1265237" cy="2105025"/>
            </a:xfrm>
            <a:custGeom>
              <a:avLst/>
              <a:gdLst>
                <a:gd name="T0" fmla="*/ 0 w 1265436"/>
                <a:gd name="T1" fmla="*/ 0 h 2105657"/>
                <a:gd name="T2" fmla="*/ 203862 w 1265436"/>
                <a:gd name="T3" fmla="*/ 0 h 2105657"/>
                <a:gd name="T4" fmla="*/ 203862 w 1265436"/>
                <a:gd name="T5" fmla="*/ 1901669 h 2105657"/>
                <a:gd name="T6" fmla="*/ 1265436 w 1265436"/>
                <a:gd name="T7" fmla="*/ 1901669 h 2105657"/>
                <a:gd name="T8" fmla="*/ 1265436 w 1265436"/>
                <a:gd name="T9" fmla="*/ 2105657 h 2105657"/>
                <a:gd name="T10" fmla="*/ 0 w 1265436"/>
                <a:gd name="T11" fmla="*/ 2105657 h 2105657"/>
                <a:gd name="T12" fmla="*/ 0 w 1265436"/>
                <a:gd name="T13" fmla="*/ 0 h 2105657"/>
              </a:gdLst>
              <a:ahLst/>
              <a:cxnLst>
                <a:cxn ang="0">
                  <a:pos x="T0" y="T1"/>
                </a:cxn>
                <a:cxn ang="0">
                  <a:pos x="T2" y="T3"/>
                </a:cxn>
                <a:cxn ang="0">
                  <a:pos x="T4" y="T5"/>
                </a:cxn>
                <a:cxn ang="0">
                  <a:pos x="T6" y="T7"/>
                </a:cxn>
                <a:cxn ang="0">
                  <a:pos x="T8" y="T9"/>
                </a:cxn>
                <a:cxn ang="0">
                  <a:pos x="T10" y="T11"/>
                </a:cxn>
                <a:cxn ang="0">
                  <a:pos x="T12" y="T13"/>
                </a:cxn>
              </a:cxnLst>
              <a:rect l="0" t="0" r="r" b="b"/>
              <a:pathLst>
                <a:path w="1265436" h="2105657">
                  <a:moveTo>
                    <a:pt x="0" y="0"/>
                  </a:moveTo>
                  <a:lnTo>
                    <a:pt x="203862" y="0"/>
                  </a:lnTo>
                  <a:lnTo>
                    <a:pt x="203862" y="1901669"/>
                  </a:lnTo>
                  <a:lnTo>
                    <a:pt x="1265436" y="1901669"/>
                  </a:lnTo>
                  <a:lnTo>
                    <a:pt x="1265436" y="2105657"/>
                  </a:lnTo>
                  <a:lnTo>
                    <a:pt x="0" y="2105657"/>
                  </a:lnTo>
                  <a:lnTo>
                    <a:pt x="0" y="0"/>
                  </a:lnTo>
                  <a:close/>
                </a:path>
              </a:pathLst>
            </a:custGeom>
            <a:solidFill>
              <a:schemeClr val="accent1"/>
            </a:solidFill>
            <a:ln>
              <a:noFill/>
            </a:ln>
          </p:spPr>
          <p:txBody>
            <a:bodyPr/>
            <a:lstStyle/>
            <a:p>
              <a:pPr>
                <a:buFont typeface="Arial" panose="020B0604020202020204" pitchFamily="34" charset="0"/>
                <a:buNone/>
                <a:defRPr/>
              </a:pPr>
              <a:endParaRPr lang="zh-CN" altLang="en-US" dirty="0">
                <a:solidFill>
                  <a:schemeClr val="tx1">
                    <a:lumMod val="85000"/>
                    <a:lumOff val="15000"/>
                  </a:schemeClr>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0" name="稻壳儿小白白(http://dwz.cn/Wu2UP)">
              <a:extLst>
                <a:ext uri="{FF2B5EF4-FFF2-40B4-BE49-F238E27FC236}">
                  <a16:creationId xmlns:a16="http://schemas.microsoft.com/office/drawing/2014/main" xmlns="" id="{1FF2637C-A011-F5DE-486B-49B12B0D9B10}"/>
                </a:ext>
              </a:extLst>
            </p:cNvPr>
            <p:cNvSpPr>
              <a:spLocks/>
            </p:cNvSpPr>
            <p:nvPr/>
          </p:nvSpPr>
          <p:spPr bwMode="auto">
            <a:xfrm rot="5400000">
              <a:off x="5534025" y="2950210"/>
              <a:ext cx="1266825" cy="2105025"/>
            </a:xfrm>
            <a:custGeom>
              <a:avLst/>
              <a:gdLst>
                <a:gd name="T0" fmla="*/ 0 w 1265436"/>
                <a:gd name="T1" fmla="*/ 0 h 2105657"/>
                <a:gd name="T2" fmla="*/ 203862 w 1265436"/>
                <a:gd name="T3" fmla="*/ 0 h 2105657"/>
                <a:gd name="T4" fmla="*/ 203862 w 1265436"/>
                <a:gd name="T5" fmla="*/ 1901669 h 2105657"/>
                <a:gd name="T6" fmla="*/ 1265436 w 1265436"/>
                <a:gd name="T7" fmla="*/ 1901669 h 2105657"/>
                <a:gd name="T8" fmla="*/ 1265436 w 1265436"/>
                <a:gd name="T9" fmla="*/ 2105657 h 2105657"/>
                <a:gd name="T10" fmla="*/ 0 w 1265436"/>
                <a:gd name="T11" fmla="*/ 2105657 h 2105657"/>
                <a:gd name="T12" fmla="*/ 0 w 1265436"/>
                <a:gd name="T13" fmla="*/ 0 h 2105657"/>
              </a:gdLst>
              <a:ahLst/>
              <a:cxnLst>
                <a:cxn ang="0">
                  <a:pos x="T0" y="T1"/>
                </a:cxn>
                <a:cxn ang="0">
                  <a:pos x="T2" y="T3"/>
                </a:cxn>
                <a:cxn ang="0">
                  <a:pos x="T4" y="T5"/>
                </a:cxn>
                <a:cxn ang="0">
                  <a:pos x="T6" y="T7"/>
                </a:cxn>
                <a:cxn ang="0">
                  <a:pos x="T8" y="T9"/>
                </a:cxn>
                <a:cxn ang="0">
                  <a:pos x="T10" y="T11"/>
                </a:cxn>
                <a:cxn ang="0">
                  <a:pos x="T12" y="T13"/>
                </a:cxn>
              </a:cxnLst>
              <a:rect l="0" t="0" r="r" b="b"/>
              <a:pathLst>
                <a:path w="1265436" h="2105657">
                  <a:moveTo>
                    <a:pt x="0" y="0"/>
                  </a:moveTo>
                  <a:lnTo>
                    <a:pt x="203862" y="0"/>
                  </a:lnTo>
                  <a:lnTo>
                    <a:pt x="203862" y="1901669"/>
                  </a:lnTo>
                  <a:lnTo>
                    <a:pt x="1265436" y="1901669"/>
                  </a:lnTo>
                  <a:lnTo>
                    <a:pt x="1265436" y="2105657"/>
                  </a:lnTo>
                  <a:lnTo>
                    <a:pt x="0" y="2105657"/>
                  </a:lnTo>
                  <a:lnTo>
                    <a:pt x="0" y="0"/>
                  </a:lnTo>
                  <a:close/>
                </a:path>
              </a:pathLst>
            </a:custGeom>
            <a:solidFill>
              <a:srgbClr val="CEAB6E"/>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a:buFont typeface="Arial" panose="020B0604020202020204" pitchFamily="34" charset="0"/>
                <a:buNone/>
                <a:defRPr/>
              </a:pPr>
              <a:endParaRPr lang="zh-CN" altLang="en-US" dirty="0">
                <a:solidFill>
                  <a:schemeClr val="tx1">
                    <a:lumMod val="85000"/>
                    <a:lumOff val="15000"/>
                  </a:schemeClr>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2" name="稻壳儿小白白(http://dwz.cn/Wu2UP)">
              <a:extLst>
                <a:ext uri="{FF2B5EF4-FFF2-40B4-BE49-F238E27FC236}">
                  <a16:creationId xmlns:a16="http://schemas.microsoft.com/office/drawing/2014/main" xmlns="" id="{65D81B05-17F7-1451-B6AA-298C02F84FAE}"/>
                </a:ext>
              </a:extLst>
            </p:cNvPr>
            <p:cNvSpPr>
              <a:spLocks/>
            </p:cNvSpPr>
            <p:nvPr/>
          </p:nvSpPr>
          <p:spPr bwMode="auto">
            <a:xfrm rot="5400000">
              <a:off x="7862886" y="2951004"/>
              <a:ext cx="1265238" cy="2105025"/>
            </a:xfrm>
            <a:custGeom>
              <a:avLst/>
              <a:gdLst>
                <a:gd name="T0" fmla="*/ 0 w 1265436"/>
                <a:gd name="T1" fmla="*/ 0 h 2105657"/>
                <a:gd name="T2" fmla="*/ 203862 w 1265436"/>
                <a:gd name="T3" fmla="*/ 0 h 2105657"/>
                <a:gd name="T4" fmla="*/ 203862 w 1265436"/>
                <a:gd name="T5" fmla="*/ 1901669 h 2105657"/>
                <a:gd name="T6" fmla="*/ 1265436 w 1265436"/>
                <a:gd name="T7" fmla="*/ 1901669 h 2105657"/>
                <a:gd name="T8" fmla="*/ 1265436 w 1265436"/>
                <a:gd name="T9" fmla="*/ 2105657 h 2105657"/>
                <a:gd name="T10" fmla="*/ 0 w 1265436"/>
                <a:gd name="T11" fmla="*/ 2105657 h 2105657"/>
                <a:gd name="T12" fmla="*/ 0 w 1265436"/>
                <a:gd name="T13" fmla="*/ 0 h 2105657"/>
              </a:gdLst>
              <a:ahLst/>
              <a:cxnLst>
                <a:cxn ang="0">
                  <a:pos x="T0" y="T1"/>
                </a:cxn>
                <a:cxn ang="0">
                  <a:pos x="T2" y="T3"/>
                </a:cxn>
                <a:cxn ang="0">
                  <a:pos x="T4" y="T5"/>
                </a:cxn>
                <a:cxn ang="0">
                  <a:pos x="T6" y="T7"/>
                </a:cxn>
                <a:cxn ang="0">
                  <a:pos x="T8" y="T9"/>
                </a:cxn>
                <a:cxn ang="0">
                  <a:pos x="T10" y="T11"/>
                </a:cxn>
                <a:cxn ang="0">
                  <a:pos x="T12" y="T13"/>
                </a:cxn>
              </a:cxnLst>
              <a:rect l="0" t="0" r="r" b="b"/>
              <a:pathLst>
                <a:path w="1265436" h="2105657">
                  <a:moveTo>
                    <a:pt x="0" y="0"/>
                  </a:moveTo>
                  <a:lnTo>
                    <a:pt x="203862" y="0"/>
                  </a:lnTo>
                  <a:lnTo>
                    <a:pt x="203862" y="1901669"/>
                  </a:lnTo>
                  <a:lnTo>
                    <a:pt x="1265436" y="1901669"/>
                  </a:lnTo>
                  <a:lnTo>
                    <a:pt x="1265436" y="2105657"/>
                  </a:lnTo>
                  <a:lnTo>
                    <a:pt x="0" y="2105657"/>
                  </a:lnTo>
                  <a:lnTo>
                    <a:pt x="0" y="0"/>
                  </a:lnTo>
                  <a:close/>
                </a:path>
              </a:pathLst>
            </a:custGeom>
            <a:solidFill>
              <a:schemeClr val="accent1"/>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a:buFont typeface="Arial" panose="020B0604020202020204" pitchFamily="34" charset="0"/>
                <a:buNone/>
                <a:defRPr/>
              </a:pPr>
              <a:endParaRPr lang="zh-CN" altLang="en-US">
                <a:solidFill>
                  <a:schemeClr val="tx1">
                    <a:lumMod val="85000"/>
                    <a:lumOff val="15000"/>
                  </a:schemeClr>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 name="稻壳儿小白白(http://dwz.cn/Wu2UP)">
              <a:extLst>
                <a:ext uri="{FF2B5EF4-FFF2-40B4-BE49-F238E27FC236}">
                  <a16:creationId xmlns:a16="http://schemas.microsoft.com/office/drawing/2014/main" xmlns="" id="{1524A807-9879-3694-8195-8CAB68F733C4}"/>
                </a:ext>
              </a:extLst>
            </p:cNvPr>
            <p:cNvSpPr txBox="1">
              <a:spLocks noChangeArrowheads="1"/>
            </p:cNvSpPr>
            <p:nvPr/>
          </p:nvSpPr>
          <p:spPr bwMode="auto">
            <a:xfrm>
              <a:off x="3096206" y="3686810"/>
              <a:ext cx="1864682" cy="9049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lIns="0" tIns="0" rIns="0" bIns="0">
              <a:spAutoFit/>
            </a:bodyPr>
            <a:lstStyle>
              <a:lvl1pPr defTabSz="1216025">
                <a:defRPr>
                  <a:solidFill>
                    <a:schemeClr val="tx1"/>
                  </a:solidFill>
                  <a:latin typeface="Arial" panose="020B0604020202020204" pitchFamily="34" charset="0"/>
                  <a:ea typeface="微软雅黑" panose="020B0503020204020204" pitchFamily="34" charset="-122"/>
                </a:defRPr>
              </a:lvl1pPr>
              <a:lvl2pPr marL="742950" indent="-285750" defTabSz="1216025">
                <a:defRPr>
                  <a:solidFill>
                    <a:schemeClr val="tx1"/>
                  </a:solidFill>
                  <a:latin typeface="Arial" panose="020B0604020202020204" pitchFamily="34" charset="0"/>
                  <a:ea typeface="微软雅黑" panose="020B0503020204020204" pitchFamily="34" charset="-122"/>
                </a:defRPr>
              </a:lvl2pPr>
              <a:lvl3pPr marL="1143000" indent="-228600" defTabSz="1216025">
                <a:defRPr>
                  <a:solidFill>
                    <a:schemeClr val="tx1"/>
                  </a:solidFill>
                  <a:latin typeface="Arial" panose="020B0604020202020204" pitchFamily="34" charset="0"/>
                  <a:ea typeface="微软雅黑" panose="020B0503020204020204" pitchFamily="34" charset="-122"/>
                </a:defRPr>
              </a:lvl3pPr>
              <a:lvl4pPr marL="1600200" indent="-228600" defTabSz="1216025">
                <a:defRPr>
                  <a:solidFill>
                    <a:schemeClr val="tx1"/>
                  </a:solidFill>
                  <a:latin typeface="Arial" panose="020B0604020202020204" pitchFamily="34" charset="0"/>
                  <a:ea typeface="微软雅黑" panose="020B0503020204020204" pitchFamily="34" charset="-122"/>
                </a:defRPr>
              </a:lvl4pPr>
              <a:lvl5pPr marL="2057400" indent="-228600" defTabSz="1216025">
                <a:defRPr>
                  <a:solidFill>
                    <a:schemeClr val="tx1"/>
                  </a:solidFill>
                  <a:latin typeface="Arial" panose="020B0604020202020204" pitchFamily="34" charset="0"/>
                  <a:ea typeface="微软雅黑" panose="020B0503020204020204" pitchFamily="34" charset="-122"/>
                </a:defRPr>
              </a:lvl5pPr>
              <a:lvl6pPr marL="2514600" indent="-228600" defTabSz="1216025" fontAlgn="base">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6pPr>
              <a:lvl7pPr marL="2971800" indent="-228600" defTabSz="1216025" fontAlgn="base">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7pPr>
              <a:lvl8pPr marL="3429000" indent="-228600" defTabSz="1216025" fontAlgn="base">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8pPr>
              <a:lvl9pPr marL="3886200" indent="-228600" defTabSz="1216025" fontAlgn="base">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9pPr>
            </a:lstStyle>
            <a:p>
              <a:pPr eaLnBrk="1" hangingPunct="1">
                <a:lnSpc>
                  <a:spcPts val="2400"/>
                </a:lnSpc>
                <a:spcBef>
                  <a:spcPct val="20000"/>
                </a:spcBef>
                <a:buFont typeface="Arial" panose="020B0604020202020204" pitchFamily="34" charset="0"/>
                <a:buNone/>
                <a:defRPr/>
              </a:pPr>
              <a:r>
                <a:rPr lang="zh-CN" altLang="zh-CN" sz="1500" kern="100" dirty="0">
                  <a:effectLst/>
                  <a:latin typeface="Microsoft YaHei" panose="020B0503020204020204" pitchFamily="34" charset="-122"/>
                  <a:ea typeface="Microsoft YaHei" panose="020B0503020204020204" pitchFamily="34" charset="-122"/>
                </a:rPr>
                <a:t>当接到内存申请时，顺序查找空闲区表，找到第一个满足申请长度的空闲区，将其分割并分配</a:t>
              </a:r>
              <a:endParaRPr lang="zh-CN" altLang="en-US" sz="1500" kern="100" dirty="0">
                <a:effectLst/>
                <a:latin typeface="Microsoft YaHei" panose="020B0503020204020204" pitchFamily="34" charset="-122"/>
                <a:ea typeface="Microsoft YaHei" panose="020B0503020204020204" pitchFamily="34" charset="-122"/>
              </a:endParaRPr>
            </a:p>
          </p:txBody>
        </p:sp>
        <p:sp>
          <p:nvSpPr>
            <p:cNvPr id="14" name="稻壳儿小白白(http://dwz.cn/Wu2UP)">
              <a:extLst>
                <a:ext uri="{FF2B5EF4-FFF2-40B4-BE49-F238E27FC236}">
                  <a16:creationId xmlns:a16="http://schemas.microsoft.com/office/drawing/2014/main" xmlns="" id="{5DB2C3D8-7981-023E-13E2-EAF37406B6D9}"/>
                </a:ext>
              </a:extLst>
            </p:cNvPr>
            <p:cNvSpPr txBox="1">
              <a:spLocks noChangeArrowheads="1"/>
            </p:cNvSpPr>
            <p:nvPr/>
          </p:nvSpPr>
          <p:spPr bwMode="auto">
            <a:xfrm>
              <a:off x="5450249" y="3686810"/>
              <a:ext cx="1864682" cy="9049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lIns="0" tIns="0" rIns="0" bIns="0">
              <a:spAutoFit/>
            </a:bodyPr>
            <a:lstStyle>
              <a:lvl1pPr defTabSz="1216025">
                <a:defRPr>
                  <a:solidFill>
                    <a:schemeClr val="tx1"/>
                  </a:solidFill>
                  <a:latin typeface="Arial" panose="020B0604020202020204" pitchFamily="34" charset="0"/>
                  <a:ea typeface="微软雅黑" panose="020B0503020204020204" pitchFamily="34" charset="-122"/>
                </a:defRPr>
              </a:lvl1pPr>
              <a:lvl2pPr marL="742950" indent="-285750" defTabSz="1216025">
                <a:defRPr>
                  <a:solidFill>
                    <a:schemeClr val="tx1"/>
                  </a:solidFill>
                  <a:latin typeface="Arial" panose="020B0604020202020204" pitchFamily="34" charset="0"/>
                  <a:ea typeface="微软雅黑" panose="020B0503020204020204" pitchFamily="34" charset="-122"/>
                </a:defRPr>
              </a:lvl2pPr>
              <a:lvl3pPr marL="1143000" indent="-228600" defTabSz="1216025">
                <a:defRPr>
                  <a:solidFill>
                    <a:schemeClr val="tx1"/>
                  </a:solidFill>
                  <a:latin typeface="Arial" panose="020B0604020202020204" pitchFamily="34" charset="0"/>
                  <a:ea typeface="微软雅黑" panose="020B0503020204020204" pitchFamily="34" charset="-122"/>
                </a:defRPr>
              </a:lvl3pPr>
              <a:lvl4pPr marL="1600200" indent="-228600" defTabSz="1216025">
                <a:defRPr>
                  <a:solidFill>
                    <a:schemeClr val="tx1"/>
                  </a:solidFill>
                  <a:latin typeface="Arial" panose="020B0604020202020204" pitchFamily="34" charset="0"/>
                  <a:ea typeface="微软雅黑" panose="020B0503020204020204" pitchFamily="34" charset="-122"/>
                </a:defRPr>
              </a:lvl4pPr>
              <a:lvl5pPr marL="2057400" indent="-228600" defTabSz="1216025">
                <a:defRPr>
                  <a:solidFill>
                    <a:schemeClr val="tx1"/>
                  </a:solidFill>
                  <a:latin typeface="Arial" panose="020B0604020202020204" pitchFamily="34" charset="0"/>
                  <a:ea typeface="微软雅黑" panose="020B0503020204020204" pitchFamily="34" charset="-122"/>
                </a:defRPr>
              </a:lvl5pPr>
              <a:lvl6pPr marL="2514600" indent="-228600" defTabSz="1216025" fontAlgn="base">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6pPr>
              <a:lvl7pPr marL="2971800" indent="-228600" defTabSz="1216025" fontAlgn="base">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7pPr>
              <a:lvl8pPr marL="3429000" indent="-228600" defTabSz="1216025" fontAlgn="base">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8pPr>
              <a:lvl9pPr marL="3886200" indent="-228600" defTabSz="1216025" fontAlgn="base">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9pPr>
            </a:lstStyle>
            <a:p>
              <a:pPr>
                <a:lnSpc>
                  <a:spcPts val="2400"/>
                </a:lnSpc>
                <a:spcBef>
                  <a:spcPct val="20000"/>
                </a:spcBef>
                <a:defRPr/>
              </a:pPr>
              <a:r>
                <a:rPr lang="zh-CN" altLang="zh-CN" sz="1500" kern="100" dirty="0">
                  <a:latin typeface="+mj-ea"/>
                  <a:ea typeface="+mj-ea"/>
                </a:rPr>
                <a:t>当接到内存申请时，查找分区说明表，找到第一个能满足申请长度的最小空闲区，将其分割并分配</a:t>
              </a:r>
              <a:endParaRPr lang="zh-CN" altLang="zh-CN" sz="1500" kern="100" dirty="0">
                <a:effectLst/>
                <a:latin typeface="+mj-ea"/>
                <a:ea typeface="+mj-ea"/>
              </a:endParaRPr>
            </a:p>
          </p:txBody>
        </p:sp>
        <p:sp>
          <p:nvSpPr>
            <p:cNvPr id="15" name="稻壳儿小白白(http://dwz.cn/Wu2UP)">
              <a:extLst>
                <a:ext uri="{FF2B5EF4-FFF2-40B4-BE49-F238E27FC236}">
                  <a16:creationId xmlns:a16="http://schemas.microsoft.com/office/drawing/2014/main" xmlns="" id="{333B9028-2D35-D9EB-1C03-61832090A180}"/>
                </a:ext>
              </a:extLst>
            </p:cNvPr>
            <p:cNvSpPr txBox="1">
              <a:spLocks noChangeArrowheads="1"/>
            </p:cNvSpPr>
            <p:nvPr/>
          </p:nvSpPr>
          <p:spPr bwMode="auto">
            <a:xfrm>
              <a:off x="7783080" y="3690230"/>
              <a:ext cx="1764938" cy="67508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lIns="0" tIns="0" rIns="0" bIns="0">
              <a:spAutoFit/>
            </a:bodyPr>
            <a:lstStyle>
              <a:lvl1pPr defTabSz="1216025">
                <a:defRPr>
                  <a:solidFill>
                    <a:schemeClr val="tx1"/>
                  </a:solidFill>
                  <a:latin typeface="Arial" panose="020B0604020202020204" pitchFamily="34" charset="0"/>
                  <a:ea typeface="微软雅黑" panose="020B0503020204020204" pitchFamily="34" charset="-122"/>
                </a:defRPr>
              </a:lvl1pPr>
              <a:lvl2pPr marL="742950" indent="-285750" defTabSz="1216025">
                <a:defRPr>
                  <a:solidFill>
                    <a:schemeClr val="tx1"/>
                  </a:solidFill>
                  <a:latin typeface="Arial" panose="020B0604020202020204" pitchFamily="34" charset="0"/>
                  <a:ea typeface="微软雅黑" panose="020B0503020204020204" pitchFamily="34" charset="-122"/>
                </a:defRPr>
              </a:lvl2pPr>
              <a:lvl3pPr marL="1143000" indent="-228600" defTabSz="1216025">
                <a:defRPr>
                  <a:solidFill>
                    <a:schemeClr val="tx1"/>
                  </a:solidFill>
                  <a:latin typeface="Arial" panose="020B0604020202020204" pitchFamily="34" charset="0"/>
                  <a:ea typeface="微软雅黑" panose="020B0503020204020204" pitchFamily="34" charset="-122"/>
                </a:defRPr>
              </a:lvl3pPr>
              <a:lvl4pPr marL="1600200" indent="-228600" defTabSz="1216025">
                <a:defRPr>
                  <a:solidFill>
                    <a:schemeClr val="tx1"/>
                  </a:solidFill>
                  <a:latin typeface="Arial" panose="020B0604020202020204" pitchFamily="34" charset="0"/>
                  <a:ea typeface="微软雅黑" panose="020B0503020204020204" pitchFamily="34" charset="-122"/>
                </a:defRPr>
              </a:lvl4pPr>
              <a:lvl5pPr marL="2057400" indent="-228600" defTabSz="1216025">
                <a:defRPr>
                  <a:solidFill>
                    <a:schemeClr val="tx1"/>
                  </a:solidFill>
                  <a:latin typeface="Arial" panose="020B0604020202020204" pitchFamily="34" charset="0"/>
                  <a:ea typeface="微软雅黑" panose="020B0503020204020204" pitchFamily="34" charset="-122"/>
                </a:defRPr>
              </a:lvl5pPr>
              <a:lvl6pPr marL="2514600" indent="-228600" defTabSz="1216025" fontAlgn="base">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6pPr>
              <a:lvl7pPr marL="2971800" indent="-228600" defTabSz="1216025" fontAlgn="base">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7pPr>
              <a:lvl8pPr marL="3429000" indent="-228600" defTabSz="1216025" fontAlgn="base">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8pPr>
              <a:lvl9pPr marL="3886200" indent="-228600" defTabSz="1216025" fontAlgn="base">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9pPr>
            </a:lstStyle>
            <a:p>
              <a:pPr>
                <a:lnSpc>
                  <a:spcPts val="2400"/>
                </a:lnSpc>
              </a:pPr>
              <a:r>
                <a:rPr lang="zh-CN" altLang="zh-CN" sz="1600" kern="100" dirty="0">
                  <a:latin typeface="+mj-ea"/>
                  <a:ea typeface="+mj-ea"/>
                </a:rPr>
                <a:t>当接到内存申请时，查找分区说明表，找到能满足申请要求的最大的空闲区</a:t>
              </a:r>
              <a:endParaRPr lang="en-US" altLang="zh-CN" sz="1600" kern="100" dirty="0">
                <a:latin typeface="+mj-ea"/>
                <a:ea typeface="+mj-ea"/>
              </a:endParaRPr>
            </a:p>
          </p:txBody>
        </p:sp>
        <p:sp>
          <p:nvSpPr>
            <p:cNvPr id="16" name="稻壳儿小白白(http://dwz.cn/Wu2UP)">
              <a:extLst>
                <a:ext uri="{FF2B5EF4-FFF2-40B4-BE49-F238E27FC236}">
                  <a16:creationId xmlns:a16="http://schemas.microsoft.com/office/drawing/2014/main" xmlns="" id="{542E3D0B-3EBA-536D-B326-D82AF0C15294}"/>
                </a:ext>
              </a:extLst>
            </p:cNvPr>
            <p:cNvSpPr txBox="1">
              <a:spLocks noChangeArrowheads="1"/>
            </p:cNvSpPr>
            <p:nvPr/>
          </p:nvSpPr>
          <p:spPr bwMode="auto">
            <a:xfrm>
              <a:off x="2484002" y="3060120"/>
              <a:ext cx="2336800" cy="23210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0" tIns="0" rIns="0" bIns="0">
              <a:spAutoFit/>
            </a:bodyPr>
            <a:lstStyle>
              <a:lvl1pPr defTabSz="1216025">
                <a:defRPr>
                  <a:solidFill>
                    <a:schemeClr val="tx1"/>
                  </a:solidFill>
                  <a:latin typeface="Arial" panose="020B0604020202020204" pitchFamily="34" charset="0"/>
                  <a:ea typeface="微软雅黑" panose="020B0503020204020204" pitchFamily="34" charset="-122"/>
                </a:defRPr>
              </a:lvl1pPr>
              <a:lvl2pPr marL="742950" indent="-285750" defTabSz="1216025">
                <a:defRPr>
                  <a:solidFill>
                    <a:schemeClr val="tx1"/>
                  </a:solidFill>
                  <a:latin typeface="Arial" panose="020B0604020202020204" pitchFamily="34" charset="0"/>
                  <a:ea typeface="微软雅黑" panose="020B0503020204020204" pitchFamily="34" charset="-122"/>
                </a:defRPr>
              </a:lvl2pPr>
              <a:lvl3pPr marL="1143000" indent="-228600" defTabSz="1216025">
                <a:defRPr>
                  <a:solidFill>
                    <a:schemeClr val="tx1"/>
                  </a:solidFill>
                  <a:latin typeface="Arial" panose="020B0604020202020204" pitchFamily="34" charset="0"/>
                  <a:ea typeface="微软雅黑" panose="020B0503020204020204" pitchFamily="34" charset="-122"/>
                </a:defRPr>
              </a:lvl3pPr>
              <a:lvl4pPr marL="1600200" indent="-228600" defTabSz="1216025">
                <a:defRPr>
                  <a:solidFill>
                    <a:schemeClr val="tx1"/>
                  </a:solidFill>
                  <a:latin typeface="Arial" panose="020B0604020202020204" pitchFamily="34" charset="0"/>
                  <a:ea typeface="微软雅黑" panose="020B0503020204020204" pitchFamily="34" charset="-122"/>
                </a:defRPr>
              </a:lvl4pPr>
              <a:lvl5pPr marL="2057400" indent="-228600" defTabSz="1216025">
                <a:defRPr>
                  <a:solidFill>
                    <a:schemeClr val="tx1"/>
                  </a:solidFill>
                  <a:latin typeface="Arial" panose="020B0604020202020204" pitchFamily="34" charset="0"/>
                  <a:ea typeface="微软雅黑" panose="020B0503020204020204" pitchFamily="34" charset="-122"/>
                </a:defRPr>
              </a:lvl5pPr>
              <a:lvl6pPr marL="2514600" indent="-228600" defTabSz="1216025" fontAlgn="base">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6pPr>
              <a:lvl7pPr marL="2971800" indent="-228600" defTabSz="1216025" fontAlgn="base">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7pPr>
              <a:lvl8pPr marL="3429000" indent="-228600" defTabSz="1216025" fontAlgn="base">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8pPr>
              <a:lvl9pPr marL="3886200" indent="-228600" defTabSz="1216025" fontAlgn="base">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9pPr>
            </a:lstStyle>
            <a:p>
              <a:pPr algn="ctr" eaLnBrk="1" hangingPunct="1">
                <a:spcBef>
                  <a:spcPct val="20000"/>
                </a:spcBef>
                <a:buFont typeface="Arial" panose="020B0604020202020204" pitchFamily="34" charset="0"/>
                <a:buNone/>
                <a:defRPr/>
              </a:pPr>
              <a:r>
                <a:rPr lang="zh-CN" altLang="zh-CN" sz="2000" b="1" kern="100" dirty="0">
                  <a:solidFill>
                    <a:srgbClr val="9A0001"/>
                  </a:solidFill>
                  <a:effectLst/>
                  <a:latin typeface="Microsoft YaHei" panose="020B0503020204020204" pitchFamily="34" charset="-122"/>
                  <a:ea typeface="Microsoft YaHei" panose="020B0503020204020204" pitchFamily="34" charset="-122"/>
                </a:rPr>
                <a:t>最先适应算法</a:t>
              </a:r>
              <a:endParaRPr lang="en-US" altLang="zh-CN" sz="2000" b="1" dirty="0">
                <a:solidFill>
                  <a:srgbClr val="9A0001"/>
                </a:solidFill>
                <a:latin typeface="Microsoft YaHei" panose="020B0503020204020204" pitchFamily="34" charset="-122"/>
                <a:ea typeface="Microsoft YaHei" panose="020B0503020204020204" pitchFamily="34" charset="-122"/>
                <a:cs typeface="+mn-ea"/>
                <a:sym typeface="Arial" panose="020B0604020202020204" pitchFamily="34" charset="0"/>
              </a:endParaRPr>
            </a:p>
          </p:txBody>
        </p:sp>
        <p:sp>
          <p:nvSpPr>
            <p:cNvPr id="17" name="稻壳儿小白白(http://dwz.cn/Wu2UP)">
              <a:extLst>
                <a:ext uri="{FF2B5EF4-FFF2-40B4-BE49-F238E27FC236}">
                  <a16:creationId xmlns:a16="http://schemas.microsoft.com/office/drawing/2014/main" xmlns="" id="{33422B27-F708-8255-6A61-D27E3A34D711}"/>
                </a:ext>
              </a:extLst>
            </p:cNvPr>
            <p:cNvSpPr txBox="1">
              <a:spLocks noChangeArrowheads="1"/>
            </p:cNvSpPr>
            <p:nvPr/>
          </p:nvSpPr>
          <p:spPr bwMode="auto">
            <a:xfrm>
              <a:off x="5176178" y="3060120"/>
              <a:ext cx="1742809" cy="23210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lIns="0" tIns="0" rIns="0" bIns="0">
              <a:spAutoFit/>
            </a:bodyPr>
            <a:lstStyle>
              <a:lvl1pPr defTabSz="1216025">
                <a:defRPr>
                  <a:solidFill>
                    <a:schemeClr val="tx1"/>
                  </a:solidFill>
                  <a:latin typeface="Arial" panose="020B0604020202020204" pitchFamily="34" charset="0"/>
                  <a:ea typeface="微软雅黑" panose="020B0503020204020204" pitchFamily="34" charset="-122"/>
                </a:defRPr>
              </a:lvl1pPr>
              <a:lvl2pPr marL="742950" indent="-285750" defTabSz="1216025">
                <a:defRPr>
                  <a:solidFill>
                    <a:schemeClr val="tx1"/>
                  </a:solidFill>
                  <a:latin typeface="Arial" panose="020B0604020202020204" pitchFamily="34" charset="0"/>
                  <a:ea typeface="微软雅黑" panose="020B0503020204020204" pitchFamily="34" charset="-122"/>
                </a:defRPr>
              </a:lvl2pPr>
              <a:lvl3pPr marL="1143000" indent="-228600" defTabSz="1216025">
                <a:defRPr>
                  <a:solidFill>
                    <a:schemeClr val="tx1"/>
                  </a:solidFill>
                  <a:latin typeface="Arial" panose="020B0604020202020204" pitchFamily="34" charset="0"/>
                  <a:ea typeface="微软雅黑" panose="020B0503020204020204" pitchFamily="34" charset="-122"/>
                </a:defRPr>
              </a:lvl3pPr>
              <a:lvl4pPr marL="1600200" indent="-228600" defTabSz="1216025">
                <a:defRPr>
                  <a:solidFill>
                    <a:schemeClr val="tx1"/>
                  </a:solidFill>
                  <a:latin typeface="Arial" panose="020B0604020202020204" pitchFamily="34" charset="0"/>
                  <a:ea typeface="微软雅黑" panose="020B0503020204020204" pitchFamily="34" charset="-122"/>
                </a:defRPr>
              </a:lvl4pPr>
              <a:lvl5pPr marL="2057400" indent="-228600" defTabSz="1216025">
                <a:defRPr>
                  <a:solidFill>
                    <a:schemeClr val="tx1"/>
                  </a:solidFill>
                  <a:latin typeface="Arial" panose="020B0604020202020204" pitchFamily="34" charset="0"/>
                  <a:ea typeface="微软雅黑" panose="020B0503020204020204" pitchFamily="34" charset="-122"/>
                </a:defRPr>
              </a:lvl5pPr>
              <a:lvl6pPr marL="2514600" indent="-228600" defTabSz="1216025" fontAlgn="base">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6pPr>
              <a:lvl7pPr marL="2971800" indent="-228600" defTabSz="1216025" fontAlgn="base">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7pPr>
              <a:lvl8pPr marL="3429000" indent="-228600" defTabSz="1216025" fontAlgn="base">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8pPr>
              <a:lvl9pPr marL="3886200" indent="-228600" defTabSz="1216025" fontAlgn="base">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9pPr>
            </a:lstStyle>
            <a:p>
              <a:pPr algn="ctr" eaLnBrk="1" hangingPunct="1">
                <a:spcBef>
                  <a:spcPct val="20000"/>
                </a:spcBef>
                <a:buFont typeface="Arial" panose="020B0604020202020204" pitchFamily="34" charset="0"/>
                <a:buNone/>
                <a:defRPr/>
              </a:pPr>
              <a:r>
                <a:rPr lang="zh-CN" altLang="zh-CN" sz="2000" b="1" kern="100" dirty="0">
                  <a:solidFill>
                    <a:srgbClr val="9A0001"/>
                  </a:solidFill>
                  <a:latin typeface="Microsoft YaHei" panose="020B0503020204020204" pitchFamily="34" charset="-122"/>
                  <a:ea typeface="Microsoft YaHei" panose="020B0503020204020204" pitchFamily="34" charset="-122"/>
                </a:rPr>
                <a:t>最优适应算法</a:t>
              </a:r>
              <a:endParaRPr lang="en-US" altLang="zh-CN" sz="2000" b="1" dirty="0">
                <a:solidFill>
                  <a:srgbClr val="9A0001"/>
                </a:solidFill>
                <a:latin typeface="Microsoft YaHei" panose="020B0503020204020204" pitchFamily="34" charset="-122"/>
                <a:ea typeface="Microsoft YaHei" panose="020B0503020204020204" pitchFamily="34" charset="-122"/>
                <a:cs typeface="+mn-ea"/>
                <a:sym typeface="Arial" panose="020B0604020202020204" pitchFamily="34" charset="0"/>
              </a:endParaRPr>
            </a:p>
          </p:txBody>
        </p:sp>
        <p:sp>
          <p:nvSpPr>
            <p:cNvPr id="18" name="稻壳儿小白白(http://dwz.cn/Wu2UP)">
              <a:extLst>
                <a:ext uri="{FF2B5EF4-FFF2-40B4-BE49-F238E27FC236}">
                  <a16:creationId xmlns:a16="http://schemas.microsoft.com/office/drawing/2014/main" xmlns="" id="{F5BDDCA5-C723-936D-12F3-0B1541B5AB9D}"/>
                </a:ext>
              </a:extLst>
            </p:cNvPr>
            <p:cNvSpPr txBox="1">
              <a:spLocks noChangeArrowheads="1"/>
            </p:cNvSpPr>
            <p:nvPr/>
          </p:nvSpPr>
          <p:spPr bwMode="auto">
            <a:xfrm>
              <a:off x="7120233" y="3059558"/>
              <a:ext cx="2338387" cy="23210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0" tIns="0" rIns="0" bIns="0">
              <a:spAutoFit/>
            </a:bodyPr>
            <a:lstStyle>
              <a:lvl1pPr defTabSz="1216025">
                <a:defRPr>
                  <a:solidFill>
                    <a:schemeClr val="tx1"/>
                  </a:solidFill>
                  <a:latin typeface="Arial" panose="020B0604020202020204" pitchFamily="34" charset="0"/>
                  <a:ea typeface="微软雅黑" panose="020B0503020204020204" pitchFamily="34" charset="-122"/>
                </a:defRPr>
              </a:lvl1pPr>
              <a:lvl2pPr marL="742950" indent="-285750" defTabSz="1216025">
                <a:defRPr>
                  <a:solidFill>
                    <a:schemeClr val="tx1"/>
                  </a:solidFill>
                  <a:latin typeface="Arial" panose="020B0604020202020204" pitchFamily="34" charset="0"/>
                  <a:ea typeface="微软雅黑" panose="020B0503020204020204" pitchFamily="34" charset="-122"/>
                </a:defRPr>
              </a:lvl2pPr>
              <a:lvl3pPr marL="1143000" indent="-228600" defTabSz="1216025">
                <a:defRPr>
                  <a:solidFill>
                    <a:schemeClr val="tx1"/>
                  </a:solidFill>
                  <a:latin typeface="Arial" panose="020B0604020202020204" pitchFamily="34" charset="0"/>
                  <a:ea typeface="微软雅黑" panose="020B0503020204020204" pitchFamily="34" charset="-122"/>
                </a:defRPr>
              </a:lvl3pPr>
              <a:lvl4pPr marL="1600200" indent="-228600" defTabSz="1216025">
                <a:defRPr>
                  <a:solidFill>
                    <a:schemeClr val="tx1"/>
                  </a:solidFill>
                  <a:latin typeface="Arial" panose="020B0604020202020204" pitchFamily="34" charset="0"/>
                  <a:ea typeface="微软雅黑" panose="020B0503020204020204" pitchFamily="34" charset="-122"/>
                </a:defRPr>
              </a:lvl4pPr>
              <a:lvl5pPr marL="2057400" indent="-228600" defTabSz="1216025">
                <a:defRPr>
                  <a:solidFill>
                    <a:schemeClr val="tx1"/>
                  </a:solidFill>
                  <a:latin typeface="Arial" panose="020B0604020202020204" pitchFamily="34" charset="0"/>
                  <a:ea typeface="微软雅黑" panose="020B0503020204020204" pitchFamily="34" charset="-122"/>
                </a:defRPr>
              </a:lvl5pPr>
              <a:lvl6pPr marL="2514600" indent="-228600" defTabSz="1216025" fontAlgn="base">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6pPr>
              <a:lvl7pPr marL="2971800" indent="-228600" defTabSz="1216025" fontAlgn="base">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7pPr>
              <a:lvl8pPr marL="3429000" indent="-228600" defTabSz="1216025" fontAlgn="base">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8pPr>
              <a:lvl9pPr marL="3886200" indent="-228600" defTabSz="1216025" fontAlgn="base">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9pPr>
            </a:lstStyle>
            <a:p>
              <a:pPr algn="ctr" eaLnBrk="1" hangingPunct="1">
                <a:spcBef>
                  <a:spcPct val="20000"/>
                </a:spcBef>
                <a:buFont typeface="Arial" panose="020B0604020202020204" pitchFamily="34" charset="0"/>
                <a:buNone/>
                <a:defRPr/>
              </a:pPr>
              <a:r>
                <a:rPr lang="zh-CN" altLang="zh-CN" sz="2000" b="1" kern="100" dirty="0">
                  <a:solidFill>
                    <a:srgbClr val="9A0001"/>
                  </a:solidFill>
                  <a:latin typeface="Microsoft YaHei" panose="020B0503020204020204" pitchFamily="34" charset="-122"/>
                  <a:ea typeface="Microsoft YaHei" panose="020B0503020204020204" pitchFamily="34" charset="-122"/>
                </a:rPr>
                <a:t>最</a:t>
              </a:r>
              <a:r>
                <a:rPr lang="zh-CN" altLang="en-US" sz="2000" b="1" kern="100" dirty="0">
                  <a:solidFill>
                    <a:srgbClr val="9A0001"/>
                  </a:solidFill>
                  <a:latin typeface="Microsoft YaHei" panose="020B0503020204020204" pitchFamily="34" charset="-122"/>
                  <a:ea typeface="Microsoft YaHei" panose="020B0503020204020204" pitchFamily="34" charset="-122"/>
                </a:rPr>
                <a:t>坏</a:t>
              </a:r>
              <a:r>
                <a:rPr lang="zh-CN" altLang="zh-CN" sz="2000" b="1" kern="100" dirty="0">
                  <a:solidFill>
                    <a:srgbClr val="9A0001"/>
                  </a:solidFill>
                  <a:latin typeface="Microsoft YaHei" panose="020B0503020204020204" pitchFamily="34" charset="-122"/>
                  <a:ea typeface="Microsoft YaHei" panose="020B0503020204020204" pitchFamily="34" charset="-122"/>
                </a:rPr>
                <a:t>适应算法</a:t>
              </a:r>
              <a:endParaRPr lang="en-US" altLang="zh-CN" sz="2000" b="1" dirty="0">
                <a:solidFill>
                  <a:srgbClr val="9A0001"/>
                </a:solidFill>
                <a:latin typeface="Microsoft YaHei" panose="020B0503020204020204" pitchFamily="34" charset="-122"/>
                <a:ea typeface="Microsoft YaHei" panose="020B0503020204020204" pitchFamily="34" charset="-122"/>
                <a:cs typeface="+mn-ea"/>
                <a:sym typeface="Arial" panose="020B0604020202020204" pitchFamily="34" charset="0"/>
              </a:endParaRPr>
            </a:p>
          </p:txBody>
        </p:sp>
      </p:grpSp>
      <p:sp>
        <p:nvSpPr>
          <p:cNvPr id="25" name="文本框 24">
            <a:extLst>
              <a:ext uri="{FF2B5EF4-FFF2-40B4-BE49-F238E27FC236}">
                <a16:creationId xmlns:a16="http://schemas.microsoft.com/office/drawing/2014/main" xmlns="" id="{2AE1A983-B8E8-DA87-3B19-3A28A2646A30}"/>
              </a:ext>
            </a:extLst>
          </p:cNvPr>
          <p:cNvSpPr txBox="1"/>
          <p:nvPr/>
        </p:nvSpPr>
        <p:spPr>
          <a:xfrm>
            <a:off x="-298706" y="1258921"/>
            <a:ext cx="6096000" cy="400110"/>
          </a:xfrm>
          <a:prstGeom prst="rect">
            <a:avLst/>
          </a:prstGeom>
          <a:noFill/>
        </p:spPr>
        <p:txBody>
          <a:bodyPr wrap="square">
            <a:spAutoFit/>
          </a:bodyPr>
          <a:lstStyle/>
          <a:p>
            <a:pPr algn="ctr"/>
            <a:r>
              <a:rPr lang="zh-CN" altLang="zh-CN" sz="1800" b="1" kern="100" dirty="0">
                <a:effectLst/>
                <a:latin typeface="Microsoft YaHei" panose="020B0503020204020204" pitchFamily="34" charset="-122"/>
                <a:ea typeface="Microsoft YaHei" panose="020B0503020204020204" pitchFamily="34" charset="-122"/>
                <a:cs typeface="Times New Roman" panose="02020603050405020304" pitchFamily="18" charset="0"/>
              </a:rPr>
              <a:t>操作系统查找和分配空闲区的三种分配算法</a:t>
            </a:r>
            <a:r>
              <a:rPr lang="zh-CN" altLang="zh-CN" sz="2000" b="1" dirty="0">
                <a:effectLst/>
                <a:latin typeface="Microsoft YaHei" panose="020B0503020204020204" pitchFamily="34" charset="-122"/>
                <a:ea typeface="Microsoft YaHei" panose="020B0503020204020204" pitchFamily="34" charset="-122"/>
              </a:rPr>
              <a:t> </a:t>
            </a:r>
            <a:endParaRPr kumimoji="1" lang="zh-CN" altLang="en-US" sz="2000" b="1" dirty="0">
              <a:latin typeface="Microsoft YaHei" panose="020B0503020204020204" pitchFamily="34" charset="-122"/>
              <a:ea typeface="Microsoft YaHei"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xmlns="" val="1526119439"/>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p:txBody>
          <a:bodyPr/>
          <a:lstStyle/>
          <a:p>
            <a:r>
              <a:rPr lang="en-US" altLang="zh-CN" dirty="0">
                <a:sym typeface="Arial" panose="020B0604020202020204" pitchFamily="34" charset="0"/>
              </a:rPr>
              <a:t>5.2.2</a:t>
            </a:r>
            <a:r>
              <a:rPr lang="zh-CN" altLang="en-US" dirty="0">
                <a:sym typeface="Arial" panose="020B0604020202020204" pitchFamily="34" charset="0"/>
              </a:rPr>
              <a:t>可变分区 </a:t>
            </a:r>
            <a:r>
              <a:rPr lang="en-US" altLang="zh-CN" dirty="0">
                <a:sym typeface="Arial" panose="020B0604020202020204" pitchFamily="34" charset="0"/>
              </a:rPr>
              <a:t>I</a:t>
            </a:r>
            <a:r>
              <a:rPr lang="zh-CN" altLang="en-US" dirty="0">
                <a:sym typeface="Arial" panose="020B0604020202020204" pitchFamily="34" charset="0"/>
              </a:rPr>
              <a:t> 分区的回收</a:t>
            </a:r>
          </a:p>
        </p:txBody>
      </p:sp>
      <p:sp>
        <p:nvSpPr>
          <p:cNvPr id="11" name="文本框 10">
            <a:extLst>
              <a:ext uri="{FF2B5EF4-FFF2-40B4-BE49-F238E27FC236}">
                <a16:creationId xmlns:a16="http://schemas.microsoft.com/office/drawing/2014/main" xmlns="" id="{257DFBC9-794A-38A3-597E-EAF532AC81FB}"/>
              </a:ext>
            </a:extLst>
          </p:cNvPr>
          <p:cNvSpPr txBox="1"/>
          <p:nvPr/>
        </p:nvSpPr>
        <p:spPr>
          <a:xfrm>
            <a:off x="704192" y="2622434"/>
            <a:ext cx="10510344" cy="646331"/>
          </a:xfrm>
          <a:prstGeom prst="rect">
            <a:avLst/>
          </a:prstGeom>
          <a:noFill/>
        </p:spPr>
        <p:txBody>
          <a:bodyPr wrap="square">
            <a:spAutoFit/>
          </a:bodyPr>
          <a:lstStyle/>
          <a:p>
            <a:r>
              <a:rPr lang="zh-CN" altLang="en-US" dirty="0"/>
              <a:t>一个归还区可能有上</a:t>
            </a:r>
            <a:r>
              <a:rPr lang="zh-CN" altLang="en-US" b="1" dirty="0">
                <a:solidFill>
                  <a:srgbClr val="9A0001"/>
                </a:solidFill>
              </a:rPr>
              <a:t>邻</a:t>
            </a:r>
            <a:r>
              <a:rPr lang="zh-CN" altLang="en-US" dirty="0"/>
              <a:t>空闲区，也可以有下邻空闲区，或既有上</a:t>
            </a:r>
            <a:r>
              <a:rPr lang="zh-CN" altLang="en-US" b="1" dirty="0">
                <a:solidFill>
                  <a:srgbClr val="9A0001"/>
                </a:solidFill>
              </a:rPr>
              <a:t>邻</a:t>
            </a:r>
            <a:r>
              <a:rPr lang="zh-CN" altLang="en-US" dirty="0"/>
              <a:t>又有下邻空闲区，或既无上</a:t>
            </a:r>
            <a:r>
              <a:rPr lang="zh-CN" altLang="en-US" b="1" dirty="0">
                <a:solidFill>
                  <a:srgbClr val="9A0001"/>
                </a:solidFill>
              </a:rPr>
              <a:t>邻</a:t>
            </a:r>
            <a:r>
              <a:rPr lang="zh-CN" altLang="en-US" dirty="0"/>
              <a:t>又无下邻空闲区。假定进程归还的分区起始地址为</a:t>
            </a:r>
            <a:r>
              <a:rPr lang="en-US" altLang="zh-CN" dirty="0"/>
              <a:t>S</a:t>
            </a:r>
            <a:r>
              <a:rPr lang="zh-CN" altLang="en-US" dirty="0"/>
              <a:t>，长度为</a:t>
            </a:r>
            <a:r>
              <a:rPr lang="en-US" altLang="zh-CN" dirty="0"/>
              <a:t>L</a:t>
            </a:r>
            <a:r>
              <a:rPr lang="zh-CN" altLang="en-US" dirty="0"/>
              <a:t>。一般情况下应考虑如下四种可能性</a:t>
            </a:r>
          </a:p>
        </p:txBody>
      </p:sp>
      <p:sp>
        <p:nvSpPr>
          <p:cNvPr id="13" name="文本框 12">
            <a:extLst>
              <a:ext uri="{FF2B5EF4-FFF2-40B4-BE49-F238E27FC236}">
                <a16:creationId xmlns:a16="http://schemas.microsoft.com/office/drawing/2014/main" xmlns="" id="{67F83675-9439-7E6A-CB52-88A835BD5FC7}"/>
              </a:ext>
            </a:extLst>
          </p:cNvPr>
          <p:cNvSpPr txBox="1"/>
          <p:nvPr/>
        </p:nvSpPr>
        <p:spPr>
          <a:xfrm>
            <a:off x="704192" y="1313319"/>
            <a:ext cx="10510345" cy="923330"/>
          </a:xfrm>
          <a:prstGeom prst="rect">
            <a:avLst/>
          </a:prstGeom>
          <a:noFill/>
        </p:spPr>
        <p:txBody>
          <a:bodyPr wrap="square">
            <a:spAutoFit/>
          </a:bodyPr>
          <a:lstStyle/>
          <a:p>
            <a:r>
              <a:rPr lang="zh-CN" altLang="en-US" dirty="0"/>
              <a:t>程序执行结束后，系统要回收已使用完毕的分区，将其记录在空闲区表中。在收回空间时，应首先检查是否有与归还区相邻的空闲区，即检查相邻的空闲区表中标志为“未分配”的栏目，以确定是否有相邻空闲区，若有，则应合并成一个空闲区登记</a:t>
            </a:r>
          </a:p>
        </p:txBody>
      </p:sp>
      <p:sp>
        <p:nvSpPr>
          <p:cNvPr id="15" name="矩形: 圆角 4">
            <a:extLst>
              <a:ext uri="{FF2B5EF4-FFF2-40B4-BE49-F238E27FC236}">
                <a16:creationId xmlns:a16="http://schemas.microsoft.com/office/drawing/2014/main" xmlns="" id="{576F61FF-136B-7011-70C1-9A1164E8EFB1}"/>
              </a:ext>
            </a:extLst>
          </p:cNvPr>
          <p:cNvSpPr/>
          <p:nvPr/>
        </p:nvSpPr>
        <p:spPr>
          <a:xfrm>
            <a:off x="704192" y="3790348"/>
            <a:ext cx="2501463" cy="2015359"/>
          </a:xfrm>
          <a:prstGeom prst="roundRect">
            <a:avLst>
              <a:gd name="adj" fmla="val 4424"/>
            </a:avLst>
          </a:prstGeom>
          <a:solidFill>
            <a:schemeClr val="bg1"/>
          </a:solidFill>
          <a:ln>
            <a:noFill/>
          </a:ln>
          <a:effectLst>
            <a:outerShdw blurRad="38100" sx="101000" sy="101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ts val="2400"/>
              </a:lnSpc>
            </a:pPr>
            <a:r>
              <a:rPr lang="zh-CN" altLang="zh-CN" sz="1600" kern="100" dirty="0">
                <a:solidFill>
                  <a:schemeClr val="tx1"/>
                </a:solidFill>
                <a:effectLst/>
                <a:latin typeface="Microsoft YaHei" panose="020B0503020204020204" pitchFamily="34" charset="-122"/>
                <a:ea typeface="Microsoft YaHei" panose="020B0503020204020204" pitchFamily="34" charset="-122"/>
                <a:cs typeface="Times New Roman" panose="02020603050405020304" pitchFamily="18" charset="0"/>
              </a:rPr>
              <a:t>回收分区的上邻分区是空闲的，需要将两个空闲区合并成一个更大的空闲区，然后修改空闲区表</a:t>
            </a:r>
            <a:r>
              <a:rPr lang="zh-CN" altLang="zh-CN" sz="1600" dirty="0">
                <a:solidFill>
                  <a:schemeClr val="tx1"/>
                </a:solidFill>
                <a:effectLst/>
                <a:latin typeface="Microsoft YaHei" panose="020B0503020204020204" pitchFamily="34" charset="-122"/>
                <a:ea typeface="Microsoft YaHei" panose="020B0503020204020204" pitchFamily="34" charset="-122"/>
              </a:rPr>
              <a:t> </a:t>
            </a:r>
            <a:endParaRPr lang="zh-CN" altLang="en-US" sz="1600" dirty="0">
              <a:solidFill>
                <a:schemeClr val="tx1"/>
              </a:solidFill>
              <a:latin typeface="Microsoft YaHei" panose="020B0503020204020204" pitchFamily="34" charset="-122"/>
              <a:ea typeface="Microsoft YaHei" panose="020B0503020204020204" pitchFamily="34" charset="-122"/>
              <a:cs typeface="+mn-ea"/>
              <a:sym typeface="Arial" panose="020B0604020202020204" pitchFamily="34" charset="0"/>
            </a:endParaRPr>
          </a:p>
        </p:txBody>
      </p:sp>
      <p:sp>
        <p:nvSpPr>
          <p:cNvPr id="16" name="矩形: 圆角 4">
            <a:extLst>
              <a:ext uri="{FF2B5EF4-FFF2-40B4-BE49-F238E27FC236}">
                <a16:creationId xmlns:a16="http://schemas.microsoft.com/office/drawing/2014/main" xmlns="" id="{A8344843-751A-008F-11C5-A45111251D9D}"/>
              </a:ext>
            </a:extLst>
          </p:cNvPr>
          <p:cNvSpPr/>
          <p:nvPr/>
        </p:nvSpPr>
        <p:spPr>
          <a:xfrm>
            <a:off x="3457901" y="3790348"/>
            <a:ext cx="2501463" cy="2015359"/>
          </a:xfrm>
          <a:prstGeom prst="roundRect">
            <a:avLst>
              <a:gd name="adj" fmla="val 4424"/>
            </a:avLst>
          </a:prstGeom>
          <a:solidFill>
            <a:schemeClr val="bg1"/>
          </a:solidFill>
          <a:ln>
            <a:noFill/>
          </a:ln>
          <a:effectLst>
            <a:outerShdw blurRad="38100" sx="101000" sy="101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ts val="2400"/>
              </a:lnSpc>
            </a:pPr>
            <a:r>
              <a:rPr lang="zh-CN" altLang="zh-CN" sz="1600" kern="100" dirty="0">
                <a:solidFill>
                  <a:schemeClr val="tx1"/>
                </a:solidFill>
                <a:latin typeface="Microsoft YaHei" panose="020B0503020204020204" pitchFamily="34" charset="-122"/>
                <a:ea typeface="Microsoft YaHei" panose="020B0503020204020204" pitchFamily="34" charset="-122"/>
                <a:cs typeface="Times New Roman" panose="02020603050405020304" pitchFamily="18" charset="0"/>
              </a:rPr>
              <a:t>回收分区的下邻分区是空闲的，需要将两个空闲区合并成一个更大的空闲区，然后修改空闲区表 </a:t>
            </a:r>
            <a:endParaRPr lang="zh-CN" altLang="en-US" sz="1600" kern="100" dirty="0">
              <a:solidFill>
                <a:schemeClr val="tx1"/>
              </a:solidFill>
              <a:latin typeface="Microsoft YaHei" panose="020B0503020204020204" pitchFamily="34" charset="-122"/>
              <a:ea typeface="Microsoft YaHei" panose="020B0503020204020204" pitchFamily="34" charset="-122"/>
              <a:cs typeface="Times New Roman" panose="02020603050405020304" pitchFamily="18" charset="0"/>
              <a:sym typeface="Arial" panose="020B0604020202020204" pitchFamily="34" charset="0"/>
            </a:endParaRPr>
          </a:p>
        </p:txBody>
      </p:sp>
      <p:sp>
        <p:nvSpPr>
          <p:cNvPr id="17" name="矩形: 圆角 4">
            <a:extLst>
              <a:ext uri="{FF2B5EF4-FFF2-40B4-BE49-F238E27FC236}">
                <a16:creationId xmlns:a16="http://schemas.microsoft.com/office/drawing/2014/main" xmlns="" id="{2DD96A99-E4AB-9E92-43EF-EFFA8C54602B}"/>
              </a:ext>
            </a:extLst>
          </p:cNvPr>
          <p:cNvSpPr/>
          <p:nvPr/>
        </p:nvSpPr>
        <p:spPr>
          <a:xfrm>
            <a:off x="6211610" y="3790348"/>
            <a:ext cx="2501463" cy="2015359"/>
          </a:xfrm>
          <a:prstGeom prst="roundRect">
            <a:avLst>
              <a:gd name="adj" fmla="val 4424"/>
            </a:avLst>
          </a:prstGeom>
          <a:solidFill>
            <a:schemeClr val="bg1"/>
          </a:solidFill>
          <a:ln>
            <a:noFill/>
          </a:ln>
          <a:effectLst>
            <a:outerShdw blurRad="38100" sx="101000" sy="101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ts val="2400"/>
              </a:lnSpc>
            </a:pPr>
            <a:r>
              <a:rPr lang="zh-CN" altLang="zh-CN" sz="1600" kern="100" dirty="0">
                <a:solidFill>
                  <a:schemeClr val="tx1"/>
                </a:solidFill>
                <a:latin typeface="Microsoft YaHei" panose="020B0503020204020204" pitchFamily="34" charset="-122"/>
                <a:ea typeface="Microsoft YaHei" panose="020B0503020204020204" pitchFamily="34" charset="-122"/>
                <a:cs typeface="Times New Roman" panose="02020603050405020304" pitchFamily="18" charset="0"/>
              </a:rPr>
              <a:t>回收分区的上邻和下邻分区都是空闲的，需要将三个空闲区合并成一个更大的空闲区，然后修改空闲区表 </a:t>
            </a:r>
            <a:endParaRPr lang="zh-CN" altLang="en-US" sz="1600" kern="100" dirty="0">
              <a:solidFill>
                <a:schemeClr val="tx1"/>
              </a:solidFill>
              <a:latin typeface="Microsoft YaHei" panose="020B0503020204020204" pitchFamily="34" charset="-122"/>
              <a:ea typeface="Microsoft YaHei" panose="020B0503020204020204" pitchFamily="34" charset="-122"/>
              <a:cs typeface="Times New Roman" panose="02020603050405020304" pitchFamily="18" charset="0"/>
              <a:sym typeface="Arial" panose="020B0604020202020204" pitchFamily="34" charset="0"/>
            </a:endParaRPr>
          </a:p>
        </p:txBody>
      </p:sp>
      <p:sp>
        <p:nvSpPr>
          <p:cNvPr id="18" name="矩形: 圆角 4">
            <a:extLst>
              <a:ext uri="{FF2B5EF4-FFF2-40B4-BE49-F238E27FC236}">
                <a16:creationId xmlns:a16="http://schemas.microsoft.com/office/drawing/2014/main" xmlns="" id="{3F449263-19D0-FFF9-6CC7-E0D66C28D816}"/>
              </a:ext>
            </a:extLst>
          </p:cNvPr>
          <p:cNvSpPr/>
          <p:nvPr/>
        </p:nvSpPr>
        <p:spPr>
          <a:xfrm>
            <a:off x="8965319" y="3790348"/>
            <a:ext cx="2501463" cy="2015359"/>
          </a:xfrm>
          <a:prstGeom prst="roundRect">
            <a:avLst>
              <a:gd name="adj" fmla="val 4424"/>
            </a:avLst>
          </a:prstGeom>
          <a:solidFill>
            <a:schemeClr val="bg1"/>
          </a:solidFill>
          <a:ln>
            <a:noFill/>
          </a:ln>
          <a:effectLst>
            <a:outerShdw blurRad="38100" sx="101000" sy="101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ts val="2400"/>
              </a:lnSpc>
            </a:pPr>
            <a:r>
              <a:rPr lang="zh-CN" altLang="zh-CN" sz="1600" kern="100" dirty="0">
                <a:solidFill>
                  <a:schemeClr val="tx1"/>
                </a:solidFill>
                <a:latin typeface="Microsoft YaHei" panose="020B0503020204020204" pitchFamily="34" charset="-122"/>
                <a:ea typeface="Microsoft YaHei" panose="020B0503020204020204" pitchFamily="34" charset="-122"/>
                <a:cs typeface="Times New Roman" panose="02020603050405020304" pitchFamily="18" charset="0"/>
              </a:rPr>
              <a:t>回收分区的上邻和下邻分区都不是空闲的，则直接将空闲分区记录在空闲区表中 </a:t>
            </a:r>
            <a:endParaRPr lang="zh-CN" altLang="en-US" sz="1600" kern="100" dirty="0">
              <a:solidFill>
                <a:schemeClr val="tx1"/>
              </a:solidFill>
              <a:latin typeface="Microsoft YaHei" panose="020B0503020204020204" pitchFamily="34" charset="-122"/>
              <a:ea typeface="Microsoft YaHei" panose="020B0503020204020204" pitchFamily="34" charset="-122"/>
              <a:cs typeface="Times New Roman" panose="02020603050405020304" pitchFamily="18" charset="0"/>
              <a:sym typeface="Arial" panose="020B0604020202020204" pitchFamily="34" charset="0"/>
            </a:endParaRPr>
          </a:p>
        </p:txBody>
      </p:sp>
      <p:sp>
        <p:nvSpPr>
          <p:cNvPr id="19" name="文本框 18">
            <a:extLst>
              <a:ext uri="{FF2B5EF4-FFF2-40B4-BE49-F238E27FC236}">
                <a16:creationId xmlns:a16="http://schemas.microsoft.com/office/drawing/2014/main" xmlns="" id="{7DB513FE-9344-9013-E8E4-131F640B6B8B}"/>
              </a:ext>
            </a:extLst>
          </p:cNvPr>
          <p:cNvSpPr txBox="1"/>
          <p:nvPr/>
        </p:nvSpPr>
        <p:spPr>
          <a:xfrm>
            <a:off x="716402" y="3559515"/>
            <a:ext cx="373820" cy="461665"/>
          </a:xfrm>
          <a:prstGeom prst="rect">
            <a:avLst/>
          </a:prstGeom>
          <a:noFill/>
        </p:spPr>
        <p:txBody>
          <a:bodyPr wrap="none" rtlCol="0">
            <a:spAutoFit/>
          </a:bodyPr>
          <a:lstStyle/>
          <a:p>
            <a:pPr algn="ctr"/>
            <a:r>
              <a:rPr kumimoji="1" lang="en-US" altLang="zh-CN" sz="2400" b="1" dirty="0">
                <a:solidFill>
                  <a:srgbClr val="9A0001"/>
                </a:solidFill>
                <a:latin typeface="Microsoft YaHei" panose="020B0503020204020204" pitchFamily="34" charset="-122"/>
                <a:ea typeface="Microsoft YaHei" panose="020B0503020204020204" pitchFamily="34" charset="-122"/>
                <a:cs typeface="+mn-ea"/>
                <a:sym typeface="Arial" panose="020B0604020202020204" pitchFamily="34" charset="0"/>
              </a:rPr>
              <a:t>1</a:t>
            </a:r>
            <a:endParaRPr kumimoji="1" lang="zh-CN" altLang="en-US" sz="2400" b="1" dirty="0">
              <a:solidFill>
                <a:srgbClr val="9A0001"/>
              </a:solidFill>
              <a:latin typeface="Microsoft YaHei" panose="020B0503020204020204" pitchFamily="34" charset="-122"/>
              <a:ea typeface="Microsoft YaHei" panose="020B0503020204020204" pitchFamily="34" charset="-122"/>
              <a:cs typeface="+mn-ea"/>
              <a:sym typeface="Arial" panose="020B0604020202020204" pitchFamily="34" charset="0"/>
            </a:endParaRPr>
          </a:p>
        </p:txBody>
      </p:sp>
      <p:sp>
        <p:nvSpPr>
          <p:cNvPr id="20" name="文本框 19">
            <a:extLst>
              <a:ext uri="{FF2B5EF4-FFF2-40B4-BE49-F238E27FC236}">
                <a16:creationId xmlns:a16="http://schemas.microsoft.com/office/drawing/2014/main" xmlns="" id="{0900F9BA-DB87-0DBB-63FA-877E76332105}"/>
              </a:ext>
            </a:extLst>
          </p:cNvPr>
          <p:cNvSpPr txBox="1"/>
          <p:nvPr/>
        </p:nvSpPr>
        <p:spPr>
          <a:xfrm>
            <a:off x="3459598" y="3559515"/>
            <a:ext cx="373820" cy="461665"/>
          </a:xfrm>
          <a:prstGeom prst="rect">
            <a:avLst/>
          </a:prstGeom>
          <a:noFill/>
        </p:spPr>
        <p:txBody>
          <a:bodyPr wrap="none" rtlCol="0">
            <a:spAutoFit/>
          </a:bodyPr>
          <a:lstStyle/>
          <a:p>
            <a:pPr algn="ctr"/>
            <a:r>
              <a:rPr kumimoji="1" lang="en-US" altLang="zh-CN" sz="2400" b="1" dirty="0">
                <a:solidFill>
                  <a:srgbClr val="9A0001"/>
                </a:solidFill>
                <a:latin typeface="Microsoft YaHei" panose="020B0503020204020204" pitchFamily="34" charset="-122"/>
                <a:ea typeface="Microsoft YaHei" panose="020B0503020204020204" pitchFamily="34" charset="-122"/>
                <a:cs typeface="+mn-ea"/>
                <a:sym typeface="Arial" panose="020B0604020202020204" pitchFamily="34" charset="0"/>
              </a:rPr>
              <a:t>2</a:t>
            </a:r>
            <a:endParaRPr kumimoji="1" lang="zh-CN" altLang="en-US" sz="2400" b="1" dirty="0">
              <a:solidFill>
                <a:srgbClr val="9A0001"/>
              </a:solidFill>
              <a:latin typeface="Microsoft YaHei" panose="020B0503020204020204" pitchFamily="34" charset="-122"/>
              <a:ea typeface="Microsoft YaHei" panose="020B0503020204020204" pitchFamily="34" charset="-122"/>
              <a:cs typeface="+mn-ea"/>
              <a:sym typeface="Arial" panose="020B0604020202020204" pitchFamily="34" charset="0"/>
            </a:endParaRPr>
          </a:p>
        </p:txBody>
      </p:sp>
      <p:sp>
        <p:nvSpPr>
          <p:cNvPr id="21" name="文本框 20">
            <a:extLst>
              <a:ext uri="{FF2B5EF4-FFF2-40B4-BE49-F238E27FC236}">
                <a16:creationId xmlns:a16="http://schemas.microsoft.com/office/drawing/2014/main" xmlns="" id="{F5EDFFCE-F779-F8DA-9F05-D98C7B67433D}"/>
              </a:ext>
            </a:extLst>
          </p:cNvPr>
          <p:cNvSpPr txBox="1"/>
          <p:nvPr/>
        </p:nvSpPr>
        <p:spPr>
          <a:xfrm>
            <a:off x="6223822" y="3559514"/>
            <a:ext cx="373820" cy="461665"/>
          </a:xfrm>
          <a:prstGeom prst="rect">
            <a:avLst/>
          </a:prstGeom>
          <a:noFill/>
        </p:spPr>
        <p:txBody>
          <a:bodyPr wrap="none" rtlCol="0">
            <a:spAutoFit/>
          </a:bodyPr>
          <a:lstStyle/>
          <a:p>
            <a:pPr algn="ctr"/>
            <a:r>
              <a:rPr kumimoji="1" lang="en-US" altLang="zh-CN" sz="2400" b="1" dirty="0">
                <a:solidFill>
                  <a:srgbClr val="9A0001"/>
                </a:solidFill>
                <a:latin typeface="Microsoft YaHei" panose="020B0503020204020204" pitchFamily="34" charset="-122"/>
                <a:ea typeface="Microsoft YaHei" panose="020B0503020204020204" pitchFamily="34" charset="-122"/>
                <a:cs typeface="+mn-ea"/>
                <a:sym typeface="Arial" panose="020B0604020202020204" pitchFamily="34" charset="0"/>
              </a:rPr>
              <a:t>3</a:t>
            </a:r>
            <a:endParaRPr kumimoji="1" lang="zh-CN" altLang="en-US" sz="2400" b="1" dirty="0">
              <a:solidFill>
                <a:srgbClr val="9A0001"/>
              </a:solidFill>
              <a:latin typeface="Microsoft YaHei" panose="020B0503020204020204" pitchFamily="34" charset="-122"/>
              <a:ea typeface="Microsoft YaHei" panose="020B0503020204020204" pitchFamily="34" charset="-122"/>
              <a:cs typeface="+mn-ea"/>
              <a:sym typeface="Arial" panose="020B0604020202020204" pitchFamily="34" charset="0"/>
            </a:endParaRPr>
          </a:p>
        </p:txBody>
      </p:sp>
      <p:sp>
        <p:nvSpPr>
          <p:cNvPr id="22" name="文本框 21">
            <a:extLst>
              <a:ext uri="{FF2B5EF4-FFF2-40B4-BE49-F238E27FC236}">
                <a16:creationId xmlns:a16="http://schemas.microsoft.com/office/drawing/2014/main" xmlns="" id="{A18D28ED-386E-87B0-BAE1-163D4E6E2EB5}"/>
              </a:ext>
            </a:extLst>
          </p:cNvPr>
          <p:cNvSpPr txBox="1"/>
          <p:nvPr/>
        </p:nvSpPr>
        <p:spPr>
          <a:xfrm>
            <a:off x="8988046" y="3559513"/>
            <a:ext cx="373820" cy="461665"/>
          </a:xfrm>
          <a:prstGeom prst="rect">
            <a:avLst/>
          </a:prstGeom>
          <a:noFill/>
        </p:spPr>
        <p:txBody>
          <a:bodyPr wrap="none" rtlCol="0">
            <a:spAutoFit/>
          </a:bodyPr>
          <a:lstStyle/>
          <a:p>
            <a:pPr algn="ctr"/>
            <a:r>
              <a:rPr kumimoji="1" lang="en-US" altLang="zh-CN" sz="2400" b="1" dirty="0">
                <a:solidFill>
                  <a:srgbClr val="9A0001"/>
                </a:solidFill>
                <a:latin typeface="Microsoft YaHei" panose="020B0503020204020204" pitchFamily="34" charset="-122"/>
                <a:ea typeface="Microsoft YaHei" panose="020B0503020204020204" pitchFamily="34" charset="-122"/>
                <a:cs typeface="+mn-ea"/>
                <a:sym typeface="Arial" panose="020B0604020202020204" pitchFamily="34" charset="0"/>
              </a:rPr>
              <a:t>4</a:t>
            </a:r>
            <a:endParaRPr kumimoji="1" lang="zh-CN" altLang="en-US" sz="2400" b="1" dirty="0">
              <a:solidFill>
                <a:srgbClr val="9A0001"/>
              </a:solidFill>
              <a:latin typeface="Microsoft YaHei" panose="020B0503020204020204" pitchFamily="34" charset="-122"/>
              <a:ea typeface="Microsoft YaHei"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xmlns="" val="240792174"/>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圆角矩形 14">
            <a:extLst>
              <a:ext uri="{FF2B5EF4-FFF2-40B4-BE49-F238E27FC236}">
                <a16:creationId xmlns:a16="http://schemas.microsoft.com/office/drawing/2014/main" xmlns="" id="{CA3A3BA5-6222-1CE9-BF2B-72814BCD1DCD}"/>
              </a:ext>
            </a:extLst>
          </p:cNvPr>
          <p:cNvSpPr/>
          <p:nvPr/>
        </p:nvSpPr>
        <p:spPr>
          <a:xfrm>
            <a:off x="442913" y="1815102"/>
            <a:ext cx="7145557" cy="2662040"/>
          </a:xfrm>
          <a:prstGeom prst="roundRect">
            <a:avLst>
              <a:gd name="adj" fmla="val 2276"/>
            </a:avLst>
          </a:prstGeom>
          <a:solidFill>
            <a:schemeClr val="bg1"/>
          </a:solidFill>
          <a:ln>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US" altLang="zh-CN" dirty="0">
              <a:solidFill>
                <a:schemeClr val="tx1"/>
              </a:solidFill>
              <a:effectLst/>
              <a:latin typeface="Microsoft YaHei" panose="020B0503020204020204" pitchFamily="34" charset="-122"/>
              <a:ea typeface="Microsoft YaHei" panose="020B0503020204020204" pitchFamily="34" charset="-122"/>
            </a:endParaRPr>
          </a:p>
        </p:txBody>
      </p:sp>
      <p:sp>
        <p:nvSpPr>
          <p:cNvPr id="14" name="圆角矩形 13">
            <a:extLst>
              <a:ext uri="{FF2B5EF4-FFF2-40B4-BE49-F238E27FC236}">
                <a16:creationId xmlns:a16="http://schemas.microsoft.com/office/drawing/2014/main" xmlns="" id="{1C2E06F2-B7F9-37B7-262B-22287454AD79}"/>
              </a:ext>
            </a:extLst>
          </p:cNvPr>
          <p:cNvSpPr/>
          <p:nvPr/>
        </p:nvSpPr>
        <p:spPr>
          <a:xfrm>
            <a:off x="442913" y="5042898"/>
            <a:ext cx="11411926" cy="1169802"/>
          </a:xfrm>
          <a:prstGeom prst="roundRect">
            <a:avLst>
              <a:gd name="adj" fmla="val 7026"/>
            </a:avLst>
          </a:prstGeom>
          <a:solidFill>
            <a:schemeClr val="bg1"/>
          </a:solidFill>
          <a:ln>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US" altLang="zh-CN" dirty="0">
              <a:solidFill>
                <a:schemeClr val="tx1"/>
              </a:solidFill>
              <a:effectLst/>
              <a:latin typeface="Microsoft YaHei" panose="020B0503020204020204" pitchFamily="34" charset="-122"/>
              <a:ea typeface="Microsoft YaHei" panose="020B0503020204020204" pitchFamily="34" charset="-122"/>
            </a:endParaRPr>
          </a:p>
        </p:txBody>
      </p:sp>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p:txBody>
          <a:bodyPr/>
          <a:lstStyle/>
          <a:p>
            <a:r>
              <a:rPr lang="en-US" altLang="zh-CN" dirty="0">
                <a:sym typeface="Arial" panose="020B0604020202020204" pitchFamily="34" charset="0"/>
              </a:rPr>
              <a:t>5.2.2</a:t>
            </a:r>
            <a:r>
              <a:rPr lang="zh-CN" altLang="en-US" dirty="0">
                <a:sym typeface="Arial" panose="020B0604020202020204" pitchFamily="34" charset="0"/>
              </a:rPr>
              <a:t>可变分区 </a:t>
            </a:r>
            <a:r>
              <a:rPr lang="en-US" altLang="zh-CN" dirty="0">
                <a:sym typeface="Arial" panose="020B0604020202020204" pitchFamily="34" charset="0"/>
              </a:rPr>
              <a:t>I</a:t>
            </a:r>
            <a:r>
              <a:rPr lang="zh-CN" altLang="en-US" dirty="0">
                <a:sym typeface="Arial" panose="020B0604020202020204" pitchFamily="34" charset="0"/>
              </a:rPr>
              <a:t> 分区的保护</a:t>
            </a:r>
          </a:p>
        </p:txBody>
      </p:sp>
      <p:sp>
        <p:nvSpPr>
          <p:cNvPr id="6" name="文本框 5">
            <a:extLst>
              <a:ext uri="{FF2B5EF4-FFF2-40B4-BE49-F238E27FC236}">
                <a16:creationId xmlns:a16="http://schemas.microsoft.com/office/drawing/2014/main" xmlns="" id="{AAD4F351-54EC-DE01-13B7-46B0DB513AFD}"/>
              </a:ext>
            </a:extLst>
          </p:cNvPr>
          <p:cNvSpPr txBox="1"/>
          <p:nvPr/>
        </p:nvSpPr>
        <p:spPr>
          <a:xfrm>
            <a:off x="557074" y="1992600"/>
            <a:ext cx="6906126" cy="2205797"/>
          </a:xfrm>
          <a:prstGeom prst="rect">
            <a:avLst/>
          </a:prstGeom>
          <a:noFill/>
        </p:spPr>
        <p:txBody>
          <a:bodyPr wrap="square">
            <a:spAutoFit/>
          </a:bodyPr>
          <a:lstStyle/>
          <a:p>
            <a:pPr>
              <a:lnSpc>
                <a:spcPts val="2800"/>
              </a:lnSpc>
            </a:pPr>
            <a:r>
              <a:rPr lang="zh-CN" altLang="en-US" sz="1600" b="1" kern="100" dirty="0">
                <a:solidFill>
                  <a:srgbClr val="9A0001"/>
                </a:solidFill>
                <a:latin typeface="Microsoft YaHei" panose="020B0503020204020204" pitchFamily="34" charset="-122"/>
                <a:ea typeface="Microsoft YaHei" panose="020B0503020204020204" pitchFamily="34" charset="-122"/>
              </a:rPr>
              <a:t>保护方法一：</a:t>
            </a:r>
            <a:r>
              <a:rPr lang="zh-CN" altLang="zh-CN" sz="1600" kern="100" dirty="0">
                <a:effectLst/>
                <a:latin typeface="Microsoft YaHei" panose="020B0503020204020204" pitchFamily="34" charset="-122"/>
                <a:ea typeface="Microsoft YaHei" panose="020B0503020204020204" pitchFamily="34" charset="-122"/>
              </a:rPr>
              <a:t>系统设置界限寄存器，界限寄存器可以是上、下界寄存器或基址、限长寄存器</a:t>
            </a:r>
            <a:r>
              <a:rPr lang="zh-CN" altLang="en-US" sz="1600" kern="100" dirty="0">
                <a:effectLst/>
                <a:latin typeface="Microsoft YaHei" panose="020B0503020204020204" pitchFamily="34" charset="-122"/>
                <a:ea typeface="Microsoft YaHei" panose="020B0503020204020204" pitchFamily="34" charset="-122"/>
              </a:rPr>
              <a:t>。</a:t>
            </a:r>
            <a:r>
              <a:rPr lang="zh-CN" altLang="zh-CN" sz="1600" kern="100" dirty="0">
                <a:effectLst/>
                <a:latin typeface="Microsoft YaHei" panose="020B0503020204020204" pitchFamily="34" charset="-122"/>
                <a:ea typeface="Microsoft YaHei" panose="020B0503020204020204" pitchFamily="34" charset="-122"/>
              </a:rPr>
              <a:t>通常系统设置一对界限寄存器，用来存放现行进程的内存界限。在进程的</a:t>
            </a:r>
            <a:r>
              <a:rPr lang="en-US" altLang="zh-CN" sz="1600" kern="100" dirty="0">
                <a:effectLst/>
                <a:latin typeface="Microsoft YaHei" panose="020B0503020204020204" pitchFamily="34" charset="-122"/>
                <a:ea typeface="Microsoft YaHei" panose="020B0503020204020204" pitchFamily="34" charset="-122"/>
              </a:rPr>
              <a:t>PCB</a:t>
            </a:r>
            <a:r>
              <a:rPr lang="zh-CN" altLang="zh-CN" sz="1600" kern="100" dirty="0">
                <a:effectLst/>
                <a:latin typeface="Microsoft YaHei" panose="020B0503020204020204" pitchFamily="34" charset="-122"/>
                <a:ea typeface="Microsoft YaHei" panose="020B0503020204020204" pitchFamily="34" charset="-122"/>
              </a:rPr>
              <a:t>中保存界限值，当轮到该进程执行时，将界限值作为进程现场的一部分恢复。在进程执行过程产生的每一个访问内存的地址，硬件都自动将其与界限寄存器的值进行比较，若发生地址越界，便产生保护性地址越界中断，参见图</a:t>
            </a:r>
            <a:r>
              <a:rPr lang="en-US" altLang="zh-CN" sz="1600" kern="100" dirty="0">
                <a:effectLst/>
                <a:latin typeface="Microsoft YaHei" panose="020B0503020204020204" pitchFamily="34" charset="-122"/>
                <a:ea typeface="Microsoft YaHei" panose="020B0503020204020204" pitchFamily="34" charset="-122"/>
              </a:rPr>
              <a:t>5-12</a:t>
            </a:r>
            <a:endParaRPr lang="zh-CN" altLang="zh-CN" sz="1600" kern="100" dirty="0">
              <a:effectLst/>
              <a:latin typeface="Microsoft YaHei" panose="020B0503020204020204" pitchFamily="34" charset="-122"/>
              <a:ea typeface="Microsoft YaHei" panose="020B0503020204020204" pitchFamily="34" charset="-122"/>
            </a:endParaRPr>
          </a:p>
        </p:txBody>
      </p:sp>
      <p:sp>
        <p:nvSpPr>
          <p:cNvPr id="11" name="文本框 10">
            <a:extLst>
              <a:ext uri="{FF2B5EF4-FFF2-40B4-BE49-F238E27FC236}">
                <a16:creationId xmlns:a16="http://schemas.microsoft.com/office/drawing/2014/main" xmlns="" id="{6E7F96E5-B902-6588-F932-1C5B19813F16}"/>
              </a:ext>
            </a:extLst>
          </p:cNvPr>
          <p:cNvSpPr txBox="1"/>
          <p:nvPr/>
        </p:nvSpPr>
        <p:spPr>
          <a:xfrm>
            <a:off x="557074" y="5200875"/>
            <a:ext cx="11183603" cy="769506"/>
          </a:xfrm>
          <a:prstGeom prst="rect">
            <a:avLst/>
          </a:prstGeom>
          <a:noFill/>
        </p:spPr>
        <p:txBody>
          <a:bodyPr wrap="square">
            <a:spAutoFit/>
          </a:bodyPr>
          <a:lstStyle/>
          <a:p>
            <a:pPr algn="just">
              <a:lnSpc>
                <a:spcPts val="2800"/>
              </a:lnSpc>
            </a:pPr>
            <a:r>
              <a:rPr lang="zh-CN" altLang="en-US" sz="1600" b="1" kern="100" dirty="0">
                <a:solidFill>
                  <a:srgbClr val="9A0001"/>
                </a:solidFill>
                <a:latin typeface="Microsoft YaHei" panose="020B0503020204020204" pitchFamily="34" charset="-122"/>
                <a:ea typeface="Microsoft YaHei" panose="020B0503020204020204" pitchFamily="34" charset="-122"/>
              </a:rPr>
              <a:t>保护方法二：</a:t>
            </a:r>
            <a:r>
              <a:rPr lang="zh-CN" altLang="zh-CN" sz="1600" kern="100" dirty="0">
                <a:effectLst/>
                <a:latin typeface="Microsoft YaHei" panose="020B0503020204020204" pitchFamily="34" charset="-122"/>
                <a:ea typeface="Microsoft YaHei" panose="020B0503020204020204" pitchFamily="34" charset="-122"/>
              </a:rPr>
              <a:t>保护</a:t>
            </a:r>
            <a:r>
              <a:rPr lang="zh-CN" altLang="zh-CN" sz="1600" kern="100" dirty="0">
                <a:solidFill>
                  <a:srgbClr val="FF00FF"/>
                </a:solidFill>
                <a:effectLst/>
                <a:latin typeface="Microsoft YaHei" panose="020B0503020204020204" pitchFamily="34" charset="-122"/>
                <a:ea typeface="Microsoft YaHei" panose="020B0503020204020204" pitchFamily="34" charset="-122"/>
              </a:rPr>
              <a:t>键</a:t>
            </a:r>
            <a:r>
              <a:rPr lang="zh-CN" altLang="zh-CN" sz="1600" kern="100" dirty="0">
                <a:effectLst/>
                <a:latin typeface="Microsoft YaHei" panose="020B0503020204020204" pitchFamily="34" charset="-122"/>
                <a:ea typeface="Microsoft YaHei" panose="020B0503020204020204" pitchFamily="34" charset="-122"/>
              </a:rPr>
              <a:t>方法，即为每个分区分配一个保护</a:t>
            </a:r>
            <a:r>
              <a:rPr lang="zh-CN" altLang="zh-CN" sz="1600" kern="100" dirty="0">
                <a:solidFill>
                  <a:srgbClr val="FF00FF"/>
                </a:solidFill>
                <a:effectLst/>
                <a:latin typeface="Microsoft YaHei" panose="020B0503020204020204" pitchFamily="34" charset="-122"/>
                <a:ea typeface="Microsoft YaHei" panose="020B0503020204020204" pitchFamily="34" charset="-122"/>
              </a:rPr>
              <a:t>键</a:t>
            </a:r>
            <a:r>
              <a:rPr lang="zh-CN" altLang="zh-CN" sz="1600" kern="100" dirty="0">
                <a:effectLst/>
                <a:latin typeface="Microsoft YaHei" panose="020B0503020204020204" pitchFamily="34" charset="-122"/>
                <a:ea typeface="Microsoft YaHei" panose="020B0503020204020204" pitchFamily="34" charset="-122"/>
              </a:rPr>
              <a:t>，相当于一把锁。同时为每个进程分配一个相应的保护</a:t>
            </a:r>
            <a:r>
              <a:rPr lang="zh-CN" altLang="zh-CN" sz="1600" kern="100" dirty="0">
                <a:solidFill>
                  <a:srgbClr val="FF00FF"/>
                </a:solidFill>
                <a:effectLst/>
                <a:latin typeface="Microsoft YaHei" panose="020B0503020204020204" pitchFamily="34" charset="-122"/>
                <a:ea typeface="Microsoft YaHei" panose="020B0503020204020204" pitchFamily="34" charset="-122"/>
              </a:rPr>
              <a:t>键</a:t>
            </a:r>
            <a:r>
              <a:rPr lang="zh-CN" altLang="zh-CN" sz="1600" kern="100" dirty="0">
                <a:effectLst/>
                <a:latin typeface="Microsoft YaHei" panose="020B0503020204020204" pitchFamily="34" charset="-122"/>
                <a:ea typeface="Microsoft YaHei" panose="020B0503020204020204" pitchFamily="34" charset="-122"/>
              </a:rPr>
              <a:t>，相当于一把钥匙，存放在程序状态字中。每当访问内存时，都要检查钥匙和锁是否匹配，若不匹配，将发出保护性中断</a:t>
            </a:r>
          </a:p>
        </p:txBody>
      </p:sp>
      <p:grpSp>
        <p:nvGrpSpPr>
          <p:cNvPr id="13" name="组合 12">
            <a:extLst>
              <a:ext uri="{FF2B5EF4-FFF2-40B4-BE49-F238E27FC236}">
                <a16:creationId xmlns:a16="http://schemas.microsoft.com/office/drawing/2014/main" xmlns="" id="{BE83C1FE-BE53-BD4E-C6A2-905E6DCDC579}"/>
              </a:ext>
            </a:extLst>
          </p:cNvPr>
          <p:cNvGrpSpPr/>
          <p:nvPr/>
        </p:nvGrpSpPr>
        <p:grpSpPr>
          <a:xfrm>
            <a:off x="8027986" y="1739685"/>
            <a:ext cx="3721100" cy="2657680"/>
            <a:chOff x="8027986" y="1739685"/>
            <a:chExt cx="3721100" cy="2657680"/>
          </a:xfrm>
        </p:grpSpPr>
        <p:pic>
          <p:nvPicPr>
            <p:cNvPr id="7" name="图片 6" descr="插图4-11">
              <a:extLst>
                <a:ext uri="{FF2B5EF4-FFF2-40B4-BE49-F238E27FC236}">
                  <a16:creationId xmlns:a16="http://schemas.microsoft.com/office/drawing/2014/main" xmlns="" id="{251E7CB3-241C-8114-FFB5-91D192168D5A}"/>
                </a:ext>
              </a:extLst>
            </p:cNvPr>
            <p:cNvPicPr>
              <a:picLocks noChangeAspect="1"/>
            </p:cNvPicPr>
            <p:nvPr/>
          </p:nvPicPr>
          <p:blipFill>
            <a:blip r:embed="rId3" cstate="print"/>
            <a:srcRect t="14748" b="7658"/>
            <a:stretch>
              <a:fillRect/>
            </a:stretch>
          </p:blipFill>
          <p:spPr bwMode="auto">
            <a:xfrm>
              <a:off x="8027986" y="1739685"/>
              <a:ext cx="3721100" cy="2171700"/>
            </a:xfrm>
            <a:prstGeom prst="rect">
              <a:avLst/>
            </a:prstGeom>
            <a:noFill/>
            <a:ln w="9525">
              <a:noFill/>
              <a:miter lim="800000"/>
              <a:headEnd/>
              <a:tailEnd/>
            </a:ln>
          </p:spPr>
        </p:pic>
        <p:sp>
          <p:nvSpPr>
            <p:cNvPr id="12" name="文本框 11">
              <a:extLst>
                <a:ext uri="{FF2B5EF4-FFF2-40B4-BE49-F238E27FC236}">
                  <a16:creationId xmlns:a16="http://schemas.microsoft.com/office/drawing/2014/main" xmlns="" id="{D8EB0EF9-341A-2BFB-9C8E-A13DBA110A4F}"/>
                </a:ext>
              </a:extLst>
            </p:cNvPr>
            <p:cNvSpPr txBox="1"/>
            <p:nvPr/>
          </p:nvSpPr>
          <p:spPr>
            <a:xfrm>
              <a:off x="9104161" y="4089588"/>
              <a:ext cx="1949573" cy="307777"/>
            </a:xfrm>
            <a:prstGeom prst="rect">
              <a:avLst/>
            </a:prstGeom>
            <a:noFill/>
          </p:spPr>
          <p:txBody>
            <a:bodyPr wrap="none" rtlCol="0">
              <a:spAutoFit/>
            </a:bodyPr>
            <a:lstStyle/>
            <a:p>
              <a:pPr algn="ctr"/>
              <a:r>
                <a:rPr lang="zh-CN" altLang="zh-CN" sz="1400" kern="100" dirty="0">
                  <a:effectLst/>
                  <a:latin typeface="Times New Roman" panose="02020603050405020304" pitchFamily="18" charset="0"/>
                  <a:ea typeface="宋体" panose="02010600030101010101" pitchFamily="2" charset="-122"/>
                </a:rPr>
                <a:t>图</a:t>
              </a:r>
              <a:r>
                <a:rPr lang="en-US" altLang="zh-CN" sz="1400" kern="100" dirty="0">
                  <a:effectLst/>
                  <a:latin typeface="Times New Roman" panose="02020603050405020304" pitchFamily="18" charset="0"/>
                  <a:ea typeface="宋体" panose="02010600030101010101" pitchFamily="2" charset="-122"/>
                </a:rPr>
                <a:t>5-12</a:t>
              </a:r>
              <a:r>
                <a:rPr lang="zh-CN" altLang="zh-CN" sz="1400" kern="100" dirty="0">
                  <a:effectLst/>
                  <a:latin typeface="Times New Roman" panose="02020603050405020304" pitchFamily="18" charset="0"/>
                  <a:ea typeface="宋体" panose="02010600030101010101" pitchFamily="2" charset="-122"/>
                </a:rPr>
                <a:t>界限寄存器保护</a:t>
              </a:r>
            </a:p>
          </p:txBody>
        </p:sp>
      </p:grpSp>
    </p:spTree>
    <p:extLst>
      <p:ext uri="{BB962C8B-B14F-4D97-AF65-F5344CB8AC3E}">
        <p14:creationId xmlns:p14="http://schemas.microsoft.com/office/powerpoint/2010/main" xmlns="" val="2612965805"/>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圆角矩形 9">
            <a:extLst>
              <a:ext uri="{FF2B5EF4-FFF2-40B4-BE49-F238E27FC236}">
                <a16:creationId xmlns:a16="http://schemas.microsoft.com/office/drawing/2014/main" xmlns="" id="{FF34EB40-BBDE-8E90-AF8B-A72E09209328}"/>
              </a:ext>
            </a:extLst>
          </p:cNvPr>
          <p:cNvSpPr/>
          <p:nvPr/>
        </p:nvSpPr>
        <p:spPr>
          <a:xfrm>
            <a:off x="1430884" y="1600200"/>
            <a:ext cx="10035901" cy="1527281"/>
          </a:xfrm>
          <a:prstGeom prst="roundRect">
            <a:avLst>
              <a:gd name="adj" fmla="val 7026"/>
            </a:avLst>
          </a:prstGeom>
          <a:solidFill>
            <a:schemeClr val="bg1"/>
          </a:solidFill>
          <a:ln>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US" altLang="zh-CN" dirty="0">
              <a:solidFill>
                <a:schemeClr val="tx1"/>
              </a:solidFill>
              <a:effectLst/>
              <a:latin typeface="Microsoft YaHei" panose="020B0503020204020204" pitchFamily="34" charset="-122"/>
              <a:ea typeface="Microsoft YaHei" panose="020B0503020204020204" pitchFamily="34" charset="-122"/>
            </a:endParaRPr>
          </a:p>
        </p:txBody>
      </p:sp>
      <p:sp>
        <p:nvSpPr>
          <p:cNvPr id="9" name="圆角矩形 8">
            <a:extLst>
              <a:ext uri="{FF2B5EF4-FFF2-40B4-BE49-F238E27FC236}">
                <a16:creationId xmlns:a16="http://schemas.microsoft.com/office/drawing/2014/main" xmlns="" id="{48A490F8-9421-D680-474F-A459BD49975D}"/>
              </a:ext>
            </a:extLst>
          </p:cNvPr>
          <p:cNvSpPr/>
          <p:nvPr/>
        </p:nvSpPr>
        <p:spPr>
          <a:xfrm>
            <a:off x="1430884" y="3812232"/>
            <a:ext cx="10035901" cy="1679681"/>
          </a:xfrm>
          <a:prstGeom prst="roundRect">
            <a:avLst>
              <a:gd name="adj" fmla="val 7026"/>
            </a:avLst>
          </a:prstGeom>
          <a:solidFill>
            <a:schemeClr val="bg1"/>
          </a:solidFill>
          <a:ln>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US" altLang="zh-CN" dirty="0">
              <a:solidFill>
                <a:schemeClr val="tx1"/>
              </a:solidFill>
              <a:effectLst/>
              <a:latin typeface="Microsoft YaHei" panose="020B0503020204020204" pitchFamily="34" charset="-122"/>
              <a:ea typeface="Microsoft YaHei" panose="020B0503020204020204" pitchFamily="34" charset="-122"/>
            </a:endParaRPr>
          </a:p>
        </p:txBody>
      </p:sp>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p:txBody>
          <a:bodyPr/>
          <a:lstStyle/>
          <a:p>
            <a:r>
              <a:rPr lang="en-US" altLang="zh-CN" dirty="0">
                <a:sym typeface="Arial" panose="020B0604020202020204" pitchFamily="34" charset="0"/>
              </a:rPr>
              <a:t>5.2.3</a:t>
            </a:r>
            <a:r>
              <a:rPr lang="zh-CN" altLang="en-US" dirty="0">
                <a:sym typeface="Arial" panose="020B0604020202020204" pitchFamily="34" charset="0"/>
              </a:rPr>
              <a:t>分区管理方案的优缺点</a:t>
            </a:r>
          </a:p>
        </p:txBody>
      </p:sp>
      <p:sp>
        <p:nvSpPr>
          <p:cNvPr id="3" name="文本框 2">
            <a:extLst>
              <a:ext uri="{FF2B5EF4-FFF2-40B4-BE49-F238E27FC236}">
                <a16:creationId xmlns:a16="http://schemas.microsoft.com/office/drawing/2014/main" xmlns="" id="{F243A1E1-AA76-733F-7B67-7B9BC6A356A2}"/>
              </a:ext>
            </a:extLst>
          </p:cNvPr>
          <p:cNvSpPr txBox="1"/>
          <p:nvPr/>
        </p:nvSpPr>
        <p:spPr>
          <a:xfrm>
            <a:off x="1578210" y="1796473"/>
            <a:ext cx="9529011" cy="1134734"/>
          </a:xfrm>
          <a:prstGeom prst="rect">
            <a:avLst/>
          </a:prstGeom>
          <a:noFill/>
        </p:spPr>
        <p:txBody>
          <a:bodyPr wrap="square">
            <a:spAutoFit/>
          </a:bodyPr>
          <a:lstStyle/>
          <a:p>
            <a:pPr marL="285750" indent="-285750" algn="just">
              <a:lnSpc>
                <a:spcPts val="2800"/>
              </a:lnSpc>
              <a:buFont typeface="Arial" panose="020B0604020202020204" pitchFamily="34" charset="0"/>
              <a:buChar char="•"/>
              <a:tabLst>
                <a:tab pos="5029200" algn="l"/>
              </a:tabLst>
            </a:pPr>
            <a:r>
              <a:rPr lang="zh-CN" altLang="zh-CN" sz="1800" kern="100" dirty="0">
                <a:effectLst/>
                <a:latin typeface="+mj-ea"/>
                <a:ea typeface="+mj-ea"/>
              </a:rPr>
              <a:t>通过分区管理，内存</a:t>
            </a:r>
            <a:r>
              <a:rPr lang="zh-CN" altLang="zh-CN" sz="1800" kern="100" dirty="0">
                <a:solidFill>
                  <a:srgbClr val="9A0001"/>
                </a:solidFill>
                <a:effectLst/>
                <a:latin typeface="+mj-ea"/>
                <a:ea typeface="+mj-ea"/>
              </a:rPr>
              <a:t>真正成为了</a:t>
            </a:r>
            <a:r>
              <a:rPr lang="zh-CN" altLang="zh-CN" sz="1800" kern="100" dirty="0">
                <a:effectLst/>
                <a:latin typeface="+mj-ea"/>
                <a:ea typeface="+mj-ea"/>
              </a:rPr>
              <a:t>共享资源，提高了系统的吞吐量和缩短了周转时间。</a:t>
            </a:r>
            <a:endParaRPr lang="en-US" altLang="zh-CN" sz="1800" kern="100" dirty="0">
              <a:effectLst/>
              <a:latin typeface="+mj-ea"/>
              <a:ea typeface="+mj-ea"/>
            </a:endParaRPr>
          </a:p>
          <a:p>
            <a:pPr marL="285750" indent="-285750" algn="just">
              <a:lnSpc>
                <a:spcPts val="2800"/>
              </a:lnSpc>
              <a:buFont typeface="Arial" panose="020B0604020202020204" pitchFamily="34" charset="0"/>
              <a:buChar char="•"/>
              <a:tabLst>
                <a:tab pos="5029200" algn="l"/>
              </a:tabLst>
            </a:pPr>
            <a:r>
              <a:rPr lang="zh-CN" altLang="zh-CN" sz="1800" kern="100" dirty="0">
                <a:effectLst/>
                <a:latin typeface="+mj-ea"/>
                <a:ea typeface="+mj-ea"/>
              </a:rPr>
              <a:t>分区内存管理算法比较简单，实现起来比较容易，内存额外开销较少，内存保护措施简单</a:t>
            </a:r>
          </a:p>
          <a:p>
            <a:pPr marL="285750" indent="-285750" algn="just">
              <a:lnSpc>
                <a:spcPts val="2800"/>
              </a:lnSpc>
              <a:buFont typeface="Arial" panose="020B0604020202020204" pitchFamily="34" charset="0"/>
              <a:buChar char="•"/>
              <a:tabLst>
                <a:tab pos="5029200" algn="l"/>
              </a:tabLst>
            </a:pPr>
            <a:r>
              <a:rPr lang="zh-CN" altLang="zh-CN" sz="1800" kern="100" dirty="0">
                <a:effectLst/>
                <a:latin typeface="+mj-ea"/>
                <a:ea typeface="+mj-ea"/>
              </a:rPr>
              <a:t>内存利用率，可变分区的内存利用率比固定分区高</a:t>
            </a:r>
          </a:p>
        </p:txBody>
      </p:sp>
      <p:sp>
        <p:nvSpPr>
          <p:cNvPr id="5" name="文本框 4">
            <a:extLst>
              <a:ext uri="{FF2B5EF4-FFF2-40B4-BE49-F238E27FC236}">
                <a16:creationId xmlns:a16="http://schemas.microsoft.com/office/drawing/2014/main" xmlns="" id="{9DA09474-07DE-A1D2-271D-6E67149927CA}"/>
              </a:ext>
            </a:extLst>
          </p:cNvPr>
          <p:cNvSpPr txBox="1"/>
          <p:nvPr/>
        </p:nvSpPr>
        <p:spPr>
          <a:xfrm>
            <a:off x="1578211" y="4084706"/>
            <a:ext cx="9529010" cy="1134734"/>
          </a:xfrm>
          <a:prstGeom prst="rect">
            <a:avLst/>
          </a:prstGeom>
          <a:noFill/>
        </p:spPr>
        <p:txBody>
          <a:bodyPr wrap="square">
            <a:spAutoFit/>
          </a:bodyPr>
          <a:lstStyle/>
          <a:p>
            <a:pPr marL="285750" indent="-285750" algn="just">
              <a:lnSpc>
                <a:spcPts val="2800"/>
              </a:lnSpc>
              <a:buFont typeface="Arial" panose="020B0604020202020204" pitchFamily="34" charset="0"/>
              <a:buChar char="•"/>
              <a:tabLst>
                <a:tab pos="5029200" algn="l"/>
              </a:tabLst>
            </a:pPr>
            <a:r>
              <a:rPr lang="zh-CN" altLang="zh-CN" sz="1800" kern="100" dirty="0">
                <a:effectLst/>
                <a:latin typeface="Microsoft YaHei" panose="020B0503020204020204" pitchFamily="34" charset="-122"/>
                <a:ea typeface="Microsoft YaHei" panose="020B0503020204020204" pitchFamily="34" charset="-122"/>
              </a:rPr>
              <a:t>内存使用仍不充分，并且存在着较为严重的外碎片问题</a:t>
            </a:r>
            <a:endParaRPr lang="en-US" altLang="zh-CN" sz="1800" kern="100" dirty="0">
              <a:effectLst/>
              <a:latin typeface="Microsoft YaHei" panose="020B0503020204020204" pitchFamily="34" charset="-122"/>
              <a:ea typeface="Microsoft YaHei" panose="020B0503020204020204" pitchFamily="34" charset="-122"/>
            </a:endParaRPr>
          </a:p>
          <a:p>
            <a:pPr marL="285750" indent="-285750" algn="just">
              <a:lnSpc>
                <a:spcPts val="2800"/>
              </a:lnSpc>
              <a:buFont typeface="Arial" panose="020B0604020202020204" pitchFamily="34" charset="0"/>
              <a:buChar char="•"/>
              <a:tabLst>
                <a:tab pos="5029200" algn="l"/>
              </a:tabLst>
            </a:pPr>
            <a:r>
              <a:rPr lang="zh-CN" altLang="zh-CN" sz="1800" kern="100" dirty="0">
                <a:effectLst/>
                <a:latin typeface="Microsoft YaHei" panose="020B0503020204020204" pitchFamily="34" charset="-122"/>
                <a:ea typeface="Microsoft YaHei" panose="020B0503020204020204" pitchFamily="34" charset="-122"/>
              </a:rPr>
              <a:t>不能实现对内存的“扩充”，程序的存储要求仍然受到物理存储器实际内存容量的限制</a:t>
            </a:r>
            <a:endParaRPr lang="en-US" altLang="zh-CN" sz="1800" kern="100" dirty="0">
              <a:effectLst/>
              <a:latin typeface="Microsoft YaHei" panose="020B0503020204020204" pitchFamily="34" charset="-122"/>
              <a:ea typeface="Microsoft YaHei" panose="020B0503020204020204" pitchFamily="34" charset="-122"/>
            </a:endParaRPr>
          </a:p>
          <a:p>
            <a:pPr marL="285750" indent="-285750" algn="just">
              <a:lnSpc>
                <a:spcPts val="2800"/>
              </a:lnSpc>
              <a:buFont typeface="Arial" panose="020B0604020202020204" pitchFamily="34" charset="0"/>
              <a:buChar char="•"/>
              <a:tabLst>
                <a:tab pos="5029200" algn="l"/>
              </a:tabLst>
            </a:pPr>
            <a:r>
              <a:rPr lang="zh-CN" altLang="zh-CN" sz="1800" kern="100" dirty="0">
                <a:effectLst/>
                <a:latin typeface="Microsoft YaHei" panose="020B0503020204020204" pitchFamily="34" charset="-122"/>
                <a:ea typeface="Microsoft YaHei" panose="020B0503020204020204" pitchFamily="34" charset="-122"/>
              </a:rPr>
              <a:t>分区管理要求运行程序一次全部装入内存之后，才能开始运行</a:t>
            </a:r>
          </a:p>
        </p:txBody>
      </p:sp>
      <p:sp>
        <p:nvSpPr>
          <p:cNvPr id="14" name="文本框 13">
            <a:extLst>
              <a:ext uri="{FF2B5EF4-FFF2-40B4-BE49-F238E27FC236}">
                <a16:creationId xmlns:a16="http://schemas.microsoft.com/office/drawing/2014/main" xmlns="" id="{D539E6BC-3029-CA5F-FDFF-6EE823E3B1E7}"/>
              </a:ext>
            </a:extLst>
          </p:cNvPr>
          <p:cNvSpPr txBox="1"/>
          <p:nvPr/>
        </p:nvSpPr>
        <p:spPr>
          <a:xfrm>
            <a:off x="578877" y="2230346"/>
            <a:ext cx="492443" cy="605294"/>
          </a:xfrm>
          <a:prstGeom prst="rect">
            <a:avLst/>
          </a:prstGeom>
          <a:noFill/>
        </p:spPr>
        <p:txBody>
          <a:bodyPr vert="eaVert" wrap="none" rtlCol="0">
            <a:spAutoFit/>
          </a:bodyPr>
          <a:lstStyle/>
          <a:p>
            <a:pPr algn="ctr"/>
            <a:r>
              <a:rPr kumimoji="1" lang="zh-CN" altLang="en-US" sz="2000" b="1" dirty="0">
                <a:solidFill>
                  <a:srgbClr val="9A0001"/>
                </a:solidFill>
                <a:latin typeface="Arial" panose="020B0604020202020204" pitchFamily="34" charset="0"/>
                <a:ea typeface="微软雅黑" panose="020B0503020204020204" pitchFamily="34" charset="-122"/>
                <a:cs typeface="+mn-ea"/>
                <a:sym typeface="Arial" panose="020B0604020202020204" pitchFamily="34" charset="0"/>
              </a:rPr>
              <a:t>优点</a:t>
            </a:r>
          </a:p>
        </p:txBody>
      </p:sp>
      <p:sp>
        <p:nvSpPr>
          <p:cNvPr id="15" name="文本框 14">
            <a:extLst>
              <a:ext uri="{FF2B5EF4-FFF2-40B4-BE49-F238E27FC236}">
                <a16:creationId xmlns:a16="http://schemas.microsoft.com/office/drawing/2014/main" xmlns="" id="{2DAF17D6-B309-BC4A-5E55-D6F980B3737F}"/>
              </a:ext>
            </a:extLst>
          </p:cNvPr>
          <p:cNvSpPr txBox="1"/>
          <p:nvPr/>
        </p:nvSpPr>
        <p:spPr>
          <a:xfrm>
            <a:off x="578877" y="4349425"/>
            <a:ext cx="492443" cy="605294"/>
          </a:xfrm>
          <a:prstGeom prst="rect">
            <a:avLst/>
          </a:prstGeom>
          <a:noFill/>
        </p:spPr>
        <p:txBody>
          <a:bodyPr vert="eaVert" wrap="none" rtlCol="0">
            <a:spAutoFit/>
          </a:bodyPr>
          <a:lstStyle/>
          <a:p>
            <a:pPr algn="ctr"/>
            <a:r>
              <a:rPr kumimoji="1" lang="zh-CN" altLang="en-US" sz="2000" b="1" dirty="0">
                <a:solidFill>
                  <a:srgbClr val="9A0001"/>
                </a:solidFill>
                <a:latin typeface="Arial" panose="020B0604020202020204" pitchFamily="34" charset="0"/>
                <a:ea typeface="微软雅黑" panose="020B0503020204020204" pitchFamily="34" charset="-122"/>
                <a:cs typeface="+mn-ea"/>
                <a:sym typeface="Arial" panose="020B0604020202020204" pitchFamily="34" charset="0"/>
              </a:rPr>
              <a:t>缺点</a:t>
            </a:r>
          </a:p>
        </p:txBody>
      </p:sp>
    </p:spTree>
    <p:extLst>
      <p:ext uri="{BB962C8B-B14F-4D97-AF65-F5344CB8AC3E}">
        <p14:creationId xmlns:p14="http://schemas.microsoft.com/office/powerpoint/2010/main" xmlns="" val="251928202"/>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a:extLst>
              <a:ext uri="{FF2B5EF4-FFF2-40B4-BE49-F238E27FC236}">
                <a16:creationId xmlns:a16="http://schemas.microsoft.com/office/drawing/2014/main" xmlns="" id="{A52667DD-E90C-4A9E-ACB0-2B20B199FA44}"/>
              </a:ext>
            </a:extLst>
          </p:cNvPr>
          <p:cNvPicPr>
            <a:picLocks noChangeAspect="1"/>
          </p:cNvPicPr>
          <p:nvPr/>
        </p:nvPicPr>
        <p:blipFill>
          <a:blip r:embed="rId3"/>
          <a:stretch>
            <a:fillRect/>
          </a:stretch>
        </p:blipFill>
        <p:spPr>
          <a:xfrm>
            <a:off x="0" y="0"/>
            <a:ext cx="12192000" cy="6858000"/>
          </a:xfrm>
          <a:prstGeom prst="rect">
            <a:avLst/>
          </a:prstGeom>
        </p:spPr>
      </p:pic>
      <p:grpSp>
        <p:nvGrpSpPr>
          <p:cNvPr id="9" name="组合 8">
            <a:extLst>
              <a:ext uri="{FF2B5EF4-FFF2-40B4-BE49-F238E27FC236}">
                <a16:creationId xmlns:a16="http://schemas.microsoft.com/office/drawing/2014/main" xmlns="" id="{7ABA2758-0837-4CB0-9DBD-2E789872AA13}"/>
              </a:ext>
            </a:extLst>
          </p:cNvPr>
          <p:cNvGrpSpPr/>
          <p:nvPr/>
        </p:nvGrpSpPr>
        <p:grpSpPr>
          <a:xfrm>
            <a:off x="10177780" y="329882"/>
            <a:ext cx="1512002" cy="444892"/>
            <a:chOff x="9556201" y="498129"/>
            <a:chExt cx="1993881" cy="586680"/>
          </a:xfrm>
        </p:grpSpPr>
        <p:grpSp>
          <p:nvGrpSpPr>
            <p:cNvPr id="11" name="组合 10">
              <a:extLst>
                <a:ext uri="{FF2B5EF4-FFF2-40B4-BE49-F238E27FC236}">
                  <a16:creationId xmlns:a16="http://schemas.microsoft.com/office/drawing/2014/main" xmlns="" id="{7D6C1F50-22F0-4BC9-8B7A-8E3BBAFA4EB8}"/>
                </a:ext>
              </a:extLst>
            </p:cNvPr>
            <p:cNvGrpSpPr/>
            <p:nvPr/>
          </p:nvGrpSpPr>
          <p:grpSpPr>
            <a:xfrm>
              <a:off x="10239376" y="968937"/>
              <a:ext cx="1307697" cy="96254"/>
              <a:chOff x="4616246" y="3878362"/>
              <a:chExt cx="5571416" cy="410087"/>
            </a:xfrm>
            <a:solidFill>
              <a:schemeClr val="tx1">
                <a:alpha val="80000"/>
              </a:schemeClr>
            </a:solidFill>
          </p:grpSpPr>
          <p:sp>
            <p:nvSpPr>
              <p:cNvPr id="49" name="Freeform 17">
                <a:extLst>
                  <a:ext uri="{FF2B5EF4-FFF2-40B4-BE49-F238E27FC236}">
                    <a16:creationId xmlns:a16="http://schemas.microsoft.com/office/drawing/2014/main" xmlns="" id="{62C67D9D-0CA5-4835-A64C-B350E1598EE2}"/>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0" name="Freeform 18">
                <a:extLst>
                  <a:ext uri="{FF2B5EF4-FFF2-40B4-BE49-F238E27FC236}">
                    <a16:creationId xmlns:a16="http://schemas.microsoft.com/office/drawing/2014/main" xmlns="" id="{28C6923C-716D-42B1-8FA5-26FA17DC8517}"/>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1" name="Freeform 19">
                <a:extLst>
                  <a:ext uri="{FF2B5EF4-FFF2-40B4-BE49-F238E27FC236}">
                    <a16:creationId xmlns:a16="http://schemas.microsoft.com/office/drawing/2014/main" xmlns="" id="{41E5F1C9-16DC-4B67-B822-34BB5E504A76}"/>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2" name="Freeform 20">
                <a:extLst>
                  <a:ext uri="{FF2B5EF4-FFF2-40B4-BE49-F238E27FC236}">
                    <a16:creationId xmlns:a16="http://schemas.microsoft.com/office/drawing/2014/main" xmlns="" id="{0CC938DE-D475-43CD-BD6B-6A4F4C8BA1F9}"/>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3" name="Freeform 21">
                <a:extLst>
                  <a:ext uri="{FF2B5EF4-FFF2-40B4-BE49-F238E27FC236}">
                    <a16:creationId xmlns:a16="http://schemas.microsoft.com/office/drawing/2014/main" xmlns="" id="{ED69A8CA-695F-4512-85BC-0CF99F007EC4}"/>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4" name="Freeform 22">
                <a:extLst>
                  <a:ext uri="{FF2B5EF4-FFF2-40B4-BE49-F238E27FC236}">
                    <a16:creationId xmlns:a16="http://schemas.microsoft.com/office/drawing/2014/main" xmlns="" id="{85FB3EB9-33F2-4062-B657-DF1920DA7A6B}"/>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5" name="Freeform 23">
                <a:extLst>
                  <a:ext uri="{FF2B5EF4-FFF2-40B4-BE49-F238E27FC236}">
                    <a16:creationId xmlns:a16="http://schemas.microsoft.com/office/drawing/2014/main" xmlns="" id="{C96A8855-A47D-4904-AF95-E63ED70F1019}"/>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6" name="Freeform 25">
                <a:extLst>
                  <a:ext uri="{FF2B5EF4-FFF2-40B4-BE49-F238E27FC236}">
                    <a16:creationId xmlns:a16="http://schemas.microsoft.com/office/drawing/2014/main" xmlns="" id="{F4A5ED25-BC5A-4DA7-A3E7-57B6ECC634A3}"/>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7" name="Freeform 27">
                <a:extLst>
                  <a:ext uri="{FF2B5EF4-FFF2-40B4-BE49-F238E27FC236}">
                    <a16:creationId xmlns:a16="http://schemas.microsoft.com/office/drawing/2014/main" xmlns="" id="{E27D0B1F-7BD3-42D3-A9F4-D26FFDDB2EEF}"/>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8" name="Freeform 29">
                <a:extLst>
                  <a:ext uri="{FF2B5EF4-FFF2-40B4-BE49-F238E27FC236}">
                    <a16:creationId xmlns:a16="http://schemas.microsoft.com/office/drawing/2014/main" xmlns="" id="{78A2089B-44E1-4147-ACD3-5F1E5A8234DE}"/>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9" name="Freeform 30">
                <a:extLst>
                  <a:ext uri="{FF2B5EF4-FFF2-40B4-BE49-F238E27FC236}">
                    <a16:creationId xmlns:a16="http://schemas.microsoft.com/office/drawing/2014/main" xmlns="" id="{74A81181-86B2-4034-9579-A7E6B622F95C}"/>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0" name="Freeform 31">
                <a:extLst>
                  <a:ext uri="{FF2B5EF4-FFF2-40B4-BE49-F238E27FC236}">
                    <a16:creationId xmlns:a16="http://schemas.microsoft.com/office/drawing/2014/main" xmlns="" id="{79E81724-0215-40C3-8508-1E58097DCB6F}"/>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1" name="Freeform 32">
                <a:extLst>
                  <a:ext uri="{FF2B5EF4-FFF2-40B4-BE49-F238E27FC236}">
                    <a16:creationId xmlns:a16="http://schemas.microsoft.com/office/drawing/2014/main" xmlns="" id="{470A5A82-41AB-4DBC-A021-22AAD1BE2364}"/>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2" name="Freeform 33">
                <a:extLst>
                  <a:ext uri="{FF2B5EF4-FFF2-40B4-BE49-F238E27FC236}">
                    <a16:creationId xmlns:a16="http://schemas.microsoft.com/office/drawing/2014/main" xmlns="" id="{AB92F267-21C2-4DEC-A95E-D2E8B9C04C1D}"/>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3" name="Freeform 34">
                <a:extLst>
                  <a:ext uri="{FF2B5EF4-FFF2-40B4-BE49-F238E27FC236}">
                    <a16:creationId xmlns:a16="http://schemas.microsoft.com/office/drawing/2014/main" xmlns="" id="{12395290-8A3E-4CEA-A79E-4ED1A2D0932C}"/>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4" name="Freeform 35">
                <a:extLst>
                  <a:ext uri="{FF2B5EF4-FFF2-40B4-BE49-F238E27FC236}">
                    <a16:creationId xmlns:a16="http://schemas.microsoft.com/office/drawing/2014/main" xmlns="" id="{B3B1D2CA-2CC8-494F-8F6F-E0DB86EC8703}"/>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12" name="组合 11">
              <a:extLst>
                <a:ext uri="{FF2B5EF4-FFF2-40B4-BE49-F238E27FC236}">
                  <a16:creationId xmlns:a16="http://schemas.microsoft.com/office/drawing/2014/main" xmlns="" id="{10099A7E-0577-4F33-AC2A-6504FF9DC9AA}"/>
                </a:ext>
              </a:extLst>
            </p:cNvPr>
            <p:cNvGrpSpPr/>
            <p:nvPr/>
          </p:nvGrpSpPr>
          <p:grpSpPr>
            <a:xfrm>
              <a:off x="10237120" y="539555"/>
              <a:ext cx="1312962" cy="375239"/>
              <a:chOff x="4606634" y="2048989"/>
              <a:chExt cx="5593843" cy="1598699"/>
            </a:xfrm>
            <a:solidFill>
              <a:schemeClr val="accent1">
                <a:alpha val="80000"/>
              </a:schemeClr>
            </a:solidFill>
          </p:grpSpPr>
          <p:sp>
            <p:nvSpPr>
              <p:cNvPr id="37" name="Freeform 9">
                <a:extLst>
                  <a:ext uri="{FF2B5EF4-FFF2-40B4-BE49-F238E27FC236}">
                    <a16:creationId xmlns:a16="http://schemas.microsoft.com/office/drawing/2014/main" xmlns="" id="{33FFEFBB-641A-44C2-979B-259DD1109FBB}"/>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8" name="Freeform 10">
                <a:extLst>
                  <a:ext uri="{FF2B5EF4-FFF2-40B4-BE49-F238E27FC236}">
                    <a16:creationId xmlns:a16="http://schemas.microsoft.com/office/drawing/2014/main" xmlns="" id="{BB515BDA-1A17-45EB-88F9-AF7ED31A8100}"/>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9" name="Freeform 11">
                <a:extLst>
                  <a:ext uri="{FF2B5EF4-FFF2-40B4-BE49-F238E27FC236}">
                    <a16:creationId xmlns:a16="http://schemas.microsoft.com/office/drawing/2014/main" xmlns="" id="{57A5BA4B-5AD0-4CC6-894B-4852200766DE}"/>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0" name="Freeform 12">
                <a:extLst>
                  <a:ext uri="{FF2B5EF4-FFF2-40B4-BE49-F238E27FC236}">
                    <a16:creationId xmlns:a16="http://schemas.microsoft.com/office/drawing/2014/main" xmlns="" id="{AAA596AF-B1A6-4A80-BFBF-F5D841DF1D35}"/>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1" name="Freeform 13">
                <a:extLst>
                  <a:ext uri="{FF2B5EF4-FFF2-40B4-BE49-F238E27FC236}">
                    <a16:creationId xmlns:a16="http://schemas.microsoft.com/office/drawing/2014/main" xmlns="" id="{630C0BFB-C1FF-46B1-ACB1-122F29EFE647}"/>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2" name="Freeform 14">
                <a:extLst>
                  <a:ext uri="{FF2B5EF4-FFF2-40B4-BE49-F238E27FC236}">
                    <a16:creationId xmlns:a16="http://schemas.microsoft.com/office/drawing/2014/main" xmlns="" id="{660B3CAA-A283-46AB-B882-E801EFCBF01C}"/>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3" name="Freeform 15">
                <a:extLst>
                  <a:ext uri="{FF2B5EF4-FFF2-40B4-BE49-F238E27FC236}">
                    <a16:creationId xmlns:a16="http://schemas.microsoft.com/office/drawing/2014/main" xmlns="" id="{F6C02F43-004B-45D9-B3F2-08E589D03439}"/>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4" name="Freeform 16">
                <a:extLst>
                  <a:ext uri="{FF2B5EF4-FFF2-40B4-BE49-F238E27FC236}">
                    <a16:creationId xmlns:a16="http://schemas.microsoft.com/office/drawing/2014/main" xmlns="" id="{82759A77-6F35-4D90-9722-C3AEB5BBC70B}"/>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5" name="Freeform 24">
                <a:extLst>
                  <a:ext uri="{FF2B5EF4-FFF2-40B4-BE49-F238E27FC236}">
                    <a16:creationId xmlns:a16="http://schemas.microsoft.com/office/drawing/2014/main" xmlns="" id="{21E7E9E5-0D9E-4031-B558-E92A97FE89BC}"/>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6" name="Freeform 26">
                <a:extLst>
                  <a:ext uri="{FF2B5EF4-FFF2-40B4-BE49-F238E27FC236}">
                    <a16:creationId xmlns:a16="http://schemas.microsoft.com/office/drawing/2014/main" xmlns="" id="{4DDAA159-A3C5-4DFD-925A-F125B60A5169}"/>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7" name="Freeform 28">
                <a:extLst>
                  <a:ext uri="{FF2B5EF4-FFF2-40B4-BE49-F238E27FC236}">
                    <a16:creationId xmlns:a16="http://schemas.microsoft.com/office/drawing/2014/main" xmlns="" id="{320E2A67-7318-4D74-9F42-7D045193C0B2}"/>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8" name="Freeform 36">
                <a:extLst>
                  <a:ext uri="{FF2B5EF4-FFF2-40B4-BE49-F238E27FC236}">
                    <a16:creationId xmlns:a16="http://schemas.microsoft.com/office/drawing/2014/main" xmlns="" id="{8EE885E7-D9F1-4F5F-81F0-EE400BDAF984}"/>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13" name="组合 12">
              <a:extLst>
                <a:ext uri="{FF2B5EF4-FFF2-40B4-BE49-F238E27FC236}">
                  <a16:creationId xmlns:a16="http://schemas.microsoft.com/office/drawing/2014/main" xmlns="" id="{9F503599-6256-4425-8CE9-5ECCACFAA4D7}"/>
                </a:ext>
              </a:extLst>
            </p:cNvPr>
            <p:cNvGrpSpPr/>
            <p:nvPr/>
          </p:nvGrpSpPr>
          <p:grpSpPr>
            <a:xfrm>
              <a:off x="9556201" y="498129"/>
              <a:ext cx="588050" cy="586680"/>
              <a:chOff x="2105799" y="20055838"/>
              <a:chExt cx="6748090" cy="6732363"/>
            </a:xfrm>
            <a:solidFill>
              <a:schemeClr val="accent1">
                <a:alpha val="80000"/>
              </a:schemeClr>
            </a:solidFill>
          </p:grpSpPr>
          <p:sp>
            <p:nvSpPr>
              <p:cNvPr id="14" name="Freeform 8">
                <a:extLst>
                  <a:ext uri="{FF2B5EF4-FFF2-40B4-BE49-F238E27FC236}">
                    <a16:creationId xmlns:a16="http://schemas.microsoft.com/office/drawing/2014/main" xmlns="" id="{FE120B7C-09BC-476E-A226-17EF73B27892}"/>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5" name="Freeform 42">
                <a:extLst>
                  <a:ext uri="{FF2B5EF4-FFF2-40B4-BE49-F238E27FC236}">
                    <a16:creationId xmlns:a16="http://schemas.microsoft.com/office/drawing/2014/main" xmlns="" id="{026C897F-29AD-4DAA-9808-2720C263BBE8}"/>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6" name="Freeform 43">
                <a:extLst>
                  <a:ext uri="{FF2B5EF4-FFF2-40B4-BE49-F238E27FC236}">
                    <a16:creationId xmlns:a16="http://schemas.microsoft.com/office/drawing/2014/main" xmlns="" id="{0492CF55-BD32-49D5-8131-950423958D58}"/>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7" name="Freeform 44">
                <a:extLst>
                  <a:ext uri="{FF2B5EF4-FFF2-40B4-BE49-F238E27FC236}">
                    <a16:creationId xmlns:a16="http://schemas.microsoft.com/office/drawing/2014/main" xmlns="" id="{9B440E57-4EE2-46A3-B99D-992B58CC5F8B}"/>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8" name="Freeform 45">
                <a:extLst>
                  <a:ext uri="{FF2B5EF4-FFF2-40B4-BE49-F238E27FC236}">
                    <a16:creationId xmlns:a16="http://schemas.microsoft.com/office/drawing/2014/main" xmlns="" id="{C36C2ADC-6F0E-4079-BA21-34673C32D911}"/>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9" name="Freeform 46">
                <a:extLst>
                  <a:ext uri="{FF2B5EF4-FFF2-40B4-BE49-F238E27FC236}">
                    <a16:creationId xmlns:a16="http://schemas.microsoft.com/office/drawing/2014/main" xmlns="" id="{D1B387DB-4091-4ABA-A4C8-E4ECEE4B0D75}"/>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0" name="Freeform 47">
                <a:extLst>
                  <a:ext uri="{FF2B5EF4-FFF2-40B4-BE49-F238E27FC236}">
                    <a16:creationId xmlns:a16="http://schemas.microsoft.com/office/drawing/2014/main" xmlns="" id="{388F60FD-2438-4D6B-8C59-B803356AE305}"/>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1" name="Freeform 48">
                <a:extLst>
                  <a:ext uri="{FF2B5EF4-FFF2-40B4-BE49-F238E27FC236}">
                    <a16:creationId xmlns:a16="http://schemas.microsoft.com/office/drawing/2014/main" xmlns="" id="{34340596-AFAE-4F6A-BB50-E2206DB9ED88}"/>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2" name="Freeform 49">
                <a:extLst>
                  <a:ext uri="{FF2B5EF4-FFF2-40B4-BE49-F238E27FC236}">
                    <a16:creationId xmlns:a16="http://schemas.microsoft.com/office/drawing/2014/main" xmlns="" id="{4FA9BC12-21B5-41CE-AAC2-80D8A6AADAFE}"/>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3" name="Freeform 50">
                <a:extLst>
                  <a:ext uri="{FF2B5EF4-FFF2-40B4-BE49-F238E27FC236}">
                    <a16:creationId xmlns:a16="http://schemas.microsoft.com/office/drawing/2014/main" xmlns="" id="{08F08137-E9B2-40A3-901E-20B785EEDACA}"/>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4" name="Freeform 51">
                <a:extLst>
                  <a:ext uri="{FF2B5EF4-FFF2-40B4-BE49-F238E27FC236}">
                    <a16:creationId xmlns:a16="http://schemas.microsoft.com/office/drawing/2014/main" xmlns="" id="{B5654C4B-FAD9-4D92-A9FC-73A4E5EDB36E}"/>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5" name="Freeform 52">
                <a:extLst>
                  <a:ext uri="{FF2B5EF4-FFF2-40B4-BE49-F238E27FC236}">
                    <a16:creationId xmlns:a16="http://schemas.microsoft.com/office/drawing/2014/main" xmlns="" id="{51E679DE-528E-4E1C-BB3C-9149D8702CA2}"/>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6" name="Freeform 53">
                <a:extLst>
                  <a:ext uri="{FF2B5EF4-FFF2-40B4-BE49-F238E27FC236}">
                    <a16:creationId xmlns:a16="http://schemas.microsoft.com/office/drawing/2014/main" xmlns="" id="{BC84FFBD-F1FD-4314-A626-387C7AE576A4}"/>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7" name="Freeform 54">
                <a:extLst>
                  <a:ext uri="{FF2B5EF4-FFF2-40B4-BE49-F238E27FC236}">
                    <a16:creationId xmlns:a16="http://schemas.microsoft.com/office/drawing/2014/main" xmlns="" id="{0A2D667F-2944-4A7A-9731-535C7EDA8916}"/>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8" name="Freeform 55">
                <a:extLst>
                  <a:ext uri="{FF2B5EF4-FFF2-40B4-BE49-F238E27FC236}">
                    <a16:creationId xmlns:a16="http://schemas.microsoft.com/office/drawing/2014/main" xmlns="" id="{CDD33567-3B0C-4461-8F41-16F59B52E23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9" name="Freeform 56">
                <a:extLst>
                  <a:ext uri="{FF2B5EF4-FFF2-40B4-BE49-F238E27FC236}">
                    <a16:creationId xmlns:a16="http://schemas.microsoft.com/office/drawing/2014/main" xmlns="" id="{B9860431-ABED-4F79-87A2-3CE1669F5E7E}"/>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0" name="Freeform 57">
                <a:extLst>
                  <a:ext uri="{FF2B5EF4-FFF2-40B4-BE49-F238E27FC236}">
                    <a16:creationId xmlns:a16="http://schemas.microsoft.com/office/drawing/2014/main" xmlns="" id="{5084F967-5DDD-46EF-948A-59423B394F60}"/>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1" name="Freeform 58">
                <a:extLst>
                  <a:ext uri="{FF2B5EF4-FFF2-40B4-BE49-F238E27FC236}">
                    <a16:creationId xmlns:a16="http://schemas.microsoft.com/office/drawing/2014/main" xmlns="" id="{521313D7-6443-4EFC-9925-4C84177FCEF9}"/>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2" name="Freeform 59">
                <a:extLst>
                  <a:ext uri="{FF2B5EF4-FFF2-40B4-BE49-F238E27FC236}">
                    <a16:creationId xmlns:a16="http://schemas.microsoft.com/office/drawing/2014/main" xmlns="" id="{080C6197-61C7-4AAB-9900-38CEB112849B}"/>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3" name="Freeform 60">
                <a:extLst>
                  <a:ext uri="{FF2B5EF4-FFF2-40B4-BE49-F238E27FC236}">
                    <a16:creationId xmlns:a16="http://schemas.microsoft.com/office/drawing/2014/main" xmlns="" id="{A1740823-8089-40CC-A604-54FB7D1B5CFF}"/>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4" name="Freeform 61">
                <a:extLst>
                  <a:ext uri="{FF2B5EF4-FFF2-40B4-BE49-F238E27FC236}">
                    <a16:creationId xmlns:a16="http://schemas.microsoft.com/office/drawing/2014/main" xmlns="" id="{B0135FE3-3C2B-4D1E-BEB9-2CF944DAFE7C}"/>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5" name="Freeform 62">
                <a:extLst>
                  <a:ext uri="{FF2B5EF4-FFF2-40B4-BE49-F238E27FC236}">
                    <a16:creationId xmlns:a16="http://schemas.microsoft.com/office/drawing/2014/main" xmlns="" id="{2A386C12-6297-45FC-8545-C7B9A9E8D809}"/>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6" name="Freeform 71">
                <a:extLst>
                  <a:ext uri="{FF2B5EF4-FFF2-40B4-BE49-F238E27FC236}">
                    <a16:creationId xmlns:a16="http://schemas.microsoft.com/office/drawing/2014/main" xmlns="" id="{AA069BEC-D427-4F69-8F68-D0948B3B6FA2}"/>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sp>
        <p:nvSpPr>
          <p:cNvPr id="65" name="标题 1">
            <a:extLst>
              <a:ext uri="{FF2B5EF4-FFF2-40B4-BE49-F238E27FC236}">
                <a16:creationId xmlns:a16="http://schemas.microsoft.com/office/drawing/2014/main" xmlns="" id="{2076BCE9-DF7E-463D-8297-74D6A40DF0B9}"/>
              </a:ext>
            </a:extLst>
          </p:cNvPr>
          <p:cNvSpPr txBox="1">
            <a:spLocks/>
          </p:cNvSpPr>
          <p:nvPr/>
        </p:nvSpPr>
        <p:spPr>
          <a:xfrm>
            <a:off x="442913" y="243569"/>
            <a:ext cx="9056851" cy="617518"/>
          </a:xfrm>
          <a:prstGeom prst="rect">
            <a:avLst/>
          </a:prstGeom>
        </p:spPr>
        <p:txBody>
          <a:bodyPr>
            <a:normAutofit/>
          </a:bodyPr>
          <a:lstStyle>
            <a:lvl1pPr algn="l" defTabSz="914400" rtl="0" eaLnBrk="1" latinLnBrk="0" hangingPunct="1">
              <a:lnSpc>
                <a:spcPct val="90000"/>
              </a:lnSpc>
              <a:spcBef>
                <a:spcPct val="0"/>
              </a:spcBef>
              <a:buNone/>
              <a:defRPr lang="zh-CN" altLang="en-US" sz="2400" b="1" kern="1200" dirty="0">
                <a:solidFill>
                  <a:schemeClr val="accent1"/>
                </a:solidFill>
                <a:latin typeface="+mn-lt"/>
                <a:ea typeface="+mn-ea"/>
                <a:cs typeface="+mn-ea"/>
              </a:defRPr>
            </a:lvl1pPr>
          </a:lstStyle>
          <a:p>
            <a:pPr>
              <a:lnSpc>
                <a:spcPct val="100000"/>
              </a:lnSpc>
            </a:pPr>
            <a:r>
              <a:rPr lang="zh-CN" altLang="en-US" dirty="0">
                <a:latin typeface="Arial" panose="020B0604020202020204" pitchFamily="34" charset="0"/>
                <a:ea typeface="Microsoft YaHei" panose="020B0503020204020204" pitchFamily="34" charset="-122"/>
                <a:sym typeface="Arial" panose="020B0604020202020204" pitchFamily="34" charset="0"/>
              </a:rPr>
              <a:t>背景</a:t>
            </a:r>
            <a:r>
              <a:rPr lang="en-US" altLang="zh-CN" dirty="0">
                <a:latin typeface="Arial" panose="020B0604020202020204" pitchFamily="34" charset="0"/>
                <a:ea typeface="Microsoft YaHei" panose="020B0503020204020204" pitchFamily="34" charset="-122"/>
                <a:sym typeface="Arial" panose="020B0604020202020204" pitchFamily="34" charset="0"/>
              </a:rPr>
              <a:t>-3</a:t>
            </a:r>
            <a:r>
              <a:rPr lang="zh-CN" altLang="en-US" dirty="0">
                <a:latin typeface="Arial" panose="020B0604020202020204" pitchFamily="34" charset="0"/>
                <a:ea typeface="Microsoft YaHei" panose="020B0503020204020204" pitchFamily="34" charset="-122"/>
                <a:sym typeface="Arial" panose="020B0604020202020204" pitchFamily="34" charset="0"/>
              </a:rPr>
              <a:t>：西门华表</a:t>
            </a:r>
          </a:p>
        </p:txBody>
      </p:sp>
      <p:grpSp>
        <p:nvGrpSpPr>
          <p:cNvPr id="66" name="组合 65">
            <a:extLst>
              <a:ext uri="{FF2B5EF4-FFF2-40B4-BE49-F238E27FC236}">
                <a16:creationId xmlns:a16="http://schemas.microsoft.com/office/drawing/2014/main" xmlns="" id="{DFC14133-A207-4890-B8D5-08D8AD1C9F97}"/>
              </a:ext>
            </a:extLst>
          </p:cNvPr>
          <p:cNvGrpSpPr/>
          <p:nvPr/>
        </p:nvGrpSpPr>
        <p:grpSpPr>
          <a:xfrm>
            <a:off x="528706" y="867990"/>
            <a:ext cx="2433027" cy="0"/>
            <a:chOff x="7460343" y="1311756"/>
            <a:chExt cx="2433027" cy="0"/>
          </a:xfrm>
        </p:grpSpPr>
        <p:cxnSp>
          <p:nvCxnSpPr>
            <p:cNvPr id="67" name="直接连接符 66">
              <a:extLst>
                <a:ext uri="{FF2B5EF4-FFF2-40B4-BE49-F238E27FC236}">
                  <a16:creationId xmlns:a16="http://schemas.microsoft.com/office/drawing/2014/main" xmlns="" id="{E50FC05A-0D4F-4E0F-B08C-DAFB9D5FBF78}"/>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8" name="直接连接符 67">
              <a:extLst>
                <a:ext uri="{FF2B5EF4-FFF2-40B4-BE49-F238E27FC236}">
                  <a16:creationId xmlns:a16="http://schemas.microsoft.com/office/drawing/2014/main" xmlns="" id="{3A695418-4ED9-4B97-9FBF-283A277123FD}"/>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3" name="矩形 2">
            <a:extLst>
              <a:ext uri="{FF2B5EF4-FFF2-40B4-BE49-F238E27FC236}">
                <a16:creationId xmlns:a16="http://schemas.microsoft.com/office/drawing/2014/main" xmlns="" id="{2175E2F5-ABB4-BBAA-606F-036A2A196676}"/>
              </a:ext>
            </a:extLst>
          </p:cNvPr>
          <p:cNvSpPr/>
          <p:nvPr/>
        </p:nvSpPr>
        <p:spPr>
          <a:xfrm>
            <a:off x="1" y="0"/>
            <a:ext cx="4953000" cy="6858000"/>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nvGrpSpPr>
          <p:cNvPr id="7" name="组合 6">
            <a:extLst>
              <a:ext uri="{FF2B5EF4-FFF2-40B4-BE49-F238E27FC236}">
                <a16:creationId xmlns:a16="http://schemas.microsoft.com/office/drawing/2014/main" xmlns="" id="{BABCCB69-2B79-6B4A-EA6F-ADE72FB2B8CC}"/>
              </a:ext>
            </a:extLst>
          </p:cNvPr>
          <p:cNvGrpSpPr/>
          <p:nvPr/>
        </p:nvGrpSpPr>
        <p:grpSpPr>
          <a:xfrm>
            <a:off x="796575" y="2751038"/>
            <a:ext cx="3458058" cy="923330"/>
            <a:chOff x="872775" y="2487402"/>
            <a:chExt cx="3458058" cy="923330"/>
          </a:xfrm>
        </p:grpSpPr>
        <p:sp>
          <p:nvSpPr>
            <p:cNvPr id="8" name="文本框 7">
              <a:extLst>
                <a:ext uri="{FF2B5EF4-FFF2-40B4-BE49-F238E27FC236}">
                  <a16:creationId xmlns:a16="http://schemas.microsoft.com/office/drawing/2014/main" xmlns="" id="{77BA8AB8-9854-1ED7-85F1-E7EFF55E042D}"/>
                </a:ext>
              </a:extLst>
            </p:cNvPr>
            <p:cNvSpPr txBox="1"/>
            <p:nvPr/>
          </p:nvSpPr>
          <p:spPr>
            <a:xfrm>
              <a:off x="872775" y="2487402"/>
              <a:ext cx="3269848"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5400" b="0" i="0" u="none" strike="noStrike" kern="1200" cap="none" spc="10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PART 5.3</a:t>
              </a:r>
              <a:endParaRPr kumimoji="0" lang="zh-CN" altLang="en-US" sz="5400" b="0" i="0" u="none" strike="noStrike" kern="1200" cap="none" spc="10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0" name="等腰三角形 9">
              <a:extLst>
                <a:ext uri="{FF2B5EF4-FFF2-40B4-BE49-F238E27FC236}">
                  <a16:creationId xmlns:a16="http://schemas.microsoft.com/office/drawing/2014/main" xmlns="" id="{30C1BD37-B6E5-B237-E62B-95A6FC777BA1}"/>
                </a:ext>
              </a:extLst>
            </p:cNvPr>
            <p:cNvSpPr/>
            <p:nvPr/>
          </p:nvSpPr>
          <p:spPr>
            <a:xfrm rot="5400000">
              <a:off x="4151112" y="2865863"/>
              <a:ext cx="193033" cy="166408"/>
            </a:xfrm>
            <a:prstGeom prst="triangle">
              <a:avLst/>
            </a:prstGeom>
            <a:solidFill>
              <a:schemeClr val="bg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sp>
        <p:nvSpPr>
          <p:cNvPr id="70" name="文本框 69">
            <a:extLst>
              <a:ext uri="{FF2B5EF4-FFF2-40B4-BE49-F238E27FC236}">
                <a16:creationId xmlns:a16="http://schemas.microsoft.com/office/drawing/2014/main" xmlns="" id="{8FBD9BEE-8E44-C5A0-E271-47E9264704DC}"/>
              </a:ext>
            </a:extLst>
          </p:cNvPr>
          <p:cNvSpPr txBox="1"/>
          <p:nvPr/>
        </p:nvSpPr>
        <p:spPr>
          <a:xfrm>
            <a:off x="6266618" y="2802606"/>
            <a:ext cx="4944560" cy="830997"/>
          </a:xfrm>
          <a:prstGeom prst="rect">
            <a:avLst/>
          </a:prstGeom>
          <a:noFill/>
        </p:spPr>
        <p:txBody>
          <a:bodyPr wrap="square" rtlCol="0">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zh-CN" altLang="en-US" sz="4800" b="1" i="0" u="none" strike="noStrike" kern="1200" cap="none" normalizeH="0" noProof="0" dirty="0">
                <a:ln>
                  <a:noFill/>
                </a:ln>
                <a:solidFill>
                  <a:srgbClr val="9A0001"/>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覆盖与交换技术</a:t>
            </a:r>
          </a:p>
        </p:txBody>
      </p:sp>
    </p:spTree>
    <p:extLst>
      <p:ext uri="{BB962C8B-B14F-4D97-AF65-F5344CB8AC3E}">
        <p14:creationId xmlns:p14="http://schemas.microsoft.com/office/powerpoint/2010/main" xmlns="" val="4265788872"/>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p:txBody>
          <a:bodyPr/>
          <a:lstStyle/>
          <a:p>
            <a:r>
              <a:rPr lang="en-US" altLang="zh-CN" dirty="0">
                <a:sym typeface="Arial" panose="020B0604020202020204" pitchFamily="34" charset="0"/>
              </a:rPr>
              <a:t>5.3.1</a:t>
            </a:r>
            <a:r>
              <a:rPr lang="zh-CN" altLang="en-US" dirty="0">
                <a:sym typeface="Arial" panose="020B0604020202020204" pitchFamily="34" charset="0"/>
              </a:rPr>
              <a:t>覆盖技术</a:t>
            </a:r>
          </a:p>
        </p:txBody>
      </p:sp>
      <p:grpSp>
        <p:nvGrpSpPr>
          <p:cNvPr id="2" name="组合 1">
            <a:extLst>
              <a:ext uri="{FF2B5EF4-FFF2-40B4-BE49-F238E27FC236}">
                <a16:creationId xmlns:a16="http://schemas.microsoft.com/office/drawing/2014/main" xmlns="" id="{0C2218B5-CD42-99BA-3EAF-53034D16ABD9}"/>
              </a:ext>
            </a:extLst>
          </p:cNvPr>
          <p:cNvGrpSpPr/>
          <p:nvPr/>
        </p:nvGrpSpPr>
        <p:grpSpPr>
          <a:xfrm>
            <a:off x="643052" y="3429000"/>
            <a:ext cx="1266290" cy="554804"/>
            <a:chOff x="737171" y="5636574"/>
            <a:chExt cx="1266290" cy="554804"/>
          </a:xfrm>
        </p:grpSpPr>
        <p:sp>
          <p:nvSpPr>
            <p:cNvPr id="4" name="圆角矩形 3">
              <a:extLst>
                <a:ext uri="{FF2B5EF4-FFF2-40B4-BE49-F238E27FC236}">
                  <a16:creationId xmlns:a16="http://schemas.microsoft.com/office/drawing/2014/main" xmlns="" id="{84A5A87A-6593-1750-7879-945C356C6A55}"/>
                </a:ext>
              </a:extLst>
            </p:cNvPr>
            <p:cNvSpPr/>
            <p:nvPr/>
          </p:nvSpPr>
          <p:spPr>
            <a:xfrm>
              <a:off x="737171" y="5636574"/>
              <a:ext cx="1266290" cy="554804"/>
            </a:xfrm>
            <a:prstGeom prst="roundRect">
              <a:avLst>
                <a:gd name="adj" fmla="val 1111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Microsoft YaHei" panose="020B0503020204020204" pitchFamily="34" charset="-122"/>
                <a:ea typeface="Microsoft YaHei" panose="020B0503020204020204" pitchFamily="34" charset="-122"/>
              </a:endParaRPr>
            </a:p>
          </p:txBody>
        </p:sp>
        <p:sp>
          <p:nvSpPr>
            <p:cNvPr id="5" name="文本框 4">
              <a:extLst>
                <a:ext uri="{FF2B5EF4-FFF2-40B4-BE49-F238E27FC236}">
                  <a16:creationId xmlns:a16="http://schemas.microsoft.com/office/drawing/2014/main" xmlns="" id="{ACDFAEBB-7FA7-5BBC-9D1F-D4C0D8BB9F51}"/>
                </a:ext>
              </a:extLst>
            </p:cNvPr>
            <p:cNvSpPr txBox="1"/>
            <p:nvPr/>
          </p:nvSpPr>
          <p:spPr>
            <a:xfrm>
              <a:off x="737171" y="5713921"/>
              <a:ext cx="1266290" cy="400110"/>
            </a:xfrm>
            <a:prstGeom prst="rect">
              <a:avLst/>
            </a:prstGeom>
            <a:noFill/>
          </p:spPr>
          <p:txBody>
            <a:bodyPr wrap="square">
              <a:spAutoFit/>
            </a:bodyPr>
            <a:lstStyle/>
            <a:p>
              <a:pPr algn="ctr"/>
              <a:r>
                <a:rPr lang="zh-CN" altLang="en-US" sz="2000" b="1" kern="100" dirty="0">
                  <a:solidFill>
                    <a:schemeClr val="bg1"/>
                  </a:solidFill>
                  <a:effectLst/>
                  <a:latin typeface="Microsoft YaHei" panose="020B0503020204020204" pitchFamily="34" charset="-122"/>
                  <a:ea typeface="Microsoft YaHei" panose="020B0503020204020204" pitchFamily="34" charset="-122"/>
                </a:rPr>
                <a:t>覆盖技术</a:t>
              </a:r>
              <a:endParaRPr lang="zh-CN" altLang="en-US" sz="2000" b="1" dirty="0">
                <a:solidFill>
                  <a:schemeClr val="bg1"/>
                </a:solidFill>
                <a:latin typeface="Microsoft YaHei" panose="020B0503020204020204" pitchFamily="34" charset="-122"/>
                <a:ea typeface="Microsoft YaHei" panose="020B0503020204020204" pitchFamily="34" charset="-122"/>
              </a:endParaRPr>
            </a:p>
          </p:txBody>
        </p:sp>
      </p:grpSp>
      <p:grpSp>
        <p:nvGrpSpPr>
          <p:cNvPr id="6" name="组合 5">
            <a:extLst>
              <a:ext uri="{FF2B5EF4-FFF2-40B4-BE49-F238E27FC236}">
                <a16:creationId xmlns:a16="http://schemas.microsoft.com/office/drawing/2014/main" xmlns="" id="{F601D791-85C4-3640-8D99-EE3C33DB76DD}"/>
              </a:ext>
            </a:extLst>
          </p:cNvPr>
          <p:cNvGrpSpPr/>
          <p:nvPr/>
        </p:nvGrpSpPr>
        <p:grpSpPr>
          <a:xfrm>
            <a:off x="2874731" y="1812097"/>
            <a:ext cx="1266290" cy="554804"/>
            <a:chOff x="737171" y="5636574"/>
            <a:chExt cx="1266290" cy="554804"/>
          </a:xfrm>
        </p:grpSpPr>
        <p:sp>
          <p:nvSpPr>
            <p:cNvPr id="7" name="圆角矩形 6">
              <a:extLst>
                <a:ext uri="{FF2B5EF4-FFF2-40B4-BE49-F238E27FC236}">
                  <a16:creationId xmlns:a16="http://schemas.microsoft.com/office/drawing/2014/main" xmlns="" id="{B005EC48-0DDB-D278-94D6-998EE083BF69}"/>
                </a:ext>
              </a:extLst>
            </p:cNvPr>
            <p:cNvSpPr/>
            <p:nvPr/>
          </p:nvSpPr>
          <p:spPr>
            <a:xfrm>
              <a:off x="737171" y="5636574"/>
              <a:ext cx="1266290" cy="554804"/>
            </a:xfrm>
            <a:prstGeom prst="roundRect">
              <a:avLst>
                <a:gd name="adj" fmla="val 1111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Microsoft YaHei" panose="020B0503020204020204" pitchFamily="34" charset="-122"/>
                <a:ea typeface="Microsoft YaHei" panose="020B0503020204020204" pitchFamily="34" charset="-122"/>
              </a:endParaRPr>
            </a:p>
          </p:txBody>
        </p:sp>
        <p:sp>
          <p:nvSpPr>
            <p:cNvPr id="9" name="文本框 8">
              <a:extLst>
                <a:ext uri="{FF2B5EF4-FFF2-40B4-BE49-F238E27FC236}">
                  <a16:creationId xmlns:a16="http://schemas.microsoft.com/office/drawing/2014/main" xmlns="" id="{103598E0-4ABA-D71F-650C-755B114103A6}"/>
                </a:ext>
              </a:extLst>
            </p:cNvPr>
            <p:cNvSpPr txBox="1"/>
            <p:nvPr/>
          </p:nvSpPr>
          <p:spPr>
            <a:xfrm>
              <a:off x="737171" y="5713921"/>
              <a:ext cx="1266290" cy="400110"/>
            </a:xfrm>
            <a:prstGeom prst="rect">
              <a:avLst/>
            </a:prstGeom>
            <a:noFill/>
          </p:spPr>
          <p:txBody>
            <a:bodyPr wrap="square">
              <a:spAutoFit/>
            </a:bodyPr>
            <a:lstStyle/>
            <a:p>
              <a:pPr algn="ctr"/>
              <a:r>
                <a:rPr lang="zh-CN" altLang="en-US" sz="2000" b="1" kern="100" dirty="0">
                  <a:solidFill>
                    <a:schemeClr val="bg1"/>
                  </a:solidFill>
                  <a:effectLst/>
                  <a:latin typeface="Microsoft YaHei" panose="020B0503020204020204" pitchFamily="34" charset="-122"/>
                  <a:ea typeface="Microsoft YaHei" panose="020B0503020204020204" pitchFamily="34" charset="-122"/>
                </a:rPr>
                <a:t>定义</a:t>
              </a:r>
              <a:endParaRPr lang="zh-CN" altLang="en-US" sz="2000" b="1" dirty="0">
                <a:solidFill>
                  <a:schemeClr val="bg1"/>
                </a:solidFill>
                <a:latin typeface="Microsoft YaHei" panose="020B0503020204020204" pitchFamily="34" charset="-122"/>
                <a:ea typeface="Microsoft YaHei" panose="020B0503020204020204" pitchFamily="34" charset="-122"/>
              </a:endParaRPr>
            </a:p>
          </p:txBody>
        </p:sp>
      </p:grpSp>
      <p:grpSp>
        <p:nvGrpSpPr>
          <p:cNvPr id="10" name="组合 9">
            <a:extLst>
              <a:ext uri="{FF2B5EF4-FFF2-40B4-BE49-F238E27FC236}">
                <a16:creationId xmlns:a16="http://schemas.microsoft.com/office/drawing/2014/main" xmlns="" id="{70295290-5504-F773-370E-DF883538C24D}"/>
              </a:ext>
            </a:extLst>
          </p:cNvPr>
          <p:cNvGrpSpPr/>
          <p:nvPr/>
        </p:nvGrpSpPr>
        <p:grpSpPr>
          <a:xfrm>
            <a:off x="2874731" y="3404061"/>
            <a:ext cx="1266290" cy="554804"/>
            <a:chOff x="737171" y="5636574"/>
            <a:chExt cx="1266290" cy="554804"/>
          </a:xfrm>
        </p:grpSpPr>
        <p:sp>
          <p:nvSpPr>
            <p:cNvPr id="11" name="圆角矩形 10">
              <a:extLst>
                <a:ext uri="{FF2B5EF4-FFF2-40B4-BE49-F238E27FC236}">
                  <a16:creationId xmlns:a16="http://schemas.microsoft.com/office/drawing/2014/main" xmlns="" id="{86ED0311-4D30-43D3-29B2-EDE02976BB39}"/>
                </a:ext>
              </a:extLst>
            </p:cNvPr>
            <p:cNvSpPr/>
            <p:nvPr/>
          </p:nvSpPr>
          <p:spPr>
            <a:xfrm>
              <a:off x="737171" y="5636574"/>
              <a:ext cx="1266290" cy="554804"/>
            </a:xfrm>
            <a:prstGeom prst="roundRect">
              <a:avLst>
                <a:gd name="adj" fmla="val 1111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Microsoft YaHei" panose="020B0503020204020204" pitchFamily="34" charset="-122"/>
                <a:ea typeface="Microsoft YaHei" panose="020B0503020204020204" pitchFamily="34" charset="-122"/>
              </a:endParaRPr>
            </a:p>
          </p:txBody>
        </p:sp>
        <p:sp>
          <p:nvSpPr>
            <p:cNvPr id="12" name="文本框 11">
              <a:extLst>
                <a:ext uri="{FF2B5EF4-FFF2-40B4-BE49-F238E27FC236}">
                  <a16:creationId xmlns:a16="http://schemas.microsoft.com/office/drawing/2014/main" xmlns="" id="{81839D47-38CA-12EE-2132-8ED70C1C3E66}"/>
                </a:ext>
              </a:extLst>
            </p:cNvPr>
            <p:cNvSpPr txBox="1"/>
            <p:nvPr/>
          </p:nvSpPr>
          <p:spPr>
            <a:xfrm>
              <a:off x="737171" y="5713921"/>
              <a:ext cx="1266290" cy="400110"/>
            </a:xfrm>
            <a:prstGeom prst="rect">
              <a:avLst/>
            </a:prstGeom>
            <a:noFill/>
          </p:spPr>
          <p:txBody>
            <a:bodyPr wrap="square">
              <a:spAutoFit/>
            </a:bodyPr>
            <a:lstStyle/>
            <a:p>
              <a:pPr algn="ctr"/>
              <a:r>
                <a:rPr lang="zh-CN" altLang="en-US" sz="2000" b="1" dirty="0">
                  <a:solidFill>
                    <a:schemeClr val="bg1"/>
                  </a:solidFill>
                  <a:latin typeface="Microsoft YaHei" panose="020B0503020204020204" pitchFamily="34" charset="-122"/>
                  <a:ea typeface="Microsoft YaHei" panose="020B0503020204020204" pitchFamily="34" charset="-122"/>
                </a:rPr>
                <a:t>实现方式</a:t>
              </a:r>
            </a:p>
          </p:txBody>
        </p:sp>
      </p:grpSp>
      <p:grpSp>
        <p:nvGrpSpPr>
          <p:cNvPr id="13" name="组合 12">
            <a:extLst>
              <a:ext uri="{FF2B5EF4-FFF2-40B4-BE49-F238E27FC236}">
                <a16:creationId xmlns:a16="http://schemas.microsoft.com/office/drawing/2014/main" xmlns="" id="{810876F8-6855-B8BB-A04F-6B34BA99ABF2}"/>
              </a:ext>
            </a:extLst>
          </p:cNvPr>
          <p:cNvGrpSpPr/>
          <p:nvPr/>
        </p:nvGrpSpPr>
        <p:grpSpPr>
          <a:xfrm>
            <a:off x="2874731" y="4996025"/>
            <a:ext cx="1266290" cy="554804"/>
            <a:chOff x="737171" y="5636574"/>
            <a:chExt cx="1266290" cy="554804"/>
          </a:xfrm>
        </p:grpSpPr>
        <p:sp>
          <p:nvSpPr>
            <p:cNvPr id="14" name="圆角矩形 13">
              <a:extLst>
                <a:ext uri="{FF2B5EF4-FFF2-40B4-BE49-F238E27FC236}">
                  <a16:creationId xmlns:a16="http://schemas.microsoft.com/office/drawing/2014/main" xmlns="" id="{BCD15D9F-42DC-B325-0BB2-E7B248C80B32}"/>
                </a:ext>
              </a:extLst>
            </p:cNvPr>
            <p:cNvSpPr/>
            <p:nvPr/>
          </p:nvSpPr>
          <p:spPr>
            <a:xfrm>
              <a:off x="737171" y="5636574"/>
              <a:ext cx="1266290" cy="554804"/>
            </a:xfrm>
            <a:prstGeom prst="roundRect">
              <a:avLst>
                <a:gd name="adj" fmla="val 1111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Microsoft YaHei" panose="020B0503020204020204" pitchFamily="34" charset="-122"/>
                <a:ea typeface="Microsoft YaHei" panose="020B0503020204020204" pitchFamily="34" charset="-122"/>
              </a:endParaRPr>
            </a:p>
          </p:txBody>
        </p:sp>
        <p:sp>
          <p:nvSpPr>
            <p:cNvPr id="15" name="文本框 14">
              <a:extLst>
                <a:ext uri="{FF2B5EF4-FFF2-40B4-BE49-F238E27FC236}">
                  <a16:creationId xmlns:a16="http://schemas.microsoft.com/office/drawing/2014/main" xmlns="" id="{BB5071E3-4BDE-C5EC-BD68-06BE6A802B58}"/>
                </a:ext>
              </a:extLst>
            </p:cNvPr>
            <p:cNvSpPr txBox="1"/>
            <p:nvPr/>
          </p:nvSpPr>
          <p:spPr>
            <a:xfrm>
              <a:off x="737171" y="5713921"/>
              <a:ext cx="1266290" cy="400110"/>
            </a:xfrm>
            <a:prstGeom prst="rect">
              <a:avLst/>
            </a:prstGeom>
            <a:noFill/>
          </p:spPr>
          <p:txBody>
            <a:bodyPr wrap="square">
              <a:spAutoFit/>
            </a:bodyPr>
            <a:lstStyle/>
            <a:p>
              <a:pPr algn="ctr"/>
              <a:r>
                <a:rPr lang="zh-CN" altLang="en-US" sz="2000" b="1" dirty="0">
                  <a:solidFill>
                    <a:schemeClr val="bg1"/>
                  </a:solidFill>
                  <a:latin typeface="Microsoft YaHei" panose="020B0503020204020204" pitchFamily="34" charset="-122"/>
                  <a:ea typeface="Microsoft YaHei" panose="020B0503020204020204" pitchFamily="34" charset="-122"/>
                </a:rPr>
                <a:t>意义</a:t>
              </a:r>
            </a:p>
          </p:txBody>
        </p:sp>
      </p:grpSp>
      <p:sp>
        <p:nvSpPr>
          <p:cNvPr id="16" name="圆角矩形 15">
            <a:extLst>
              <a:ext uri="{FF2B5EF4-FFF2-40B4-BE49-F238E27FC236}">
                <a16:creationId xmlns:a16="http://schemas.microsoft.com/office/drawing/2014/main" xmlns="" id="{4C5F2DC6-A4B5-B329-AF84-5BABBD7AFAF0}"/>
              </a:ext>
            </a:extLst>
          </p:cNvPr>
          <p:cNvSpPr/>
          <p:nvPr/>
        </p:nvSpPr>
        <p:spPr>
          <a:xfrm>
            <a:off x="4372304" y="1544385"/>
            <a:ext cx="6831724" cy="1090227"/>
          </a:xfrm>
          <a:prstGeom prst="roundRect">
            <a:avLst>
              <a:gd name="adj" fmla="val 7026"/>
            </a:avLst>
          </a:prstGeom>
          <a:solidFill>
            <a:schemeClr val="bg1"/>
          </a:solidFill>
          <a:ln>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zh-CN" sz="1800" kern="100" dirty="0">
                <a:solidFill>
                  <a:schemeClr val="tx1"/>
                </a:solidFill>
                <a:effectLst/>
                <a:latin typeface="+mj-ea"/>
                <a:ea typeface="+mj-ea"/>
                <a:cs typeface="Times New Roman" panose="02020603050405020304" pitchFamily="18" charset="0"/>
              </a:rPr>
              <a:t>程序的若干程序段，或几个程序的某些部分共享某一个存储空间</a:t>
            </a:r>
            <a:endParaRPr lang="zh-CN" altLang="en-US" dirty="0">
              <a:solidFill>
                <a:schemeClr val="tx1"/>
              </a:solidFill>
              <a:latin typeface="+mj-ea"/>
              <a:ea typeface="+mj-ea"/>
            </a:endParaRPr>
          </a:p>
        </p:txBody>
      </p:sp>
      <p:sp>
        <p:nvSpPr>
          <p:cNvPr id="17" name="圆角矩形 16">
            <a:extLst>
              <a:ext uri="{FF2B5EF4-FFF2-40B4-BE49-F238E27FC236}">
                <a16:creationId xmlns:a16="http://schemas.microsoft.com/office/drawing/2014/main" xmlns="" id="{247B8F1D-5AFD-23BC-288C-5EFC3A2B6566}"/>
              </a:ext>
            </a:extLst>
          </p:cNvPr>
          <p:cNvSpPr/>
          <p:nvPr/>
        </p:nvSpPr>
        <p:spPr>
          <a:xfrm>
            <a:off x="4372304" y="2960795"/>
            <a:ext cx="6831724" cy="1441335"/>
          </a:xfrm>
          <a:prstGeom prst="roundRect">
            <a:avLst>
              <a:gd name="adj" fmla="val 7026"/>
            </a:avLst>
          </a:prstGeom>
          <a:solidFill>
            <a:schemeClr val="bg1"/>
          </a:solidFill>
          <a:ln>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lnSpc>
                <a:spcPts val="2600"/>
              </a:lnSpc>
            </a:pPr>
            <a:r>
              <a:rPr lang="zh-CN" altLang="zh-CN" sz="1800" kern="100" dirty="0">
                <a:solidFill>
                  <a:schemeClr val="tx1"/>
                </a:solidFill>
                <a:effectLst/>
                <a:latin typeface="Microsoft YaHei" panose="020B0503020204020204" pitchFamily="34" charset="-122"/>
                <a:ea typeface="Microsoft YaHei" panose="020B0503020204020204" pitchFamily="34" charset="-122"/>
                <a:cs typeface="Times New Roman" panose="02020603050405020304" pitchFamily="18" charset="0"/>
              </a:rPr>
              <a:t>把程序划分为若干个功能上相对独立的程序段，按照其自身的逻辑结构使那些不会同时执行的程序段共享同一块内存区域。未执行的程序段先保存在磁盘上，当有关程序段的前一部分执行结束后，把后续程序段调入内存，覆盖前面的程序段</a:t>
            </a:r>
            <a:endParaRPr lang="zh-CN" altLang="zh-CN" sz="1800" kern="100" dirty="0">
              <a:solidFill>
                <a:schemeClr val="tx1"/>
              </a:solidFill>
              <a:effectLst/>
              <a:latin typeface="Microsoft YaHei" panose="020B0503020204020204" pitchFamily="34" charset="-122"/>
              <a:ea typeface="Microsoft YaHei" panose="020B0503020204020204" pitchFamily="34" charset="-122"/>
            </a:endParaRPr>
          </a:p>
        </p:txBody>
      </p:sp>
      <p:sp>
        <p:nvSpPr>
          <p:cNvPr id="18" name="圆角矩形 17">
            <a:extLst>
              <a:ext uri="{FF2B5EF4-FFF2-40B4-BE49-F238E27FC236}">
                <a16:creationId xmlns:a16="http://schemas.microsoft.com/office/drawing/2014/main" xmlns="" id="{83871643-1CF7-9606-84B5-F60DA48AC0B7}"/>
              </a:ext>
            </a:extLst>
          </p:cNvPr>
          <p:cNvSpPr/>
          <p:nvPr/>
        </p:nvSpPr>
        <p:spPr>
          <a:xfrm>
            <a:off x="4372304" y="4592947"/>
            <a:ext cx="6831724" cy="1441335"/>
          </a:xfrm>
          <a:prstGeom prst="roundRect">
            <a:avLst>
              <a:gd name="adj" fmla="val 7026"/>
            </a:avLst>
          </a:prstGeom>
          <a:solidFill>
            <a:schemeClr val="bg1"/>
          </a:solidFill>
          <a:ln>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ts val="2800"/>
              </a:lnSpc>
            </a:pPr>
            <a:r>
              <a:rPr lang="zh-CN" altLang="zh-CN" sz="1800" kern="100" dirty="0">
                <a:solidFill>
                  <a:schemeClr val="tx1"/>
                </a:solidFill>
                <a:effectLst/>
                <a:latin typeface="Microsoft YaHei" panose="020B0503020204020204" pitchFamily="34" charset="-122"/>
                <a:ea typeface="Microsoft YaHei" panose="020B0503020204020204" pitchFamily="34" charset="-122"/>
              </a:rPr>
              <a:t>打破需要将一个程序的全部信息装入内存后程序才能运行的限制</a:t>
            </a:r>
            <a:endParaRPr lang="en-US" altLang="zh-CN" sz="1800" kern="100" dirty="0">
              <a:solidFill>
                <a:schemeClr val="tx1"/>
              </a:solidFill>
              <a:effectLst/>
              <a:latin typeface="Microsoft YaHei" panose="020B0503020204020204" pitchFamily="34" charset="-122"/>
              <a:ea typeface="Microsoft YaHei" panose="020B0503020204020204" pitchFamily="34" charset="-122"/>
            </a:endParaRPr>
          </a:p>
          <a:p>
            <a:pPr>
              <a:lnSpc>
                <a:spcPts val="2800"/>
              </a:lnSpc>
            </a:pPr>
            <a:r>
              <a:rPr lang="zh-CN" altLang="zh-CN" sz="1800" kern="100" dirty="0">
                <a:solidFill>
                  <a:schemeClr val="tx1"/>
                </a:solidFill>
                <a:effectLst/>
                <a:latin typeface="Microsoft YaHei" panose="020B0503020204020204" pitchFamily="34" charset="-122"/>
                <a:ea typeface="Microsoft YaHei" panose="020B0503020204020204" pitchFamily="34" charset="-122"/>
              </a:rPr>
              <a:t>逻辑上扩充了内存空间，从而在某种程度上实现了在小容量内存上运行较大程序的功能</a:t>
            </a:r>
          </a:p>
        </p:txBody>
      </p:sp>
      <p:cxnSp>
        <p:nvCxnSpPr>
          <p:cNvPr id="19" name="直线连接符 18">
            <a:extLst>
              <a:ext uri="{FF2B5EF4-FFF2-40B4-BE49-F238E27FC236}">
                <a16:creationId xmlns:a16="http://schemas.microsoft.com/office/drawing/2014/main" xmlns="" id="{06F384A1-F306-2849-0767-8D2B37BC0B3E}"/>
              </a:ext>
            </a:extLst>
          </p:cNvPr>
          <p:cNvCxnSpPr>
            <a:stCxn id="5" idx="3"/>
            <a:endCxn id="9" idx="1"/>
          </p:cNvCxnSpPr>
          <p:nvPr/>
        </p:nvCxnSpPr>
        <p:spPr>
          <a:xfrm flipV="1">
            <a:off x="1909342" y="2089499"/>
            <a:ext cx="965389" cy="1616903"/>
          </a:xfrm>
          <a:prstGeom prst="line">
            <a:avLst/>
          </a:prstGeom>
        </p:spPr>
        <p:style>
          <a:lnRef idx="1">
            <a:schemeClr val="accent1"/>
          </a:lnRef>
          <a:fillRef idx="0">
            <a:schemeClr val="accent1"/>
          </a:fillRef>
          <a:effectRef idx="0">
            <a:schemeClr val="accent1"/>
          </a:effectRef>
          <a:fontRef idx="minor">
            <a:schemeClr val="tx1"/>
          </a:fontRef>
        </p:style>
      </p:cxnSp>
      <p:cxnSp>
        <p:nvCxnSpPr>
          <p:cNvPr id="20" name="直线连接符 19">
            <a:extLst>
              <a:ext uri="{FF2B5EF4-FFF2-40B4-BE49-F238E27FC236}">
                <a16:creationId xmlns:a16="http://schemas.microsoft.com/office/drawing/2014/main" xmlns="" id="{6A42B562-6BC1-78B1-AD23-D3054C71D03B}"/>
              </a:ext>
            </a:extLst>
          </p:cNvPr>
          <p:cNvCxnSpPr>
            <a:cxnSpLocks/>
            <a:endCxn id="15" idx="1"/>
          </p:cNvCxnSpPr>
          <p:nvPr/>
        </p:nvCxnSpPr>
        <p:spPr>
          <a:xfrm>
            <a:off x="1909341" y="3718872"/>
            <a:ext cx="965390" cy="1554555"/>
          </a:xfrm>
          <a:prstGeom prst="line">
            <a:avLst/>
          </a:prstGeom>
        </p:spPr>
        <p:style>
          <a:lnRef idx="1">
            <a:schemeClr val="accent1"/>
          </a:lnRef>
          <a:fillRef idx="0">
            <a:schemeClr val="accent1"/>
          </a:fillRef>
          <a:effectRef idx="0">
            <a:schemeClr val="accent1"/>
          </a:effectRef>
          <a:fontRef idx="minor">
            <a:schemeClr val="tx1"/>
          </a:fontRef>
        </p:style>
      </p:cxnSp>
      <p:cxnSp>
        <p:nvCxnSpPr>
          <p:cNvPr id="21" name="直线连接符 20">
            <a:extLst>
              <a:ext uri="{FF2B5EF4-FFF2-40B4-BE49-F238E27FC236}">
                <a16:creationId xmlns:a16="http://schemas.microsoft.com/office/drawing/2014/main" xmlns="" id="{83BD6B8F-6E8B-D108-BD05-F6B522B57B4E}"/>
              </a:ext>
            </a:extLst>
          </p:cNvPr>
          <p:cNvCxnSpPr>
            <a:cxnSpLocks/>
            <a:endCxn id="12" idx="1"/>
          </p:cNvCxnSpPr>
          <p:nvPr/>
        </p:nvCxnSpPr>
        <p:spPr>
          <a:xfrm flipV="1">
            <a:off x="1909341" y="3681463"/>
            <a:ext cx="965390" cy="23085"/>
          </a:xfrm>
          <a:prstGeom prst="line">
            <a:avLst/>
          </a:prstGeom>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2433688235"/>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p:txBody>
          <a:bodyPr/>
          <a:lstStyle/>
          <a:p>
            <a:r>
              <a:rPr lang="en-US" altLang="zh-CN" dirty="0">
                <a:sym typeface="Arial" panose="020B0604020202020204" pitchFamily="34" charset="0"/>
              </a:rPr>
              <a:t>5.3.1</a:t>
            </a:r>
            <a:r>
              <a:rPr lang="zh-CN" altLang="en-US" dirty="0">
                <a:sym typeface="Arial" panose="020B0604020202020204" pitchFamily="34" charset="0"/>
              </a:rPr>
              <a:t>覆盖技术</a:t>
            </a:r>
          </a:p>
        </p:txBody>
      </p:sp>
      <p:sp>
        <p:nvSpPr>
          <p:cNvPr id="3" name="文本框 2">
            <a:extLst>
              <a:ext uri="{FF2B5EF4-FFF2-40B4-BE49-F238E27FC236}">
                <a16:creationId xmlns:a16="http://schemas.microsoft.com/office/drawing/2014/main" xmlns="" id="{F243A1E1-AA76-733F-7B67-7B9BC6A356A2}"/>
              </a:ext>
            </a:extLst>
          </p:cNvPr>
          <p:cNvSpPr txBox="1"/>
          <p:nvPr/>
        </p:nvSpPr>
        <p:spPr>
          <a:xfrm>
            <a:off x="583163" y="2266558"/>
            <a:ext cx="5512837" cy="3058594"/>
          </a:xfrm>
          <a:prstGeom prst="rect">
            <a:avLst/>
          </a:prstGeom>
          <a:noFill/>
        </p:spPr>
        <p:txBody>
          <a:bodyPr wrap="square">
            <a:spAutoFit/>
          </a:bodyPr>
          <a:lstStyle/>
          <a:p>
            <a:pPr algn="just">
              <a:lnSpc>
                <a:spcPts val="2600"/>
              </a:lnSpc>
            </a:pPr>
            <a:r>
              <a:rPr lang="zh-CN" altLang="en-US" sz="1600" kern="100" dirty="0">
                <a:solidFill>
                  <a:schemeClr val="bg1">
                    <a:lumMod val="65000"/>
                  </a:schemeClr>
                </a:solidFill>
                <a:effectLst/>
                <a:latin typeface="Microsoft YaHei" panose="020B0503020204020204" pitchFamily="34" charset="-122"/>
                <a:ea typeface="Microsoft YaHei" panose="020B0503020204020204" pitchFamily="34" charset="-122"/>
              </a:rPr>
              <a:t>       </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假设进程</a:t>
            </a:r>
            <a:r>
              <a:rPr lang="en-US"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1</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的程序正文由</a:t>
            </a:r>
            <a:r>
              <a:rPr lang="en-US"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A</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a:t>
            </a:r>
            <a:r>
              <a:rPr lang="en-US"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B</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a:t>
            </a:r>
            <a:r>
              <a:rPr lang="en-US"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C</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a:t>
            </a:r>
            <a:r>
              <a:rPr lang="en-US"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D</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a:t>
            </a:r>
            <a:r>
              <a:rPr lang="en-US"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E</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a:t>
            </a:r>
            <a:r>
              <a:rPr lang="en-US"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F</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，等</a:t>
            </a:r>
            <a:r>
              <a:rPr lang="en-US"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6</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个程序段组成。它们之间的调用关系如图</a:t>
            </a:r>
            <a:r>
              <a:rPr lang="en-US"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5-13</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a:t>
            </a:r>
            <a:r>
              <a:rPr lang="en-US"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a</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）所示。其中，程序段</a:t>
            </a:r>
            <a:r>
              <a:rPr lang="en-US"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A</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只调用程序段</a:t>
            </a:r>
            <a:r>
              <a:rPr lang="en-US"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B</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和</a:t>
            </a:r>
            <a:r>
              <a:rPr lang="en-US"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C</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，程序段</a:t>
            </a:r>
            <a:r>
              <a:rPr lang="en-US"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B</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只调用程序段</a:t>
            </a:r>
            <a:r>
              <a:rPr lang="en-US"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F</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，而程序段</a:t>
            </a:r>
            <a:r>
              <a:rPr lang="en-US"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C</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只调用</a:t>
            </a:r>
            <a:r>
              <a:rPr lang="en-US"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D</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和</a:t>
            </a:r>
            <a:r>
              <a:rPr lang="en-US"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E</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。即</a:t>
            </a:r>
            <a:r>
              <a:rPr lang="en-US"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B</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不会调用</a:t>
            </a:r>
            <a:r>
              <a:rPr lang="en-US"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C</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a:t>
            </a:r>
            <a:r>
              <a:rPr lang="en-US"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C</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也不会调用</a:t>
            </a:r>
            <a:r>
              <a:rPr lang="en-US"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B</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。因此，程序段</a:t>
            </a:r>
            <a:r>
              <a:rPr lang="en-US"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B</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和程序段</a:t>
            </a:r>
            <a:r>
              <a:rPr lang="en-US"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C</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就无须同时在内存中。可按图</a:t>
            </a:r>
            <a:r>
              <a:rPr lang="en-US"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5-13</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a:t>
            </a:r>
            <a:r>
              <a:rPr lang="en-US"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b</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）分配程序段的调入。可见，虽然该程序正文段所需要的内存空间是：</a:t>
            </a:r>
            <a:r>
              <a:rPr lang="en-US"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A</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a:t>
            </a:r>
            <a:r>
              <a:rPr lang="en-US"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20K</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a:t>
            </a:r>
            <a:r>
              <a:rPr lang="en-US"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B</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a:t>
            </a:r>
            <a:r>
              <a:rPr lang="en-US"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50K</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a:t>
            </a:r>
            <a:r>
              <a:rPr lang="en-US"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F</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a:t>
            </a:r>
            <a:r>
              <a:rPr lang="en-US"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30K</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a:t>
            </a:r>
            <a:r>
              <a:rPr lang="en-US"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C</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a:t>
            </a:r>
            <a:r>
              <a:rPr lang="en-US"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30K</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a:t>
            </a:r>
            <a:r>
              <a:rPr lang="en-US"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D</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a:t>
            </a:r>
            <a:r>
              <a:rPr lang="en-US"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20K</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a:t>
            </a:r>
            <a:r>
              <a:rPr lang="en-US"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E</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a:t>
            </a:r>
            <a:r>
              <a:rPr lang="en-US"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40K</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a:t>
            </a:r>
            <a:r>
              <a:rPr lang="en-US"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190K</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，但是，在采用了覆盖技术后，只需要</a:t>
            </a:r>
            <a:r>
              <a:rPr lang="en-US"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110K</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内存空间就行了</a:t>
            </a:r>
          </a:p>
        </p:txBody>
      </p:sp>
      <p:sp>
        <p:nvSpPr>
          <p:cNvPr id="5" name="文本框 4">
            <a:extLst>
              <a:ext uri="{FF2B5EF4-FFF2-40B4-BE49-F238E27FC236}">
                <a16:creationId xmlns:a16="http://schemas.microsoft.com/office/drawing/2014/main" xmlns="" id="{331C7FF2-0664-EB5C-E3E1-DFE6744C48E2}"/>
              </a:ext>
            </a:extLst>
          </p:cNvPr>
          <p:cNvSpPr txBox="1"/>
          <p:nvPr/>
        </p:nvSpPr>
        <p:spPr>
          <a:xfrm>
            <a:off x="8630395" y="5352836"/>
            <a:ext cx="184731" cy="400110"/>
          </a:xfrm>
          <a:prstGeom prst="rect">
            <a:avLst/>
          </a:prstGeom>
          <a:noFill/>
        </p:spPr>
        <p:txBody>
          <a:bodyPr wrap="none" rtlCol="0">
            <a:spAutoFit/>
          </a:bodyPr>
          <a:lstStyle/>
          <a:p>
            <a:pPr algn="ctr"/>
            <a:endParaRPr kumimoji="1" lang="zh-CN" altLang="en-US" sz="2000" dirty="0">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11" name="组合 10">
            <a:extLst>
              <a:ext uri="{FF2B5EF4-FFF2-40B4-BE49-F238E27FC236}">
                <a16:creationId xmlns:a16="http://schemas.microsoft.com/office/drawing/2014/main" xmlns="" id="{CB60A6D8-88BC-BBAE-AAA3-9C1D9466FD24}"/>
              </a:ext>
            </a:extLst>
          </p:cNvPr>
          <p:cNvGrpSpPr/>
          <p:nvPr/>
        </p:nvGrpSpPr>
        <p:grpSpPr>
          <a:xfrm>
            <a:off x="6976831" y="2046056"/>
            <a:ext cx="4455795" cy="3306780"/>
            <a:chOff x="7443537" y="1968500"/>
            <a:chExt cx="4455795" cy="3306780"/>
          </a:xfrm>
        </p:grpSpPr>
        <p:pic>
          <p:nvPicPr>
            <p:cNvPr id="2" name="图片 1">
              <a:extLst>
                <a:ext uri="{FF2B5EF4-FFF2-40B4-BE49-F238E27FC236}">
                  <a16:creationId xmlns:a16="http://schemas.microsoft.com/office/drawing/2014/main" xmlns="" id="{53767442-440F-805C-7353-236EC767B0FA}"/>
                </a:ext>
              </a:extLst>
            </p:cNvPr>
            <p:cNvPicPr>
              <a:picLocks noChangeAspect="1"/>
            </p:cNvPicPr>
            <p:nvPr/>
          </p:nvPicPr>
          <p:blipFill>
            <a:blip r:embed="rId3" cstate="print"/>
            <a:srcRect/>
            <a:stretch>
              <a:fillRect/>
            </a:stretch>
          </p:blipFill>
          <p:spPr bwMode="auto">
            <a:xfrm>
              <a:off x="7443537" y="1968500"/>
              <a:ext cx="4455795" cy="2921000"/>
            </a:xfrm>
            <a:prstGeom prst="rect">
              <a:avLst/>
            </a:prstGeom>
            <a:noFill/>
            <a:ln w="9525">
              <a:noFill/>
              <a:miter lim="800000"/>
              <a:headEnd/>
              <a:tailEnd/>
            </a:ln>
          </p:spPr>
        </p:pic>
        <p:sp>
          <p:nvSpPr>
            <p:cNvPr id="10" name="文本框 9">
              <a:extLst>
                <a:ext uri="{FF2B5EF4-FFF2-40B4-BE49-F238E27FC236}">
                  <a16:creationId xmlns:a16="http://schemas.microsoft.com/office/drawing/2014/main" xmlns="" id="{AE65D7DB-F0F5-635B-0547-D510D642B808}"/>
                </a:ext>
              </a:extLst>
            </p:cNvPr>
            <p:cNvSpPr txBox="1"/>
            <p:nvPr/>
          </p:nvSpPr>
          <p:spPr>
            <a:xfrm>
              <a:off x="8319600" y="4967503"/>
              <a:ext cx="2375900" cy="307777"/>
            </a:xfrm>
            <a:prstGeom prst="rect">
              <a:avLst/>
            </a:prstGeom>
            <a:noFill/>
          </p:spPr>
          <p:txBody>
            <a:bodyPr wrap="square">
              <a:spAutoFit/>
            </a:bodyPr>
            <a:lstStyle/>
            <a:p>
              <a:pPr algn="ctr"/>
              <a:r>
                <a:rPr lang="zh-CN" altLang="zh-CN" sz="1400" kern="100" dirty="0">
                  <a:effectLst/>
                  <a:latin typeface="Times New Roman" panose="02020603050405020304" pitchFamily="18" charset="0"/>
                  <a:ea typeface="宋体" panose="02010600030101010101" pitchFamily="2" charset="-122"/>
                  <a:cs typeface="Times New Roman" panose="02020603050405020304" pitchFamily="18" charset="0"/>
                </a:rPr>
                <a:t>图</a:t>
              </a:r>
              <a:r>
                <a:rPr lang="en-US" altLang="zh-CN" sz="1400" kern="100" dirty="0">
                  <a:effectLst/>
                  <a:latin typeface="Times New Roman" panose="02020603050405020304" pitchFamily="18" charset="0"/>
                  <a:ea typeface="宋体" panose="02010600030101010101" pitchFamily="2" charset="-122"/>
                </a:rPr>
                <a:t>5-13</a:t>
              </a:r>
              <a:r>
                <a:rPr lang="zh-CN" altLang="zh-CN" sz="1400" kern="100" dirty="0">
                  <a:effectLst/>
                  <a:latin typeface="Times New Roman" panose="02020603050405020304" pitchFamily="18" charset="0"/>
                  <a:ea typeface="宋体" panose="02010600030101010101" pitchFamily="2" charset="-122"/>
                  <a:cs typeface="Times New Roman" panose="02020603050405020304" pitchFamily="18" charset="0"/>
                </a:rPr>
                <a:t>覆盖示例</a:t>
              </a:r>
              <a:r>
                <a:rPr lang="zh-CN" altLang="zh-CN" sz="1400" dirty="0">
                  <a:effectLst/>
                </a:rPr>
                <a:t> </a:t>
              </a:r>
              <a:endParaRPr lang="zh-CN" altLang="en-US" sz="1400" dirty="0"/>
            </a:p>
          </p:txBody>
        </p:sp>
      </p:grpSp>
      <p:sp>
        <p:nvSpPr>
          <p:cNvPr id="4" name="文本框 3">
            <a:extLst>
              <a:ext uri="{FF2B5EF4-FFF2-40B4-BE49-F238E27FC236}">
                <a16:creationId xmlns:a16="http://schemas.microsoft.com/office/drawing/2014/main" xmlns="" id="{A5A8050F-4A5F-C1AC-B022-F453A7FE2276}"/>
              </a:ext>
            </a:extLst>
          </p:cNvPr>
          <p:cNvSpPr txBox="1"/>
          <p:nvPr/>
        </p:nvSpPr>
        <p:spPr>
          <a:xfrm>
            <a:off x="583163" y="1676724"/>
            <a:ext cx="646331" cy="369332"/>
          </a:xfrm>
          <a:prstGeom prst="rect">
            <a:avLst/>
          </a:prstGeom>
          <a:noFill/>
        </p:spPr>
        <p:txBody>
          <a:bodyPr wrap="none" rtlCol="0">
            <a:spAutoFit/>
          </a:bodyPr>
          <a:lstStyle/>
          <a:p>
            <a:pPr algn="ctr"/>
            <a:r>
              <a:rPr kumimoji="1" lang="zh-CN" altLang="en-US" dirty="0">
                <a:solidFill>
                  <a:srgbClr val="9A0001"/>
                </a:solidFill>
                <a:latin typeface="Arial" panose="020B0604020202020204" pitchFamily="34" charset="0"/>
                <a:ea typeface="微软雅黑" panose="020B0503020204020204" pitchFamily="34" charset="-122"/>
                <a:cs typeface="+mn-ea"/>
                <a:sym typeface="Arial" panose="020B0604020202020204" pitchFamily="34" charset="0"/>
              </a:rPr>
              <a:t>案例</a:t>
            </a:r>
          </a:p>
        </p:txBody>
      </p:sp>
    </p:spTree>
    <p:extLst>
      <p:ext uri="{BB962C8B-B14F-4D97-AF65-F5344CB8AC3E}">
        <p14:creationId xmlns:p14="http://schemas.microsoft.com/office/powerpoint/2010/main" xmlns="" val="3352452340"/>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p:txBody>
          <a:bodyPr/>
          <a:lstStyle/>
          <a:p>
            <a:r>
              <a:rPr lang="en-US" altLang="zh-CN" dirty="0">
                <a:sym typeface="Arial" panose="020B0604020202020204" pitchFamily="34" charset="0"/>
              </a:rPr>
              <a:t>5.3.1</a:t>
            </a:r>
            <a:r>
              <a:rPr lang="zh-CN" altLang="en-US" dirty="0">
                <a:sym typeface="Arial" panose="020B0604020202020204" pitchFamily="34" charset="0"/>
              </a:rPr>
              <a:t>交换技术</a:t>
            </a:r>
          </a:p>
        </p:txBody>
      </p:sp>
      <p:grpSp>
        <p:nvGrpSpPr>
          <p:cNvPr id="2" name="组合 1">
            <a:extLst>
              <a:ext uri="{FF2B5EF4-FFF2-40B4-BE49-F238E27FC236}">
                <a16:creationId xmlns:a16="http://schemas.microsoft.com/office/drawing/2014/main" xmlns="" id="{0C2218B5-CD42-99BA-3EAF-53034D16ABD9}"/>
              </a:ext>
            </a:extLst>
          </p:cNvPr>
          <p:cNvGrpSpPr/>
          <p:nvPr/>
        </p:nvGrpSpPr>
        <p:grpSpPr>
          <a:xfrm>
            <a:off x="643052" y="3429000"/>
            <a:ext cx="1266290" cy="554804"/>
            <a:chOff x="737171" y="5636574"/>
            <a:chExt cx="1266290" cy="554804"/>
          </a:xfrm>
        </p:grpSpPr>
        <p:sp>
          <p:nvSpPr>
            <p:cNvPr id="4" name="圆角矩形 3">
              <a:extLst>
                <a:ext uri="{FF2B5EF4-FFF2-40B4-BE49-F238E27FC236}">
                  <a16:creationId xmlns:a16="http://schemas.microsoft.com/office/drawing/2014/main" xmlns="" id="{84A5A87A-6593-1750-7879-945C356C6A55}"/>
                </a:ext>
              </a:extLst>
            </p:cNvPr>
            <p:cNvSpPr/>
            <p:nvPr/>
          </p:nvSpPr>
          <p:spPr>
            <a:xfrm>
              <a:off x="737171" y="5636574"/>
              <a:ext cx="1266290" cy="554804"/>
            </a:xfrm>
            <a:prstGeom prst="roundRect">
              <a:avLst>
                <a:gd name="adj" fmla="val 1111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Microsoft YaHei" panose="020B0503020204020204" pitchFamily="34" charset="-122"/>
                <a:ea typeface="Microsoft YaHei" panose="020B0503020204020204" pitchFamily="34" charset="-122"/>
              </a:endParaRPr>
            </a:p>
          </p:txBody>
        </p:sp>
        <p:sp>
          <p:nvSpPr>
            <p:cNvPr id="5" name="文本框 4">
              <a:extLst>
                <a:ext uri="{FF2B5EF4-FFF2-40B4-BE49-F238E27FC236}">
                  <a16:creationId xmlns:a16="http://schemas.microsoft.com/office/drawing/2014/main" xmlns="" id="{ACDFAEBB-7FA7-5BBC-9D1F-D4C0D8BB9F51}"/>
                </a:ext>
              </a:extLst>
            </p:cNvPr>
            <p:cNvSpPr txBox="1"/>
            <p:nvPr/>
          </p:nvSpPr>
          <p:spPr>
            <a:xfrm>
              <a:off x="737171" y="5713921"/>
              <a:ext cx="1266290" cy="400110"/>
            </a:xfrm>
            <a:prstGeom prst="rect">
              <a:avLst/>
            </a:prstGeom>
            <a:noFill/>
          </p:spPr>
          <p:txBody>
            <a:bodyPr wrap="square">
              <a:spAutoFit/>
            </a:bodyPr>
            <a:lstStyle/>
            <a:p>
              <a:pPr algn="ctr"/>
              <a:r>
                <a:rPr lang="zh-CN" altLang="en-US" sz="2000" b="1" kern="100" dirty="0">
                  <a:solidFill>
                    <a:schemeClr val="bg1"/>
                  </a:solidFill>
                  <a:latin typeface="Microsoft YaHei" panose="020B0503020204020204" pitchFamily="34" charset="-122"/>
                  <a:ea typeface="Microsoft YaHei" panose="020B0503020204020204" pitchFamily="34" charset="-122"/>
                </a:rPr>
                <a:t>交换</a:t>
              </a:r>
              <a:r>
                <a:rPr lang="zh-CN" altLang="en-US" sz="2000" b="1" kern="100" dirty="0">
                  <a:solidFill>
                    <a:schemeClr val="bg1"/>
                  </a:solidFill>
                  <a:effectLst/>
                  <a:latin typeface="Microsoft YaHei" panose="020B0503020204020204" pitchFamily="34" charset="-122"/>
                  <a:ea typeface="Microsoft YaHei" panose="020B0503020204020204" pitchFamily="34" charset="-122"/>
                </a:rPr>
                <a:t>技术</a:t>
              </a:r>
              <a:endParaRPr lang="zh-CN" altLang="en-US" sz="2000" b="1" dirty="0">
                <a:solidFill>
                  <a:schemeClr val="bg1"/>
                </a:solidFill>
                <a:latin typeface="Microsoft YaHei" panose="020B0503020204020204" pitchFamily="34" charset="-122"/>
                <a:ea typeface="Microsoft YaHei" panose="020B0503020204020204" pitchFamily="34" charset="-122"/>
              </a:endParaRPr>
            </a:p>
          </p:txBody>
        </p:sp>
      </p:grpSp>
      <p:grpSp>
        <p:nvGrpSpPr>
          <p:cNvPr id="6" name="组合 5">
            <a:extLst>
              <a:ext uri="{FF2B5EF4-FFF2-40B4-BE49-F238E27FC236}">
                <a16:creationId xmlns:a16="http://schemas.microsoft.com/office/drawing/2014/main" xmlns="" id="{F601D791-85C4-3640-8D99-EE3C33DB76DD}"/>
              </a:ext>
            </a:extLst>
          </p:cNvPr>
          <p:cNvGrpSpPr/>
          <p:nvPr/>
        </p:nvGrpSpPr>
        <p:grpSpPr>
          <a:xfrm>
            <a:off x="2874731" y="1812097"/>
            <a:ext cx="1266290" cy="554804"/>
            <a:chOff x="737171" y="5636574"/>
            <a:chExt cx="1266290" cy="554804"/>
          </a:xfrm>
        </p:grpSpPr>
        <p:sp>
          <p:nvSpPr>
            <p:cNvPr id="7" name="圆角矩形 6">
              <a:extLst>
                <a:ext uri="{FF2B5EF4-FFF2-40B4-BE49-F238E27FC236}">
                  <a16:creationId xmlns:a16="http://schemas.microsoft.com/office/drawing/2014/main" xmlns="" id="{B005EC48-0DDB-D278-94D6-998EE083BF69}"/>
                </a:ext>
              </a:extLst>
            </p:cNvPr>
            <p:cNvSpPr/>
            <p:nvPr/>
          </p:nvSpPr>
          <p:spPr>
            <a:xfrm>
              <a:off x="737171" y="5636574"/>
              <a:ext cx="1266290" cy="554804"/>
            </a:xfrm>
            <a:prstGeom prst="roundRect">
              <a:avLst>
                <a:gd name="adj" fmla="val 1111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Microsoft YaHei" panose="020B0503020204020204" pitchFamily="34" charset="-122"/>
                <a:ea typeface="Microsoft YaHei" panose="020B0503020204020204" pitchFamily="34" charset="-122"/>
              </a:endParaRPr>
            </a:p>
          </p:txBody>
        </p:sp>
        <p:sp>
          <p:nvSpPr>
            <p:cNvPr id="9" name="文本框 8">
              <a:extLst>
                <a:ext uri="{FF2B5EF4-FFF2-40B4-BE49-F238E27FC236}">
                  <a16:creationId xmlns:a16="http://schemas.microsoft.com/office/drawing/2014/main" xmlns="" id="{103598E0-4ABA-D71F-650C-755B114103A6}"/>
                </a:ext>
              </a:extLst>
            </p:cNvPr>
            <p:cNvSpPr txBox="1"/>
            <p:nvPr/>
          </p:nvSpPr>
          <p:spPr>
            <a:xfrm>
              <a:off x="737171" y="5713921"/>
              <a:ext cx="1266290" cy="400110"/>
            </a:xfrm>
            <a:prstGeom prst="rect">
              <a:avLst/>
            </a:prstGeom>
            <a:noFill/>
          </p:spPr>
          <p:txBody>
            <a:bodyPr wrap="square">
              <a:spAutoFit/>
            </a:bodyPr>
            <a:lstStyle/>
            <a:p>
              <a:pPr algn="ctr"/>
              <a:r>
                <a:rPr lang="zh-CN" altLang="en-US" sz="2000" b="1" kern="100" dirty="0">
                  <a:solidFill>
                    <a:schemeClr val="bg1"/>
                  </a:solidFill>
                  <a:effectLst/>
                  <a:latin typeface="Microsoft YaHei" panose="020B0503020204020204" pitchFamily="34" charset="-122"/>
                  <a:ea typeface="Microsoft YaHei" panose="020B0503020204020204" pitchFamily="34" charset="-122"/>
                </a:rPr>
                <a:t>定义</a:t>
              </a:r>
              <a:endParaRPr lang="zh-CN" altLang="en-US" sz="2000" b="1" dirty="0">
                <a:solidFill>
                  <a:schemeClr val="bg1"/>
                </a:solidFill>
                <a:latin typeface="Microsoft YaHei" panose="020B0503020204020204" pitchFamily="34" charset="-122"/>
                <a:ea typeface="Microsoft YaHei" panose="020B0503020204020204" pitchFamily="34" charset="-122"/>
              </a:endParaRPr>
            </a:p>
          </p:txBody>
        </p:sp>
      </p:grpSp>
      <p:grpSp>
        <p:nvGrpSpPr>
          <p:cNvPr id="10" name="组合 9">
            <a:extLst>
              <a:ext uri="{FF2B5EF4-FFF2-40B4-BE49-F238E27FC236}">
                <a16:creationId xmlns:a16="http://schemas.microsoft.com/office/drawing/2014/main" xmlns="" id="{70295290-5504-F773-370E-DF883538C24D}"/>
              </a:ext>
            </a:extLst>
          </p:cNvPr>
          <p:cNvGrpSpPr/>
          <p:nvPr/>
        </p:nvGrpSpPr>
        <p:grpSpPr>
          <a:xfrm>
            <a:off x="2874731" y="3404061"/>
            <a:ext cx="1266290" cy="554804"/>
            <a:chOff x="737171" y="5636574"/>
            <a:chExt cx="1266290" cy="554804"/>
          </a:xfrm>
        </p:grpSpPr>
        <p:sp>
          <p:nvSpPr>
            <p:cNvPr id="11" name="圆角矩形 10">
              <a:extLst>
                <a:ext uri="{FF2B5EF4-FFF2-40B4-BE49-F238E27FC236}">
                  <a16:creationId xmlns:a16="http://schemas.microsoft.com/office/drawing/2014/main" xmlns="" id="{86ED0311-4D30-43D3-29B2-EDE02976BB39}"/>
                </a:ext>
              </a:extLst>
            </p:cNvPr>
            <p:cNvSpPr/>
            <p:nvPr/>
          </p:nvSpPr>
          <p:spPr>
            <a:xfrm>
              <a:off x="737171" y="5636574"/>
              <a:ext cx="1266290" cy="554804"/>
            </a:xfrm>
            <a:prstGeom prst="roundRect">
              <a:avLst>
                <a:gd name="adj" fmla="val 1111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Microsoft YaHei" panose="020B0503020204020204" pitchFamily="34" charset="-122"/>
                <a:ea typeface="Microsoft YaHei" panose="020B0503020204020204" pitchFamily="34" charset="-122"/>
              </a:endParaRPr>
            </a:p>
          </p:txBody>
        </p:sp>
        <p:sp>
          <p:nvSpPr>
            <p:cNvPr id="12" name="文本框 11">
              <a:extLst>
                <a:ext uri="{FF2B5EF4-FFF2-40B4-BE49-F238E27FC236}">
                  <a16:creationId xmlns:a16="http://schemas.microsoft.com/office/drawing/2014/main" xmlns="" id="{81839D47-38CA-12EE-2132-8ED70C1C3E66}"/>
                </a:ext>
              </a:extLst>
            </p:cNvPr>
            <p:cNvSpPr txBox="1"/>
            <p:nvPr/>
          </p:nvSpPr>
          <p:spPr>
            <a:xfrm>
              <a:off x="737171" y="5713921"/>
              <a:ext cx="1266290" cy="400110"/>
            </a:xfrm>
            <a:prstGeom prst="rect">
              <a:avLst/>
            </a:prstGeom>
            <a:noFill/>
          </p:spPr>
          <p:txBody>
            <a:bodyPr wrap="square">
              <a:spAutoFit/>
            </a:bodyPr>
            <a:lstStyle/>
            <a:p>
              <a:pPr algn="ctr"/>
              <a:r>
                <a:rPr lang="zh-CN" altLang="en-US" sz="2000" b="1" dirty="0">
                  <a:solidFill>
                    <a:schemeClr val="bg1"/>
                  </a:solidFill>
                  <a:latin typeface="Microsoft YaHei" panose="020B0503020204020204" pitchFamily="34" charset="-122"/>
                  <a:ea typeface="Microsoft YaHei" panose="020B0503020204020204" pitchFamily="34" charset="-122"/>
                </a:rPr>
                <a:t>实现方式</a:t>
              </a:r>
            </a:p>
          </p:txBody>
        </p:sp>
      </p:grpSp>
      <p:grpSp>
        <p:nvGrpSpPr>
          <p:cNvPr id="13" name="组合 12">
            <a:extLst>
              <a:ext uri="{FF2B5EF4-FFF2-40B4-BE49-F238E27FC236}">
                <a16:creationId xmlns:a16="http://schemas.microsoft.com/office/drawing/2014/main" xmlns="" id="{810876F8-6855-B8BB-A04F-6B34BA99ABF2}"/>
              </a:ext>
            </a:extLst>
          </p:cNvPr>
          <p:cNvGrpSpPr/>
          <p:nvPr/>
        </p:nvGrpSpPr>
        <p:grpSpPr>
          <a:xfrm>
            <a:off x="2874731" y="4996025"/>
            <a:ext cx="1266290" cy="554804"/>
            <a:chOff x="737171" y="5636574"/>
            <a:chExt cx="1266290" cy="554804"/>
          </a:xfrm>
        </p:grpSpPr>
        <p:sp>
          <p:nvSpPr>
            <p:cNvPr id="14" name="圆角矩形 13">
              <a:extLst>
                <a:ext uri="{FF2B5EF4-FFF2-40B4-BE49-F238E27FC236}">
                  <a16:creationId xmlns:a16="http://schemas.microsoft.com/office/drawing/2014/main" xmlns="" id="{BCD15D9F-42DC-B325-0BB2-E7B248C80B32}"/>
                </a:ext>
              </a:extLst>
            </p:cNvPr>
            <p:cNvSpPr/>
            <p:nvPr/>
          </p:nvSpPr>
          <p:spPr>
            <a:xfrm>
              <a:off x="737171" y="5636574"/>
              <a:ext cx="1266290" cy="554804"/>
            </a:xfrm>
            <a:prstGeom prst="roundRect">
              <a:avLst>
                <a:gd name="adj" fmla="val 1111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Microsoft YaHei" panose="020B0503020204020204" pitchFamily="34" charset="-122"/>
                <a:ea typeface="Microsoft YaHei" panose="020B0503020204020204" pitchFamily="34" charset="-122"/>
              </a:endParaRPr>
            </a:p>
          </p:txBody>
        </p:sp>
        <p:sp>
          <p:nvSpPr>
            <p:cNvPr id="15" name="文本框 14">
              <a:extLst>
                <a:ext uri="{FF2B5EF4-FFF2-40B4-BE49-F238E27FC236}">
                  <a16:creationId xmlns:a16="http://schemas.microsoft.com/office/drawing/2014/main" xmlns="" id="{BB5071E3-4BDE-C5EC-BD68-06BE6A802B58}"/>
                </a:ext>
              </a:extLst>
            </p:cNvPr>
            <p:cNvSpPr txBox="1"/>
            <p:nvPr/>
          </p:nvSpPr>
          <p:spPr>
            <a:xfrm>
              <a:off x="737171" y="5713921"/>
              <a:ext cx="1266290" cy="400110"/>
            </a:xfrm>
            <a:prstGeom prst="rect">
              <a:avLst/>
            </a:prstGeom>
            <a:noFill/>
          </p:spPr>
          <p:txBody>
            <a:bodyPr wrap="square">
              <a:spAutoFit/>
            </a:bodyPr>
            <a:lstStyle/>
            <a:p>
              <a:pPr algn="ctr"/>
              <a:r>
                <a:rPr lang="zh-CN" altLang="en-US" sz="2000" b="1" dirty="0">
                  <a:solidFill>
                    <a:schemeClr val="bg1"/>
                  </a:solidFill>
                  <a:latin typeface="Microsoft YaHei" panose="020B0503020204020204" pitchFamily="34" charset="-122"/>
                  <a:ea typeface="Microsoft YaHei" panose="020B0503020204020204" pitchFamily="34" charset="-122"/>
                </a:rPr>
                <a:t>意义</a:t>
              </a:r>
            </a:p>
          </p:txBody>
        </p:sp>
      </p:grpSp>
      <p:sp>
        <p:nvSpPr>
          <p:cNvPr id="16" name="圆角矩形 15">
            <a:extLst>
              <a:ext uri="{FF2B5EF4-FFF2-40B4-BE49-F238E27FC236}">
                <a16:creationId xmlns:a16="http://schemas.microsoft.com/office/drawing/2014/main" xmlns="" id="{4C5F2DC6-A4B5-B329-AF84-5BABBD7AFAF0}"/>
              </a:ext>
            </a:extLst>
          </p:cNvPr>
          <p:cNvSpPr/>
          <p:nvPr/>
        </p:nvSpPr>
        <p:spPr>
          <a:xfrm>
            <a:off x="4372304" y="1328644"/>
            <a:ext cx="6831724" cy="1441334"/>
          </a:xfrm>
          <a:prstGeom prst="roundRect">
            <a:avLst>
              <a:gd name="adj" fmla="val 7026"/>
            </a:avLst>
          </a:prstGeom>
          <a:solidFill>
            <a:schemeClr val="bg1"/>
          </a:solidFill>
          <a:ln>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lnSpc>
                <a:spcPts val="2400"/>
              </a:lnSpc>
            </a:pPr>
            <a:r>
              <a:rPr lang="zh-CN" altLang="zh-CN" sz="1800" kern="100" dirty="0">
                <a:solidFill>
                  <a:schemeClr val="tx1"/>
                </a:solidFill>
                <a:effectLst/>
                <a:latin typeface="Microsoft YaHei" panose="020B0503020204020204" pitchFamily="34" charset="-122"/>
                <a:ea typeface="Microsoft YaHei" panose="020B0503020204020204" pitchFamily="34" charset="-122"/>
              </a:rPr>
              <a:t>又称对换技术。在分时系统中，用户的进程需要的内存总量比系统中实际内存的总量要多，这就需要在磁盘上保存那些在内存放不下的进程。在需要运行这些进程时，再将它们装入内存</a:t>
            </a:r>
          </a:p>
          <a:p>
            <a:pPr algn="just">
              <a:lnSpc>
                <a:spcPts val="2400"/>
              </a:lnSpc>
            </a:pPr>
            <a:r>
              <a:rPr lang="zh-CN" altLang="zh-CN" sz="1800" kern="100" dirty="0">
                <a:solidFill>
                  <a:schemeClr val="tx1"/>
                </a:solidFill>
                <a:effectLst/>
                <a:latin typeface="Microsoft YaHei" panose="020B0503020204020204" pitchFamily="34" charset="-122"/>
                <a:ea typeface="Microsoft YaHei" panose="020B0503020204020204" pitchFamily="34" charset="-122"/>
              </a:rPr>
              <a:t>进程从内存移到磁盘，并再移回内存称为交换</a:t>
            </a:r>
          </a:p>
        </p:txBody>
      </p:sp>
      <p:sp>
        <p:nvSpPr>
          <p:cNvPr id="17" name="圆角矩形 16">
            <a:extLst>
              <a:ext uri="{FF2B5EF4-FFF2-40B4-BE49-F238E27FC236}">
                <a16:creationId xmlns:a16="http://schemas.microsoft.com/office/drawing/2014/main" xmlns="" id="{247B8F1D-5AFD-23BC-288C-5EFC3A2B6566}"/>
              </a:ext>
            </a:extLst>
          </p:cNvPr>
          <p:cNvSpPr/>
          <p:nvPr/>
        </p:nvSpPr>
        <p:spPr>
          <a:xfrm>
            <a:off x="4372304" y="2960795"/>
            <a:ext cx="6831724" cy="1441335"/>
          </a:xfrm>
          <a:prstGeom prst="roundRect">
            <a:avLst>
              <a:gd name="adj" fmla="val 7026"/>
            </a:avLst>
          </a:prstGeom>
          <a:solidFill>
            <a:schemeClr val="bg1"/>
          </a:solidFill>
          <a:ln>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ts val="2400"/>
              </a:lnSpc>
            </a:pPr>
            <a:r>
              <a:rPr lang="zh-CN" altLang="zh-CN" sz="1800" kern="100" dirty="0">
                <a:solidFill>
                  <a:schemeClr val="tx1"/>
                </a:solidFill>
                <a:effectLst/>
                <a:latin typeface="Microsoft YaHei" panose="020B0503020204020204" pitchFamily="34" charset="-122"/>
                <a:ea typeface="Microsoft YaHei" panose="020B0503020204020204" pitchFamily="34" charset="-122"/>
              </a:rPr>
              <a:t>系统可以将那些不在运行中的进程或其一部分调出内存，暂时存放在外存上的一个后备存储区中，以腾出内存空间给当前需要内存空间的进程，后者可能需要从外存换入内存，以后再将换出的进程调入内存继续执行</a:t>
            </a:r>
          </a:p>
        </p:txBody>
      </p:sp>
      <p:sp>
        <p:nvSpPr>
          <p:cNvPr id="18" name="圆角矩形 17">
            <a:extLst>
              <a:ext uri="{FF2B5EF4-FFF2-40B4-BE49-F238E27FC236}">
                <a16:creationId xmlns:a16="http://schemas.microsoft.com/office/drawing/2014/main" xmlns="" id="{83871643-1CF7-9606-84B5-F60DA48AC0B7}"/>
              </a:ext>
            </a:extLst>
          </p:cNvPr>
          <p:cNvSpPr/>
          <p:nvPr/>
        </p:nvSpPr>
        <p:spPr>
          <a:xfrm>
            <a:off x="4372304" y="4592947"/>
            <a:ext cx="6831724" cy="1441335"/>
          </a:xfrm>
          <a:prstGeom prst="roundRect">
            <a:avLst>
              <a:gd name="adj" fmla="val 7026"/>
            </a:avLst>
          </a:prstGeom>
          <a:solidFill>
            <a:schemeClr val="bg1"/>
          </a:solidFill>
          <a:ln>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ts val="2600"/>
              </a:lnSpc>
            </a:pPr>
            <a:r>
              <a:rPr lang="zh-CN" altLang="zh-CN" sz="1800" kern="100" dirty="0">
                <a:solidFill>
                  <a:schemeClr val="tx1"/>
                </a:solidFill>
                <a:effectLst/>
                <a:latin typeface="Microsoft YaHei" panose="020B0503020204020204" pitchFamily="34" charset="-122"/>
                <a:ea typeface="Microsoft YaHei" panose="020B0503020204020204" pitchFamily="34" charset="-122"/>
              </a:rPr>
              <a:t>尽可能达到“足够快地交换进程，以使当</a:t>
            </a:r>
            <a:r>
              <a:rPr lang="en-US" altLang="zh-CN" sz="1800" kern="100" dirty="0">
                <a:solidFill>
                  <a:schemeClr val="tx1"/>
                </a:solidFill>
                <a:effectLst/>
                <a:latin typeface="Microsoft YaHei" panose="020B0503020204020204" pitchFamily="34" charset="-122"/>
                <a:ea typeface="Microsoft YaHei" panose="020B0503020204020204" pitchFamily="34" charset="-122"/>
              </a:rPr>
              <a:t>CPU</a:t>
            </a:r>
            <a:r>
              <a:rPr lang="zh-CN" altLang="zh-CN" sz="1800" kern="100" dirty="0">
                <a:solidFill>
                  <a:schemeClr val="tx1"/>
                </a:solidFill>
                <a:effectLst/>
                <a:latin typeface="Microsoft YaHei" panose="020B0503020204020204" pitchFamily="34" charset="-122"/>
                <a:ea typeface="Microsoft YaHei" panose="020B0503020204020204" pitchFamily="34" charset="-122"/>
              </a:rPr>
              <a:t>调度程序想重新调度</a:t>
            </a:r>
            <a:r>
              <a:rPr lang="en-US" altLang="zh-CN" sz="1800" kern="100" dirty="0">
                <a:solidFill>
                  <a:schemeClr val="tx1"/>
                </a:solidFill>
                <a:effectLst/>
                <a:latin typeface="Microsoft YaHei" panose="020B0503020204020204" pitchFamily="34" charset="-122"/>
                <a:ea typeface="Microsoft YaHei" panose="020B0503020204020204" pitchFamily="34" charset="-122"/>
              </a:rPr>
              <a:t>CPU</a:t>
            </a:r>
            <a:r>
              <a:rPr lang="zh-CN" altLang="zh-CN" sz="1800" kern="100" dirty="0">
                <a:solidFill>
                  <a:schemeClr val="tx1"/>
                </a:solidFill>
                <a:effectLst/>
                <a:latin typeface="Microsoft YaHei" panose="020B0503020204020204" pitchFamily="34" charset="-122"/>
                <a:ea typeface="Microsoft YaHei" panose="020B0503020204020204" pitchFamily="34" charset="-122"/>
              </a:rPr>
              <a:t>时，总有进程在内存中处于就绪（准备执行）状态”的理想状态，从而提高内存利用率</a:t>
            </a:r>
          </a:p>
        </p:txBody>
      </p:sp>
      <p:cxnSp>
        <p:nvCxnSpPr>
          <p:cNvPr id="19" name="直线连接符 18">
            <a:extLst>
              <a:ext uri="{FF2B5EF4-FFF2-40B4-BE49-F238E27FC236}">
                <a16:creationId xmlns:a16="http://schemas.microsoft.com/office/drawing/2014/main" xmlns="" id="{06F384A1-F306-2849-0767-8D2B37BC0B3E}"/>
              </a:ext>
            </a:extLst>
          </p:cNvPr>
          <p:cNvCxnSpPr>
            <a:stCxn id="5" idx="3"/>
            <a:endCxn id="9" idx="1"/>
          </p:cNvCxnSpPr>
          <p:nvPr/>
        </p:nvCxnSpPr>
        <p:spPr>
          <a:xfrm flipV="1">
            <a:off x="1909342" y="2089499"/>
            <a:ext cx="965389" cy="1616903"/>
          </a:xfrm>
          <a:prstGeom prst="line">
            <a:avLst/>
          </a:prstGeom>
        </p:spPr>
        <p:style>
          <a:lnRef idx="1">
            <a:schemeClr val="accent1"/>
          </a:lnRef>
          <a:fillRef idx="0">
            <a:schemeClr val="accent1"/>
          </a:fillRef>
          <a:effectRef idx="0">
            <a:schemeClr val="accent1"/>
          </a:effectRef>
          <a:fontRef idx="minor">
            <a:schemeClr val="tx1"/>
          </a:fontRef>
        </p:style>
      </p:cxnSp>
      <p:cxnSp>
        <p:nvCxnSpPr>
          <p:cNvPr id="20" name="直线连接符 19">
            <a:extLst>
              <a:ext uri="{FF2B5EF4-FFF2-40B4-BE49-F238E27FC236}">
                <a16:creationId xmlns:a16="http://schemas.microsoft.com/office/drawing/2014/main" xmlns="" id="{6A42B562-6BC1-78B1-AD23-D3054C71D03B}"/>
              </a:ext>
            </a:extLst>
          </p:cNvPr>
          <p:cNvCxnSpPr>
            <a:cxnSpLocks/>
            <a:endCxn id="15" idx="1"/>
          </p:cNvCxnSpPr>
          <p:nvPr/>
        </p:nvCxnSpPr>
        <p:spPr>
          <a:xfrm>
            <a:off x="1909341" y="3718872"/>
            <a:ext cx="965390" cy="1554555"/>
          </a:xfrm>
          <a:prstGeom prst="line">
            <a:avLst/>
          </a:prstGeom>
        </p:spPr>
        <p:style>
          <a:lnRef idx="1">
            <a:schemeClr val="accent1"/>
          </a:lnRef>
          <a:fillRef idx="0">
            <a:schemeClr val="accent1"/>
          </a:fillRef>
          <a:effectRef idx="0">
            <a:schemeClr val="accent1"/>
          </a:effectRef>
          <a:fontRef idx="minor">
            <a:schemeClr val="tx1"/>
          </a:fontRef>
        </p:style>
      </p:cxnSp>
      <p:cxnSp>
        <p:nvCxnSpPr>
          <p:cNvPr id="21" name="直线连接符 20">
            <a:extLst>
              <a:ext uri="{FF2B5EF4-FFF2-40B4-BE49-F238E27FC236}">
                <a16:creationId xmlns:a16="http://schemas.microsoft.com/office/drawing/2014/main" xmlns="" id="{83BD6B8F-6E8B-D108-BD05-F6B522B57B4E}"/>
              </a:ext>
            </a:extLst>
          </p:cNvPr>
          <p:cNvCxnSpPr>
            <a:cxnSpLocks/>
            <a:endCxn id="12" idx="1"/>
          </p:cNvCxnSpPr>
          <p:nvPr/>
        </p:nvCxnSpPr>
        <p:spPr>
          <a:xfrm flipV="1">
            <a:off x="1909341" y="3681463"/>
            <a:ext cx="965390" cy="23085"/>
          </a:xfrm>
          <a:prstGeom prst="line">
            <a:avLst/>
          </a:prstGeom>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3262050372"/>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p:txBody>
          <a:bodyPr/>
          <a:lstStyle/>
          <a:p>
            <a:r>
              <a:rPr lang="en-US" altLang="zh-CN" dirty="0">
                <a:sym typeface="Arial" panose="020B0604020202020204" pitchFamily="34" charset="0"/>
              </a:rPr>
              <a:t>5.3.2</a:t>
            </a:r>
            <a:r>
              <a:rPr lang="zh-CN" altLang="en-US" dirty="0">
                <a:sym typeface="Arial" panose="020B0604020202020204" pitchFamily="34" charset="0"/>
              </a:rPr>
              <a:t>交换技术 </a:t>
            </a:r>
            <a:r>
              <a:rPr lang="en-US" altLang="zh-CN" dirty="0">
                <a:sym typeface="Arial" panose="020B0604020202020204" pitchFamily="34" charset="0"/>
              </a:rPr>
              <a:t>I</a:t>
            </a:r>
            <a:r>
              <a:rPr lang="zh-CN" altLang="en-US" dirty="0">
                <a:sym typeface="Arial" panose="020B0604020202020204" pitchFamily="34" charset="0"/>
              </a:rPr>
              <a:t> 相关考虑问题</a:t>
            </a:r>
          </a:p>
        </p:txBody>
      </p:sp>
      <p:grpSp>
        <p:nvGrpSpPr>
          <p:cNvPr id="6" name="组合 5">
            <a:extLst>
              <a:ext uri="{FF2B5EF4-FFF2-40B4-BE49-F238E27FC236}">
                <a16:creationId xmlns:a16="http://schemas.microsoft.com/office/drawing/2014/main" xmlns="" id="{208607EC-A272-5BC0-BB3A-45A6AF0B60CB}"/>
              </a:ext>
            </a:extLst>
          </p:cNvPr>
          <p:cNvGrpSpPr/>
          <p:nvPr/>
        </p:nvGrpSpPr>
        <p:grpSpPr>
          <a:xfrm>
            <a:off x="534277" y="1977942"/>
            <a:ext cx="10753483" cy="1568827"/>
            <a:chOff x="534277" y="1587030"/>
            <a:chExt cx="10753483" cy="1568827"/>
          </a:xfrm>
        </p:grpSpPr>
        <p:sp>
          <p:nvSpPr>
            <p:cNvPr id="3" name="文本框 2">
              <a:extLst>
                <a:ext uri="{FF2B5EF4-FFF2-40B4-BE49-F238E27FC236}">
                  <a16:creationId xmlns:a16="http://schemas.microsoft.com/office/drawing/2014/main" xmlns="" id="{F243A1E1-AA76-733F-7B67-7B9BC6A356A2}"/>
                </a:ext>
              </a:extLst>
            </p:cNvPr>
            <p:cNvSpPr txBox="1"/>
            <p:nvPr/>
          </p:nvSpPr>
          <p:spPr>
            <a:xfrm>
              <a:off x="534277" y="1587030"/>
              <a:ext cx="10753483" cy="504625"/>
            </a:xfrm>
            <a:prstGeom prst="rect">
              <a:avLst/>
            </a:prstGeom>
            <a:noFill/>
          </p:spPr>
          <p:txBody>
            <a:bodyPr wrap="square">
              <a:spAutoFit/>
            </a:bodyPr>
            <a:lstStyle/>
            <a:p>
              <a:pPr>
                <a:lnSpc>
                  <a:spcPct val="172000"/>
                </a:lnSpc>
              </a:pPr>
              <a:r>
                <a:rPr lang="en-US" altLang="zh-CN" sz="1800" b="1" dirty="0">
                  <a:solidFill>
                    <a:srgbClr val="9A0001"/>
                  </a:solidFill>
                  <a:effectLst/>
                  <a:latin typeface="Microsoft YaHei" panose="020B0503020204020204" pitchFamily="34" charset="-122"/>
                  <a:ea typeface="Microsoft YaHei" panose="020B0503020204020204" pitchFamily="34" charset="-122"/>
                  <a:cs typeface="E-HZ-PK748a2-Identity-H"/>
                </a:rPr>
                <a:t>①</a:t>
              </a:r>
              <a:r>
                <a:rPr lang="zh-CN" altLang="en-US" sz="1800" b="1" dirty="0">
                  <a:solidFill>
                    <a:srgbClr val="9A0001"/>
                  </a:solidFill>
                  <a:effectLst/>
                  <a:latin typeface="Microsoft YaHei" panose="020B0503020204020204" pitchFamily="34" charset="-122"/>
                  <a:ea typeface="Microsoft YaHei" panose="020B0503020204020204" pitchFamily="34" charset="-122"/>
                  <a:cs typeface="E-HZ-PK748a2-Identity-H"/>
                </a:rPr>
                <a:t> </a:t>
              </a:r>
              <a:r>
                <a:rPr lang="zh-CN" altLang="zh-CN" sz="1800" b="1" dirty="0">
                  <a:solidFill>
                    <a:srgbClr val="9A0001"/>
                  </a:solidFill>
                  <a:effectLst/>
                  <a:latin typeface="Microsoft YaHei" panose="020B0503020204020204" pitchFamily="34" charset="-122"/>
                  <a:ea typeface="Microsoft YaHei" panose="020B0503020204020204" pitchFamily="34" charset="-122"/>
                  <a:cs typeface="E-HZ-PK748a2-Identity-H"/>
                </a:rPr>
                <a:t>换出进程的选择</a:t>
              </a:r>
            </a:p>
          </p:txBody>
        </p:sp>
        <p:sp>
          <p:nvSpPr>
            <p:cNvPr id="7" name="文本框 6">
              <a:extLst>
                <a:ext uri="{FF2B5EF4-FFF2-40B4-BE49-F238E27FC236}">
                  <a16:creationId xmlns:a16="http://schemas.microsoft.com/office/drawing/2014/main" xmlns="" id="{D2131A1B-4623-91AE-746F-5BC94F989417}"/>
                </a:ext>
              </a:extLst>
            </p:cNvPr>
            <p:cNvSpPr txBox="1"/>
            <p:nvPr/>
          </p:nvSpPr>
          <p:spPr>
            <a:xfrm>
              <a:off x="640080" y="2091655"/>
              <a:ext cx="9649814" cy="1064202"/>
            </a:xfrm>
            <a:prstGeom prst="rect">
              <a:avLst/>
            </a:prstGeom>
            <a:noFill/>
          </p:spPr>
          <p:txBody>
            <a:bodyPr wrap="square">
              <a:spAutoFit/>
            </a:bodyPr>
            <a:lstStyle/>
            <a:p>
              <a:pPr>
                <a:lnSpc>
                  <a:spcPts val="2600"/>
                </a:lnSpc>
              </a:pPr>
              <a:r>
                <a:rPr lang="zh-CN" altLang="en-US" sz="1800" kern="100" dirty="0">
                  <a:effectLst/>
                  <a:latin typeface="Microsoft YaHei" panose="020B0503020204020204" pitchFamily="34" charset="-122"/>
                  <a:ea typeface="Microsoft YaHei" panose="020B0503020204020204" pitchFamily="34" charset="-122"/>
                </a:rPr>
                <a:t>       </a:t>
              </a:r>
              <a:r>
                <a:rPr lang="zh-CN" altLang="zh-CN" sz="1800" kern="100" dirty="0">
                  <a:effectLst/>
                  <a:latin typeface="Microsoft YaHei" panose="020B0503020204020204" pitchFamily="34" charset="-122"/>
                  <a:ea typeface="Microsoft YaHei" panose="020B0503020204020204" pitchFamily="34" charset="-122"/>
                </a:rPr>
                <a:t>在使用交换技术时，换出进程的选择是非常重要的问题，如果处理不当，将会造成整个系统效率低下。在分时系统中，一般情况下可以根据时间片轮转法或基于优先数的调度算法来选择要换出的进程。系统在选择换出进程时，希望换出的进程是短时间内不会立刻投入运行的</a:t>
              </a:r>
            </a:p>
          </p:txBody>
        </p:sp>
      </p:grpSp>
      <p:grpSp>
        <p:nvGrpSpPr>
          <p:cNvPr id="4" name="组合 3">
            <a:extLst>
              <a:ext uri="{FF2B5EF4-FFF2-40B4-BE49-F238E27FC236}">
                <a16:creationId xmlns:a16="http://schemas.microsoft.com/office/drawing/2014/main" xmlns="" id="{C6B5B065-4912-B3DB-28C6-CB5086034822}"/>
              </a:ext>
            </a:extLst>
          </p:cNvPr>
          <p:cNvGrpSpPr/>
          <p:nvPr/>
        </p:nvGrpSpPr>
        <p:grpSpPr>
          <a:xfrm>
            <a:off x="534277" y="4095644"/>
            <a:ext cx="10753484" cy="1296568"/>
            <a:chOff x="534277" y="4095644"/>
            <a:chExt cx="10753484" cy="1296568"/>
          </a:xfrm>
        </p:grpSpPr>
        <p:sp>
          <p:nvSpPr>
            <p:cNvPr id="5" name="文本框 4">
              <a:extLst>
                <a:ext uri="{FF2B5EF4-FFF2-40B4-BE49-F238E27FC236}">
                  <a16:creationId xmlns:a16="http://schemas.microsoft.com/office/drawing/2014/main" xmlns="" id="{03785C37-ED3E-B6E2-153D-05A6F9835650}"/>
                </a:ext>
              </a:extLst>
            </p:cNvPr>
            <p:cNvSpPr txBox="1"/>
            <p:nvPr/>
          </p:nvSpPr>
          <p:spPr>
            <a:xfrm>
              <a:off x="534277" y="4095644"/>
              <a:ext cx="10753484" cy="504625"/>
            </a:xfrm>
            <a:prstGeom prst="rect">
              <a:avLst/>
            </a:prstGeom>
            <a:noFill/>
          </p:spPr>
          <p:txBody>
            <a:bodyPr wrap="square">
              <a:spAutoFit/>
            </a:bodyPr>
            <a:lstStyle/>
            <a:p>
              <a:pPr>
                <a:lnSpc>
                  <a:spcPct val="172000"/>
                </a:lnSpc>
              </a:pPr>
              <a:r>
                <a:rPr lang="en-US" altLang="zh-CN" b="1" dirty="0">
                  <a:solidFill>
                    <a:srgbClr val="9A0001"/>
                  </a:solidFill>
                  <a:latin typeface="Microsoft YaHei" panose="020B0503020204020204" pitchFamily="34" charset="-122"/>
                  <a:ea typeface="Microsoft YaHei" panose="020B0503020204020204" pitchFamily="34" charset="-122"/>
                  <a:cs typeface="E-HZ-PK748a2-Identity-H"/>
                </a:rPr>
                <a:t>②</a:t>
              </a:r>
              <a:r>
                <a:rPr lang="zh-CN" altLang="en-US" b="1" dirty="0">
                  <a:solidFill>
                    <a:srgbClr val="9A0001"/>
                  </a:solidFill>
                  <a:latin typeface="Microsoft YaHei" panose="020B0503020204020204" pitchFamily="34" charset="-122"/>
                  <a:ea typeface="Microsoft YaHei" panose="020B0503020204020204" pitchFamily="34" charset="-122"/>
                  <a:cs typeface="E-HZ-PK748a2-Identity-H"/>
                </a:rPr>
                <a:t> </a:t>
              </a:r>
              <a:r>
                <a:rPr lang="zh-CN" altLang="zh-CN" sz="1800" b="1" dirty="0">
                  <a:solidFill>
                    <a:srgbClr val="9A0001"/>
                  </a:solidFill>
                  <a:effectLst/>
                  <a:latin typeface="Microsoft YaHei" panose="020B0503020204020204" pitchFamily="34" charset="-122"/>
                  <a:ea typeface="Microsoft YaHei" panose="020B0503020204020204" pitchFamily="34" charset="-122"/>
                  <a:cs typeface="E-HZ-PK748a2-Identity-H"/>
                </a:rPr>
                <a:t>交换时机的确定</a:t>
              </a:r>
            </a:p>
          </p:txBody>
        </p:sp>
        <p:sp>
          <p:nvSpPr>
            <p:cNvPr id="10" name="文本框 9">
              <a:extLst>
                <a:ext uri="{FF2B5EF4-FFF2-40B4-BE49-F238E27FC236}">
                  <a16:creationId xmlns:a16="http://schemas.microsoft.com/office/drawing/2014/main" xmlns="" id="{E37480F7-588F-4891-DC24-6B9AFB1E9DAD}"/>
                </a:ext>
              </a:extLst>
            </p:cNvPr>
            <p:cNvSpPr txBox="1"/>
            <p:nvPr/>
          </p:nvSpPr>
          <p:spPr>
            <a:xfrm>
              <a:off x="640081" y="4661435"/>
              <a:ext cx="9649813" cy="730777"/>
            </a:xfrm>
            <a:prstGeom prst="rect">
              <a:avLst/>
            </a:prstGeom>
            <a:noFill/>
          </p:spPr>
          <p:txBody>
            <a:bodyPr wrap="square">
              <a:spAutoFit/>
            </a:bodyPr>
            <a:lstStyle/>
            <a:p>
              <a:pPr>
                <a:lnSpc>
                  <a:spcPts val="2600"/>
                </a:lnSpc>
              </a:pPr>
              <a:r>
                <a:rPr lang="zh-CN" altLang="en-US" kern="100" dirty="0">
                  <a:latin typeface="Microsoft YaHei" panose="020B0503020204020204" pitchFamily="34" charset="-122"/>
                  <a:ea typeface="Microsoft YaHei" panose="020B0503020204020204" pitchFamily="34" charset="-122"/>
                </a:rPr>
                <a:t>       </a:t>
              </a:r>
              <a:r>
                <a:rPr lang="zh-CN" altLang="zh-CN" kern="100" dirty="0">
                  <a:latin typeface="Microsoft YaHei" panose="020B0503020204020204" pitchFamily="34" charset="-122"/>
                  <a:ea typeface="Microsoft YaHei" panose="020B0503020204020204" pitchFamily="34" charset="-122"/>
                </a:rPr>
                <a:t>一般情况下可以在内存空间不够或有不够的危险时，换出内存中的部分进程到外存，以释放所需内存。也可以当系统发现一个进程长时间不运行时就将该进程换出</a:t>
              </a:r>
            </a:p>
          </p:txBody>
        </p:sp>
      </p:grpSp>
    </p:spTree>
    <p:extLst>
      <p:ext uri="{BB962C8B-B14F-4D97-AF65-F5344CB8AC3E}">
        <p14:creationId xmlns:p14="http://schemas.microsoft.com/office/powerpoint/2010/main" xmlns="" val="1853165829"/>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p:txBody>
          <a:bodyPr/>
          <a:lstStyle/>
          <a:p>
            <a:r>
              <a:rPr lang="en-US" altLang="zh-CN" dirty="0">
                <a:sym typeface="Arial" panose="020B0604020202020204" pitchFamily="34" charset="0"/>
              </a:rPr>
              <a:t>5.3.2</a:t>
            </a:r>
            <a:r>
              <a:rPr lang="zh-CN" altLang="en-US" dirty="0">
                <a:sym typeface="Arial" panose="020B0604020202020204" pitchFamily="34" charset="0"/>
              </a:rPr>
              <a:t>交换技术 </a:t>
            </a:r>
            <a:r>
              <a:rPr lang="en-US" altLang="zh-CN" dirty="0">
                <a:sym typeface="Arial" panose="020B0604020202020204" pitchFamily="34" charset="0"/>
              </a:rPr>
              <a:t>I</a:t>
            </a:r>
            <a:r>
              <a:rPr lang="zh-CN" altLang="en-US" dirty="0">
                <a:sym typeface="Arial" panose="020B0604020202020204" pitchFamily="34" charset="0"/>
              </a:rPr>
              <a:t> 相关考虑问题</a:t>
            </a:r>
          </a:p>
        </p:txBody>
      </p:sp>
      <p:sp>
        <p:nvSpPr>
          <p:cNvPr id="3" name="文本框 2">
            <a:extLst>
              <a:ext uri="{FF2B5EF4-FFF2-40B4-BE49-F238E27FC236}">
                <a16:creationId xmlns:a16="http://schemas.microsoft.com/office/drawing/2014/main" xmlns="" id="{F243A1E1-AA76-733F-7B67-7B9BC6A356A2}"/>
              </a:ext>
            </a:extLst>
          </p:cNvPr>
          <p:cNvSpPr txBox="1"/>
          <p:nvPr/>
        </p:nvSpPr>
        <p:spPr>
          <a:xfrm>
            <a:off x="534277" y="1057551"/>
            <a:ext cx="11123445" cy="504625"/>
          </a:xfrm>
          <a:prstGeom prst="rect">
            <a:avLst/>
          </a:prstGeom>
          <a:noFill/>
        </p:spPr>
        <p:txBody>
          <a:bodyPr wrap="square">
            <a:spAutoFit/>
          </a:bodyPr>
          <a:lstStyle/>
          <a:p>
            <a:pPr>
              <a:lnSpc>
                <a:spcPct val="172000"/>
              </a:lnSpc>
            </a:pPr>
            <a:r>
              <a:rPr lang="en-US" altLang="zh-CN" sz="1800" b="1" dirty="0">
                <a:solidFill>
                  <a:srgbClr val="9A0001"/>
                </a:solidFill>
                <a:effectLst/>
                <a:latin typeface="Microsoft YaHei" panose="020B0503020204020204" pitchFamily="34" charset="-122"/>
                <a:ea typeface="Microsoft YaHei" panose="020B0503020204020204" pitchFamily="34" charset="-122"/>
                <a:cs typeface="E-HZ-PK748a2-Identity-H"/>
              </a:rPr>
              <a:t>③</a:t>
            </a:r>
            <a:r>
              <a:rPr lang="zh-CN" altLang="en-US" sz="1800" b="1" dirty="0">
                <a:solidFill>
                  <a:srgbClr val="9A0001"/>
                </a:solidFill>
                <a:effectLst/>
                <a:latin typeface="Microsoft YaHei" panose="020B0503020204020204" pitchFamily="34" charset="-122"/>
                <a:ea typeface="Microsoft YaHei" panose="020B0503020204020204" pitchFamily="34" charset="-122"/>
                <a:cs typeface="E-HZ-PK748a2-Identity-H"/>
              </a:rPr>
              <a:t> </a:t>
            </a:r>
            <a:r>
              <a:rPr lang="zh-CN" altLang="zh-CN" sz="1800" b="1" dirty="0">
                <a:solidFill>
                  <a:srgbClr val="9A0001"/>
                </a:solidFill>
                <a:effectLst/>
                <a:latin typeface="Microsoft YaHei" panose="020B0503020204020204" pitchFamily="34" charset="-122"/>
                <a:ea typeface="Microsoft YaHei" panose="020B0503020204020204" pitchFamily="34" charset="-122"/>
                <a:cs typeface="E-HZ-PK748a2-Identity-H"/>
              </a:rPr>
              <a:t>交换空间的分配</a:t>
            </a:r>
          </a:p>
        </p:txBody>
      </p:sp>
      <p:grpSp>
        <p:nvGrpSpPr>
          <p:cNvPr id="6" name="组合 5">
            <a:extLst>
              <a:ext uri="{FF2B5EF4-FFF2-40B4-BE49-F238E27FC236}">
                <a16:creationId xmlns:a16="http://schemas.microsoft.com/office/drawing/2014/main" xmlns="" id="{C5AFA69C-C053-EFC0-E62F-4A455F696939}"/>
              </a:ext>
            </a:extLst>
          </p:cNvPr>
          <p:cNvGrpSpPr/>
          <p:nvPr/>
        </p:nvGrpSpPr>
        <p:grpSpPr>
          <a:xfrm>
            <a:off x="2521977" y="3766174"/>
            <a:ext cx="6097712" cy="2944231"/>
            <a:chOff x="2234301" y="3394477"/>
            <a:chExt cx="6097712" cy="2944231"/>
          </a:xfrm>
        </p:grpSpPr>
        <p:pic>
          <p:nvPicPr>
            <p:cNvPr id="2" name="图片 1">
              <a:extLst>
                <a:ext uri="{FF2B5EF4-FFF2-40B4-BE49-F238E27FC236}">
                  <a16:creationId xmlns:a16="http://schemas.microsoft.com/office/drawing/2014/main" xmlns="" id="{ACC37AB3-6F02-8C69-6B31-74A37ACD6F26}"/>
                </a:ext>
              </a:extLst>
            </p:cNvPr>
            <p:cNvPicPr>
              <a:picLocks noChangeAspect="1"/>
            </p:cNvPicPr>
            <p:nvPr/>
          </p:nvPicPr>
          <p:blipFill>
            <a:blip r:embed="rId3" cstate="print">
              <a:extLst>
                <a:ext uri="{28A0092B-C50C-407E-A947-70E740481C1C}">
                  <a14:useLocalDpi xmlns:a14="http://schemas.microsoft.com/office/drawing/2010/main" xmlns="" val="0"/>
                </a:ext>
              </a:extLst>
            </a:blip>
            <a:srcRect/>
            <a:stretch>
              <a:fillRect/>
            </a:stretch>
          </p:blipFill>
          <p:spPr bwMode="auto">
            <a:xfrm>
              <a:off x="2784843" y="3394477"/>
              <a:ext cx="4996628" cy="2636454"/>
            </a:xfrm>
            <a:prstGeom prst="rect">
              <a:avLst/>
            </a:prstGeom>
            <a:noFill/>
          </p:spPr>
        </p:pic>
        <p:sp>
          <p:nvSpPr>
            <p:cNvPr id="5" name="文本框 4">
              <a:extLst>
                <a:ext uri="{FF2B5EF4-FFF2-40B4-BE49-F238E27FC236}">
                  <a16:creationId xmlns:a16="http://schemas.microsoft.com/office/drawing/2014/main" xmlns="" id="{32AFDB07-9309-B53C-EF39-7F8CE1C159DF}"/>
                </a:ext>
              </a:extLst>
            </p:cNvPr>
            <p:cNvSpPr txBox="1"/>
            <p:nvPr/>
          </p:nvSpPr>
          <p:spPr>
            <a:xfrm>
              <a:off x="2234301" y="6030931"/>
              <a:ext cx="6097712" cy="307777"/>
            </a:xfrm>
            <a:prstGeom prst="rect">
              <a:avLst/>
            </a:prstGeom>
            <a:noFill/>
          </p:spPr>
          <p:txBody>
            <a:bodyPr wrap="square">
              <a:spAutoFit/>
            </a:bodyPr>
            <a:lstStyle/>
            <a:p>
              <a:pPr indent="269875" algn="ctr"/>
              <a:r>
                <a:rPr lang="zh-CN" altLang="zh-CN" sz="1400" kern="100" dirty="0">
                  <a:effectLst/>
                  <a:latin typeface="Times New Roman" panose="02020603050405020304" pitchFamily="18" charset="0"/>
                  <a:ea typeface="宋体" panose="02010600030101010101" pitchFamily="2" charset="-122"/>
                  <a:cs typeface="Times New Roman" panose="02020603050405020304" pitchFamily="18" charset="0"/>
                </a:rPr>
                <a:t>图</a:t>
              </a:r>
              <a:r>
                <a:rPr lang="en-US" altLang="zh-CN" sz="1400" kern="100" dirty="0">
                  <a:effectLst/>
                  <a:latin typeface="Times New Roman" panose="02020603050405020304" pitchFamily="18" charset="0"/>
                  <a:ea typeface="宋体" panose="02010600030101010101" pitchFamily="2" charset="-122"/>
                  <a:cs typeface="Times New Roman" panose="02020603050405020304" pitchFamily="18" charset="0"/>
                </a:rPr>
                <a:t>5-14 </a:t>
              </a:r>
              <a:r>
                <a:rPr lang="zh-CN" altLang="zh-CN" sz="1400" kern="100" dirty="0">
                  <a:effectLst/>
                  <a:latin typeface="Times New Roman" panose="02020603050405020304" pitchFamily="18" charset="0"/>
                  <a:ea typeface="宋体" panose="02010600030101010101" pitchFamily="2" charset="-122"/>
                  <a:cs typeface="Times New Roman" panose="02020603050405020304" pitchFamily="18" charset="0"/>
                </a:rPr>
                <a:t>磁盘交换空间的管理</a:t>
              </a:r>
              <a:endParaRPr lang="zh-CN" altLang="zh-CN" sz="1400" kern="100" dirty="0">
                <a:effectLst/>
                <a:latin typeface="宋体" panose="02010600030101010101" pitchFamily="2" charset="-122"/>
                <a:ea typeface="宋体" panose="02010600030101010101" pitchFamily="2" charset="-122"/>
                <a:cs typeface="Times New Roman" panose="02020603050405020304" pitchFamily="18" charset="0"/>
              </a:endParaRPr>
            </a:p>
          </p:txBody>
        </p:sp>
      </p:grpSp>
      <p:sp>
        <p:nvSpPr>
          <p:cNvPr id="7" name="文本框 6">
            <a:extLst>
              <a:ext uri="{FF2B5EF4-FFF2-40B4-BE49-F238E27FC236}">
                <a16:creationId xmlns:a16="http://schemas.microsoft.com/office/drawing/2014/main" xmlns="" id="{2C24502E-87A0-31EA-8556-246AB9815F70}"/>
              </a:ext>
            </a:extLst>
          </p:cNvPr>
          <p:cNvSpPr txBox="1"/>
          <p:nvPr/>
        </p:nvSpPr>
        <p:spPr>
          <a:xfrm>
            <a:off x="534277" y="1602666"/>
            <a:ext cx="10850805" cy="1731051"/>
          </a:xfrm>
          <a:prstGeom prst="rect">
            <a:avLst/>
          </a:prstGeom>
          <a:noFill/>
        </p:spPr>
        <p:txBody>
          <a:bodyPr wrap="square">
            <a:spAutoFit/>
          </a:bodyPr>
          <a:lstStyle/>
          <a:p>
            <a:pPr>
              <a:lnSpc>
                <a:spcPts val="2600"/>
              </a:lnSpc>
            </a:pPr>
            <a:r>
              <a:rPr lang="zh-CN" altLang="en-US" sz="1800" kern="100" dirty="0">
                <a:effectLst/>
                <a:latin typeface="Microsoft YaHei" panose="020B0503020204020204" pitchFamily="34" charset="-122"/>
                <a:ea typeface="Microsoft YaHei" panose="020B0503020204020204" pitchFamily="34" charset="-122"/>
                <a:cs typeface="Times New Roman" panose="02020603050405020304" pitchFamily="18" charset="0"/>
              </a:rPr>
              <a:t>       </a:t>
            </a:r>
            <a:r>
              <a:rPr lang="zh-CN" altLang="zh-CN" sz="1800" kern="100" dirty="0">
                <a:effectLst/>
                <a:latin typeface="Microsoft YaHei" panose="020B0503020204020204" pitchFamily="34" charset="-122"/>
                <a:ea typeface="Microsoft YaHei" panose="020B0503020204020204" pitchFamily="34" charset="-122"/>
                <a:cs typeface="Times New Roman" panose="02020603050405020304" pitchFamily="18" charset="0"/>
              </a:rPr>
              <a:t>在一些系统中，当进程在内存中时，不再为它分配磁盘空间。当它被换出时，必须为它分配磁盘交换空间，如图</a:t>
            </a:r>
            <a:r>
              <a:rPr lang="en-US" altLang="zh-CN" sz="1800" kern="100" dirty="0">
                <a:effectLst/>
                <a:latin typeface="Microsoft YaHei" panose="020B0503020204020204" pitchFamily="34" charset="-122"/>
                <a:ea typeface="Microsoft YaHei" panose="020B0503020204020204" pitchFamily="34" charset="-122"/>
                <a:cs typeface="Times New Roman" panose="02020603050405020304" pitchFamily="18" charset="0"/>
              </a:rPr>
              <a:t>5-14</a:t>
            </a:r>
            <a:r>
              <a:rPr lang="zh-CN" altLang="zh-CN" sz="1800" kern="100" dirty="0">
                <a:effectLst/>
                <a:latin typeface="Microsoft YaHei" panose="020B0503020204020204" pitchFamily="34" charset="-122"/>
                <a:ea typeface="Microsoft YaHei" panose="020B0503020204020204" pitchFamily="34" charset="-122"/>
                <a:cs typeface="Times New Roman" panose="02020603050405020304" pitchFamily="18" charset="0"/>
              </a:rPr>
              <a:t>（</a:t>
            </a:r>
            <a:r>
              <a:rPr lang="en-US" altLang="zh-CN" sz="1800" kern="100" dirty="0">
                <a:effectLst/>
                <a:latin typeface="Microsoft YaHei" panose="020B0503020204020204" pitchFamily="34" charset="-122"/>
                <a:ea typeface="Microsoft YaHei" panose="020B0503020204020204" pitchFamily="34" charset="-122"/>
                <a:cs typeface="Times New Roman" panose="02020603050405020304" pitchFamily="18" charset="0"/>
              </a:rPr>
              <a:t>b</a:t>
            </a:r>
            <a:r>
              <a:rPr lang="zh-CN" altLang="zh-CN" sz="1800" kern="100" dirty="0">
                <a:effectLst/>
                <a:latin typeface="Microsoft YaHei" panose="020B0503020204020204" pitchFamily="34" charset="-122"/>
                <a:ea typeface="Microsoft YaHei" panose="020B0503020204020204" pitchFamily="34" charset="-122"/>
                <a:cs typeface="Times New Roman" panose="02020603050405020304" pitchFamily="18" charset="0"/>
              </a:rPr>
              <a:t>）。每次交换，进程都可能被换到磁盘的不同地方，这种管理交换区的方法与管理内存的方法相同</a:t>
            </a:r>
            <a:r>
              <a:rPr lang="zh-CN" altLang="en-US" sz="1800" kern="100" dirty="0">
                <a:effectLst/>
                <a:latin typeface="Microsoft YaHei" panose="020B0503020204020204" pitchFamily="34" charset="-122"/>
                <a:ea typeface="Microsoft YaHei" panose="020B0503020204020204" pitchFamily="34" charset="-122"/>
                <a:cs typeface="Times New Roman" panose="02020603050405020304" pitchFamily="18" charset="0"/>
              </a:rPr>
              <a:t>。</a:t>
            </a:r>
            <a:r>
              <a:rPr lang="zh-CN" altLang="zh-CN" sz="1800" kern="100" dirty="0">
                <a:effectLst/>
                <a:latin typeface="Microsoft YaHei" panose="020B0503020204020204" pitchFamily="34" charset="-122"/>
                <a:ea typeface="Microsoft YaHei" panose="020B0503020204020204" pitchFamily="34" charset="-122"/>
                <a:cs typeface="Times New Roman" panose="02020603050405020304" pitchFamily="18" charset="0"/>
              </a:rPr>
              <a:t>在另外一些系统中，进程一旦创建，就分配给它磁盘上的交换空间，如图</a:t>
            </a:r>
            <a:r>
              <a:rPr lang="en-US" altLang="zh-CN" sz="1800" kern="100" dirty="0">
                <a:effectLst/>
                <a:latin typeface="Microsoft YaHei" panose="020B0503020204020204" pitchFamily="34" charset="-122"/>
                <a:ea typeface="Microsoft YaHei" panose="020B0503020204020204" pitchFamily="34" charset="-122"/>
                <a:cs typeface="Times New Roman" panose="02020603050405020304" pitchFamily="18" charset="0"/>
              </a:rPr>
              <a:t>5-14</a:t>
            </a:r>
            <a:r>
              <a:rPr lang="zh-CN" altLang="zh-CN" sz="1800" kern="100" dirty="0">
                <a:effectLst/>
                <a:latin typeface="Microsoft YaHei" panose="020B0503020204020204" pitchFamily="34" charset="-122"/>
                <a:ea typeface="Microsoft YaHei" panose="020B0503020204020204" pitchFamily="34" charset="-122"/>
                <a:cs typeface="Times New Roman" panose="02020603050405020304" pitchFamily="18" charset="0"/>
              </a:rPr>
              <a:t>（</a:t>
            </a:r>
            <a:r>
              <a:rPr lang="en-US" altLang="zh-CN" sz="1800" kern="100" dirty="0">
                <a:effectLst/>
                <a:latin typeface="Microsoft YaHei" panose="020B0503020204020204" pitchFamily="34" charset="-122"/>
                <a:ea typeface="Microsoft YaHei" panose="020B0503020204020204" pitchFamily="34" charset="-122"/>
                <a:cs typeface="Times New Roman" panose="02020603050405020304" pitchFamily="18" charset="0"/>
              </a:rPr>
              <a:t>a</a:t>
            </a:r>
            <a:r>
              <a:rPr lang="zh-CN" altLang="zh-CN" sz="1800" kern="100" dirty="0">
                <a:effectLst/>
                <a:latin typeface="Microsoft YaHei" panose="020B0503020204020204" pitchFamily="34" charset="-122"/>
                <a:ea typeface="Microsoft YaHei" panose="020B0503020204020204" pitchFamily="34" charset="-122"/>
                <a:cs typeface="Times New Roman" panose="02020603050405020304" pitchFamily="18" charset="0"/>
              </a:rPr>
              <a:t>）。无论何时进程被换出，它都被换到已经为它分配的空间，而不是每次换到不同的空间。当进程结束时，交换空间被回收。图</a:t>
            </a:r>
            <a:r>
              <a:rPr lang="en-US" altLang="zh-CN" sz="1800" kern="100" dirty="0">
                <a:effectLst/>
                <a:latin typeface="Microsoft YaHei" panose="020B0503020204020204" pitchFamily="34" charset="-122"/>
                <a:ea typeface="Microsoft YaHei" panose="020B0503020204020204" pitchFamily="34" charset="-122"/>
                <a:cs typeface="Times New Roman" panose="02020603050405020304" pitchFamily="18" charset="0"/>
              </a:rPr>
              <a:t>5-14</a:t>
            </a:r>
            <a:r>
              <a:rPr lang="zh-CN" altLang="zh-CN" sz="1800" kern="100" dirty="0">
                <a:effectLst/>
                <a:latin typeface="Microsoft YaHei" panose="020B0503020204020204" pitchFamily="34" charset="-122"/>
                <a:ea typeface="Microsoft YaHei" panose="020B0503020204020204" pitchFamily="34" charset="-122"/>
                <a:cs typeface="Times New Roman" panose="02020603050405020304" pitchFamily="18" charset="0"/>
              </a:rPr>
              <a:t>说明了上述二种情形</a:t>
            </a:r>
          </a:p>
        </p:txBody>
      </p:sp>
    </p:spTree>
    <p:extLst>
      <p:ext uri="{BB962C8B-B14F-4D97-AF65-F5344CB8AC3E}">
        <p14:creationId xmlns:p14="http://schemas.microsoft.com/office/powerpoint/2010/main" xmlns="" val="2685071919"/>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p:txBody>
          <a:bodyPr/>
          <a:lstStyle/>
          <a:p>
            <a:r>
              <a:rPr lang="en-US" altLang="zh-CN" dirty="0">
                <a:sym typeface="Arial" panose="020B0604020202020204" pitchFamily="34" charset="0"/>
              </a:rPr>
              <a:t>5.3.2</a:t>
            </a:r>
            <a:r>
              <a:rPr lang="zh-CN" altLang="en-US" dirty="0">
                <a:sym typeface="Arial" panose="020B0604020202020204" pitchFamily="34" charset="0"/>
              </a:rPr>
              <a:t>交换技术 </a:t>
            </a:r>
            <a:r>
              <a:rPr lang="en-US" altLang="zh-CN" dirty="0">
                <a:sym typeface="Arial" panose="020B0604020202020204" pitchFamily="34" charset="0"/>
              </a:rPr>
              <a:t>I</a:t>
            </a:r>
            <a:r>
              <a:rPr lang="zh-CN" altLang="en-US" dirty="0">
                <a:sym typeface="Arial" panose="020B0604020202020204" pitchFamily="34" charset="0"/>
              </a:rPr>
              <a:t> 相关考虑问题</a:t>
            </a:r>
          </a:p>
        </p:txBody>
      </p:sp>
      <p:sp>
        <p:nvSpPr>
          <p:cNvPr id="3" name="文本框 2">
            <a:extLst>
              <a:ext uri="{FF2B5EF4-FFF2-40B4-BE49-F238E27FC236}">
                <a16:creationId xmlns:a16="http://schemas.microsoft.com/office/drawing/2014/main" xmlns="" id="{F243A1E1-AA76-733F-7B67-7B9BC6A356A2}"/>
              </a:ext>
            </a:extLst>
          </p:cNvPr>
          <p:cNvSpPr txBox="1"/>
          <p:nvPr/>
        </p:nvSpPr>
        <p:spPr>
          <a:xfrm>
            <a:off x="676593" y="1752259"/>
            <a:ext cx="9767887" cy="504625"/>
          </a:xfrm>
          <a:prstGeom prst="rect">
            <a:avLst/>
          </a:prstGeom>
          <a:noFill/>
        </p:spPr>
        <p:txBody>
          <a:bodyPr wrap="square">
            <a:spAutoFit/>
          </a:bodyPr>
          <a:lstStyle/>
          <a:p>
            <a:pPr>
              <a:lnSpc>
                <a:spcPct val="172000"/>
              </a:lnSpc>
            </a:pPr>
            <a:r>
              <a:rPr lang="en-US" altLang="zh-CN" b="1" dirty="0">
                <a:solidFill>
                  <a:srgbClr val="9A0001"/>
                </a:solidFill>
                <a:latin typeface="Microsoft YaHei" panose="020B0503020204020204" pitchFamily="34" charset="-122"/>
                <a:ea typeface="Microsoft YaHei" panose="020B0503020204020204" pitchFamily="34" charset="-122"/>
                <a:cs typeface="E-HZ-PK748a2-Identity-H"/>
              </a:rPr>
              <a:t>④</a:t>
            </a:r>
            <a:r>
              <a:rPr lang="zh-CN" altLang="en-US" b="1" dirty="0">
                <a:solidFill>
                  <a:srgbClr val="9A0001"/>
                </a:solidFill>
                <a:latin typeface="Microsoft YaHei" panose="020B0503020204020204" pitchFamily="34" charset="-122"/>
                <a:ea typeface="Microsoft YaHei" panose="020B0503020204020204" pitchFamily="34" charset="-122"/>
                <a:cs typeface="E-HZ-PK748a2-Identity-H"/>
              </a:rPr>
              <a:t> </a:t>
            </a:r>
            <a:r>
              <a:rPr lang="zh-CN" altLang="zh-CN" sz="1800" b="1" dirty="0">
                <a:solidFill>
                  <a:srgbClr val="9A0001"/>
                </a:solidFill>
                <a:effectLst/>
                <a:latin typeface="Microsoft YaHei" panose="020B0503020204020204" pitchFamily="34" charset="-122"/>
                <a:ea typeface="Microsoft YaHei" panose="020B0503020204020204" pitchFamily="34" charset="-122"/>
                <a:cs typeface="E-HZ-PK748a2-Identity-H"/>
              </a:rPr>
              <a:t>换入进程换回内存时位置的确定</a:t>
            </a:r>
          </a:p>
        </p:txBody>
      </p:sp>
      <p:sp>
        <p:nvSpPr>
          <p:cNvPr id="7" name="文本框 6">
            <a:extLst>
              <a:ext uri="{FF2B5EF4-FFF2-40B4-BE49-F238E27FC236}">
                <a16:creationId xmlns:a16="http://schemas.microsoft.com/office/drawing/2014/main" xmlns="" id="{280E094A-454C-2AB1-1EDF-09DEF286F7F9}"/>
              </a:ext>
            </a:extLst>
          </p:cNvPr>
          <p:cNvSpPr txBox="1"/>
          <p:nvPr/>
        </p:nvSpPr>
        <p:spPr>
          <a:xfrm>
            <a:off x="802640" y="2393065"/>
            <a:ext cx="9326880" cy="1397627"/>
          </a:xfrm>
          <a:prstGeom prst="rect">
            <a:avLst/>
          </a:prstGeom>
          <a:noFill/>
        </p:spPr>
        <p:txBody>
          <a:bodyPr wrap="square">
            <a:spAutoFit/>
          </a:bodyPr>
          <a:lstStyle/>
          <a:p>
            <a:pPr>
              <a:lnSpc>
                <a:spcPts val="2600"/>
              </a:lnSpc>
            </a:pPr>
            <a:r>
              <a:rPr lang="zh-CN" altLang="en-US" sz="1800" kern="100" dirty="0">
                <a:effectLst/>
                <a:latin typeface="Microsoft YaHei" panose="020B0503020204020204" pitchFamily="34" charset="-122"/>
                <a:ea typeface="Microsoft YaHei" panose="020B0503020204020204" pitchFamily="34" charset="-122"/>
              </a:rPr>
              <a:t>      </a:t>
            </a:r>
            <a:r>
              <a:rPr lang="zh-CN" altLang="zh-CN" sz="1800" kern="100" dirty="0">
                <a:effectLst/>
                <a:latin typeface="Microsoft YaHei" panose="020B0503020204020204" pitchFamily="34" charset="-122"/>
                <a:ea typeface="Microsoft YaHei" panose="020B0503020204020204" pitchFamily="34" charset="-122"/>
              </a:rPr>
              <a:t>换出后再换入内存的进程，位置是否一定要在换出前的原来位置上。受绝对地址产生时的限制，如果进程中引用的地址都是绝对地址，那么再次被换入内存的进程一定要在原来的位置上。如果进程中引用的地址是相对地址，在装入内存可再进行地址重定位，那么再次被换入内存的进程就可以不在原来的位置上</a:t>
            </a:r>
            <a:endParaRPr lang="zh-CN" altLang="en-US" dirty="0">
              <a:latin typeface="Microsoft YaHei" panose="020B0503020204020204" pitchFamily="34" charset="-122"/>
              <a:ea typeface="Microsoft YaHei" panose="020B0503020204020204" pitchFamily="34" charset="-122"/>
            </a:endParaRPr>
          </a:p>
        </p:txBody>
      </p:sp>
    </p:spTree>
    <p:extLst>
      <p:ext uri="{BB962C8B-B14F-4D97-AF65-F5344CB8AC3E}">
        <p14:creationId xmlns:p14="http://schemas.microsoft.com/office/powerpoint/2010/main" xmlns="" val="414502556"/>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a:extLst>
              <a:ext uri="{FF2B5EF4-FFF2-40B4-BE49-F238E27FC236}">
                <a16:creationId xmlns:a16="http://schemas.microsoft.com/office/drawing/2014/main" xmlns="" id="{65B6C92C-DDEF-4845-8E1E-0705E5177409}"/>
              </a:ext>
            </a:extLst>
          </p:cNvPr>
          <p:cNvPicPr>
            <a:picLocks noChangeAspect="1"/>
          </p:cNvPicPr>
          <p:nvPr/>
        </p:nvPicPr>
        <p:blipFill>
          <a:blip r:embed="rId3"/>
          <a:stretch>
            <a:fillRect/>
          </a:stretch>
        </p:blipFill>
        <p:spPr>
          <a:xfrm>
            <a:off x="0" y="0"/>
            <a:ext cx="12192000" cy="6858000"/>
          </a:xfrm>
          <a:prstGeom prst="rect">
            <a:avLst/>
          </a:prstGeom>
        </p:spPr>
      </p:pic>
      <p:grpSp>
        <p:nvGrpSpPr>
          <p:cNvPr id="11" name="组合 10">
            <a:extLst>
              <a:ext uri="{FF2B5EF4-FFF2-40B4-BE49-F238E27FC236}">
                <a16:creationId xmlns:a16="http://schemas.microsoft.com/office/drawing/2014/main" xmlns="" id="{0487EC0F-9C1A-4806-90C1-70B2EB0DE772}"/>
              </a:ext>
            </a:extLst>
          </p:cNvPr>
          <p:cNvGrpSpPr/>
          <p:nvPr/>
        </p:nvGrpSpPr>
        <p:grpSpPr>
          <a:xfrm>
            <a:off x="10177780" y="329882"/>
            <a:ext cx="1512002" cy="444892"/>
            <a:chOff x="9556201" y="498129"/>
            <a:chExt cx="1993881" cy="586680"/>
          </a:xfrm>
        </p:grpSpPr>
        <p:grpSp>
          <p:nvGrpSpPr>
            <p:cNvPr id="12" name="组合 11">
              <a:extLst>
                <a:ext uri="{FF2B5EF4-FFF2-40B4-BE49-F238E27FC236}">
                  <a16:creationId xmlns:a16="http://schemas.microsoft.com/office/drawing/2014/main" xmlns="" id="{94131F19-D91D-468B-8A63-FCEF9481A2B4}"/>
                </a:ext>
              </a:extLst>
            </p:cNvPr>
            <p:cNvGrpSpPr/>
            <p:nvPr/>
          </p:nvGrpSpPr>
          <p:grpSpPr>
            <a:xfrm>
              <a:off x="10239376" y="968937"/>
              <a:ext cx="1307697" cy="96254"/>
              <a:chOff x="4616246" y="3878362"/>
              <a:chExt cx="5571416" cy="410087"/>
            </a:xfrm>
            <a:solidFill>
              <a:schemeClr val="tx1">
                <a:alpha val="80000"/>
              </a:schemeClr>
            </a:solidFill>
          </p:grpSpPr>
          <p:sp>
            <p:nvSpPr>
              <p:cNvPr id="50" name="Freeform 17">
                <a:extLst>
                  <a:ext uri="{FF2B5EF4-FFF2-40B4-BE49-F238E27FC236}">
                    <a16:creationId xmlns:a16="http://schemas.microsoft.com/office/drawing/2014/main" xmlns="" id="{9FDFB8DC-C08E-412B-A85F-BB717EAAAABB}"/>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1" name="Freeform 18">
                <a:extLst>
                  <a:ext uri="{FF2B5EF4-FFF2-40B4-BE49-F238E27FC236}">
                    <a16:creationId xmlns:a16="http://schemas.microsoft.com/office/drawing/2014/main" xmlns="" id="{62024969-E9A6-4CA0-9E8E-5D35C0CC8FC1}"/>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2" name="Freeform 19">
                <a:extLst>
                  <a:ext uri="{FF2B5EF4-FFF2-40B4-BE49-F238E27FC236}">
                    <a16:creationId xmlns:a16="http://schemas.microsoft.com/office/drawing/2014/main" xmlns="" id="{00FC2637-D884-4C11-9731-298866B3398F}"/>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3" name="Freeform 20">
                <a:extLst>
                  <a:ext uri="{FF2B5EF4-FFF2-40B4-BE49-F238E27FC236}">
                    <a16:creationId xmlns:a16="http://schemas.microsoft.com/office/drawing/2014/main" xmlns="" id="{68BECE3E-05EC-4148-8A47-7D0313D7EDD8}"/>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4" name="Freeform 21">
                <a:extLst>
                  <a:ext uri="{FF2B5EF4-FFF2-40B4-BE49-F238E27FC236}">
                    <a16:creationId xmlns:a16="http://schemas.microsoft.com/office/drawing/2014/main" xmlns="" id="{3EF51712-53DE-449D-B92E-9A4A83A7FAA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5" name="Freeform 22">
                <a:extLst>
                  <a:ext uri="{FF2B5EF4-FFF2-40B4-BE49-F238E27FC236}">
                    <a16:creationId xmlns:a16="http://schemas.microsoft.com/office/drawing/2014/main" xmlns="" id="{2143ADE6-59E2-4F63-94B3-0F800C0E1C51}"/>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6" name="Freeform 23">
                <a:extLst>
                  <a:ext uri="{FF2B5EF4-FFF2-40B4-BE49-F238E27FC236}">
                    <a16:creationId xmlns:a16="http://schemas.microsoft.com/office/drawing/2014/main" xmlns="" id="{E6DF09D9-C410-4B62-8F35-39139984186B}"/>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7" name="Freeform 25">
                <a:extLst>
                  <a:ext uri="{FF2B5EF4-FFF2-40B4-BE49-F238E27FC236}">
                    <a16:creationId xmlns:a16="http://schemas.microsoft.com/office/drawing/2014/main" xmlns="" id="{77A2E02A-72BB-4A24-ABAB-01BAF6B16E80}"/>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8" name="Freeform 27">
                <a:extLst>
                  <a:ext uri="{FF2B5EF4-FFF2-40B4-BE49-F238E27FC236}">
                    <a16:creationId xmlns:a16="http://schemas.microsoft.com/office/drawing/2014/main" xmlns="" id="{CBDD9210-5904-4571-B683-5138EFFFDC98}"/>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9" name="Freeform 29">
                <a:extLst>
                  <a:ext uri="{FF2B5EF4-FFF2-40B4-BE49-F238E27FC236}">
                    <a16:creationId xmlns:a16="http://schemas.microsoft.com/office/drawing/2014/main" xmlns="" id="{FFFD2E50-A3A7-4EA7-831B-A0C0FFFE913C}"/>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0" name="Freeform 30">
                <a:extLst>
                  <a:ext uri="{FF2B5EF4-FFF2-40B4-BE49-F238E27FC236}">
                    <a16:creationId xmlns:a16="http://schemas.microsoft.com/office/drawing/2014/main" xmlns="" id="{3D695D98-B692-44B0-99C4-8577B6EC517B}"/>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1" name="Freeform 31">
                <a:extLst>
                  <a:ext uri="{FF2B5EF4-FFF2-40B4-BE49-F238E27FC236}">
                    <a16:creationId xmlns:a16="http://schemas.microsoft.com/office/drawing/2014/main" xmlns="" id="{187EF152-D46B-4DD0-9D6B-F491F2862EC6}"/>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2" name="Freeform 32">
                <a:extLst>
                  <a:ext uri="{FF2B5EF4-FFF2-40B4-BE49-F238E27FC236}">
                    <a16:creationId xmlns:a16="http://schemas.microsoft.com/office/drawing/2014/main" xmlns="" id="{FFB657E4-6356-48C5-A0E6-C8BE1493C6DA}"/>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3" name="Freeform 33">
                <a:extLst>
                  <a:ext uri="{FF2B5EF4-FFF2-40B4-BE49-F238E27FC236}">
                    <a16:creationId xmlns:a16="http://schemas.microsoft.com/office/drawing/2014/main" xmlns="" id="{BBB43EAD-2772-4381-9D38-5CF16DCC92F6}"/>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4" name="Freeform 34">
                <a:extLst>
                  <a:ext uri="{FF2B5EF4-FFF2-40B4-BE49-F238E27FC236}">
                    <a16:creationId xmlns:a16="http://schemas.microsoft.com/office/drawing/2014/main" xmlns="" id="{4C1C37B6-A8FB-4B5A-8ED5-9CDDDEBE476C}"/>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5" name="Freeform 35">
                <a:extLst>
                  <a:ext uri="{FF2B5EF4-FFF2-40B4-BE49-F238E27FC236}">
                    <a16:creationId xmlns:a16="http://schemas.microsoft.com/office/drawing/2014/main" xmlns="" id="{C235CFA2-5A19-4500-82EB-4705B5334F95}"/>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13" name="组合 12">
              <a:extLst>
                <a:ext uri="{FF2B5EF4-FFF2-40B4-BE49-F238E27FC236}">
                  <a16:creationId xmlns:a16="http://schemas.microsoft.com/office/drawing/2014/main" xmlns="" id="{83AA77EE-BB9E-488D-8AE4-A1BD7A44D008}"/>
                </a:ext>
              </a:extLst>
            </p:cNvPr>
            <p:cNvGrpSpPr/>
            <p:nvPr/>
          </p:nvGrpSpPr>
          <p:grpSpPr>
            <a:xfrm>
              <a:off x="10237120" y="539555"/>
              <a:ext cx="1312962" cy="375239"/>
              <a:chOff x="4606634" y="2048989"/>
              <a:chExt cx="5593843" cy="1598699"/>
            </a:xfrm>
            <a:solidFill>
              <a:schemeClr val="accent1">
                <a:alpha val="80000"/>
              </a:schemeClr>
            </a:solidFill>
          </p:grpSpPr>
          <p:sp>
            <p:nvSpPr>
              <p:cNvPr id="38" name="Freeform 9">
                <a:extLst>
                  <a:ext uri="{FF2B5EF4-FFF2-40B4-BE49-F238E27FC236}">
                    <a16:creationId xmlns:a16="http://schemas.microsoft.com/office/drawing/2014/main" xmlns="" id="{DF845293-4C04-48CA-8A1D-FAD40B689C40}"/>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9" name="Freeform 10">
                <a:extLst>
                  <a:ext uri="{FF2B5EF4-FFF2-40B4-BE49-F238E27FC236}">
                    <a16:creationId xmlns:a16="http://schemas.microsoft.com/office/drawing/2014/main" xmlns="" id="{44372E13-2CCB-4260-8A9E-307B46C2BB81}"/>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0" name="Freeform 11">
                <a:extLst>
                  <a:ext uri="{FF2B5EF4-FFF2-40B4-BE49-F238E27FC236}">
                    <a16:creationId xmlns:a16="http://schemas.microsoft.com/office/drawing/2014/main" xmlns="" id="{55C921A7-BCF1-49D3-848A-B8BF9D44A9A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1" name="Freeform 12">
                <a:extLst>
                  <a:ext uri="{FF2B5EF4-FFF2-40B4-BE49-F238E27FC236}">
                    <a16:creationId xmlns:a16="http://schemas.microsoft.com/office/drawing/2014/main" xmlns="" id="{00380B0F-1363-4E16-B2E6-29A869141897}"/>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2" name="Freeform 13">
                <a:extLst>
                  <a:ext uri="{FF2B5EF4-FFF2-40B4-BE49-F238E27FC236}">
                    <a16:creationId xmlns:a16="http://schemas.microsoft.com/office/drawing/2014/main" xmlns="" id="{0C92CB41-CDF0-4482-ACEA-56B70326DF5A}"/>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3" name="Freeform 14">
                <a:extLst>
                  <a:ext uri="{FF2B5EF4-FFF2-40B4-BE49-F238E27FC236}">
                    <a16:creationId xmlns:a16="http://schemas.microsoft.com/office/drawing/2014/main" xmlns="" id="{8384FA38-B5D2-496F-88ED-776AE7E545F6}"/>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4" name="Freeform 15">
                <a:extLst>
                  <a:ext uri="{FF2B5EF4-FFF2-40B4-BE49-F238E27FC236}">
                    <a16:creationId xmlns:a16="http://schemas.microsoft.com/office/drawing/2014/main" xmlns="" id="{228C0F30-53CE-47C1-A91B-A3C0EFD40E53}"/>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5" name="Freeform 16">
                <a:extLst>
                  <a:ext uri="{FF2B5EF4-FFF2-40B4-BE49-F238E27FC236}">
                    <a16:creationId xmlns:a16="http://schemas.microsoft.com/office/drawing/2014/main" xmlns="" id="{38B69A56-5EC6-4498-8314-2E297521BA8E}"/>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6" name="Freeform 24">
                <a:extLst>
                  <a:ext uri="{FF2B5EF4-FFF2-40B4-BE49-F238E27FC236}">
                    <a16:creationId xmlns:a16="http://schemas.microsoft.com/office/drawing/2014/main" xmlns="" id="{24CFB588-69A0-4E9E-AF05-1A93D2CFD8F3}"/>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7" name="Freeform 26">
                <a:extLst>
                  <a:ext uri="{FF2B5EF4-FFF2-40B4-BE49-F238E27FC236}">
                    <a16:creationId xmlns:a16="http://schemas.microsoft.com/office/drawing/2014/main" xmlns="" id="{8BE6EC03-DB59-4A07-9622-5333DB921FD8}"/>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8" name="Freeform 28">
                <a:extLst>
                  <a:ext uri="{FF2B5EF4-FFF2-40B4-BE49-F238E27FC236}">
                    <a16:creationId xmlns:a16="http://schemas.microsoft.com/office/drawing/2014/main" xmlns="" id="{7ECE6968-DB6A-4F8F-86EC-0C7FC997060A}"/>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9" name="Freeform 36">
                <a:extLst>
                  <a:ext uri="{FF2B5EF4-FFF2-40B4-BE49-F238E27FC236}">
                    <a16:creationId xmlns:a16="http://schemas.microsoft.com/office/drawing/2014/main" xmlns="" id="{C2DC8030-C7CC-493A-A584-27A8BE29754B}"/>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14" name="组合 13">
              <a:extLst>
                <a:ext uri="{FF2B5EF4-FFF2-40B4-BE49-F238E27FC236}">
                  <a16:creationId xmlns:a16="http://schemas.microsoft.com/office/drawing/2014/main" xmlns="" id="{64F2AB73-8017-4212-941A-8A4427BEAAF8}"/>
                </a:ext>
              </a:extLst>
            </p:cNvPr>
            <p:cNvGrpSpPr/>
            <p:nvPr/>
          </p:nvGrpSpPr>
          <p:grpSpPr>
            <a:xfrm>
              <a:off x="9556201" y="498129"/>
              <a:ext cx="588050" cy="586680"/>
              <a:chOff x="2105799" y="20055838"/>
              <a:chExt cx="6748090" cy="6732363"/>
            </a:xfrm>
            <a:solidFill>
              <a:schemeClr val="accent1">
                <a:alpha val="80000"/>
              </a:schemeClr>
            </a:solidFill>
          </p:grpSpPr>
          <p:sp>
            <p:nvSpPr>
              <p:cNvPr id="15" name="Freeform 8">
                <a:extLst>
                  <a:ext uri="{FF2B5EF4-FFF2-40B4-BE49-F238E27FC236}">
                    <a16:creationId xmlns:a16="http://schemas.microsoft.com/office/drawing/2014/main" xmlns="" id="{2A5CAC2D-7B32-41D1-B834-527E838C360C}"/>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6" name="Freeform 42">
                <a:extLst>
                  <a:ext uri="{FF2B5EF4-FFF2-40B4-BE49-F238E27FC236}">
                    <a16:creationId xmlns:a16="http://schemas.microsoft.com/office/drawing/2014/main" xmlns="" id="{D799BEAC-B555-427D-98C7-D0BA51D58C21}"/>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7" name="Freeform 43">
                <a:extLst>
                  <a:ext uri="{FF2B5EF4-FFF2-40B4-BE49-F238E27FC236}">
                    <a16:creationId xmlns:a16="http://schemas.microsoft.com/office/drawing/2014/main" xmlns="" id="{4F1B9CC3-81F8-4402-B476-157A2EB0868A}"/>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8" name="Freeform 44">
                <a:extLst>
                  <a:ext uri="{FF2B5EF4-FFF2-40B4-BE49-F238E27FC236}">
                    <a16:creationId xmlns:a16="http://schemas.microsoft.com/office/drawing/2014/main" xmlns="" id="{2FA64C44-2658-4FF6-A036-AFA780016E6F}"/>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9" name="Freeform 45">
                <a:extLst>
                  <a:ext uri="{FF2B5EF4-FFF2-40B4-BE49-F238E27FC236}">
                    <a16:creationId xmlns:a16="http://schemas.microsoft.com/office/drawing/2014/main" xmlns="" id="{5E060BEA-FE15-48E3-895A-258388050902}"/>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0" name="Freeform 46">
                <a:extLst>
                  <a:ext uri="{FF2B5EF4-FFF2-40B4-BE49-F238E27FC236}">
                    <a16:creationId xmlns:a16="http://schemas.microsoft.com/office/drawing/2014/main" xmlns="" id="{D1BAA670-1CBA-4C97-91A8-1C50F83B584B}"/>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1" name="Freeform 47">
                <a:extLst>
                  <a:ext uri="{FF2B5EF4-FFF2-40B4-BE49-F238E27FC236}">
                    <a16:creationId xmlns:a16="http://schemas.microsoft.com/office/drawing/2014/main" xmlns="" id="{B5D450B6-BAD4-452F-922A-31EB823604E1}"/>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2" name="Freeform 48">
                <a:extLst>
                  <a:ext uri="{FF2B5EF4-FFF2-40B4-BE49-F238E27FC236}">
                    <a16:creationId xmlns:a16="http://schemas.microsoft.com/office/drawing/2014/main" xmlns="" id="{F534C92B-AC05-417B-AF3E-2CF1F3A68322}"/>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3" name="Freeform 49">
                <a:extLst>
                  <a:ext uri="{FF2B5EF4-FFF2-40B4-BE49-F238E27FC236}">
                    <a16:creationId xmlns:a16="http://schemas.microsoft.com/office/drawing/2014/main" xmlns="" id="{DBF1C38D-9D19-4675-B9B4-FCC8E025043B}"/>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4" name="Freeform 50">
                <a:extLst>
                  <a:ext uri="{FF2B5EF4-FFF2-40B4-BE49-F238E27FC236}">
                    <a16:creationId xmlns:a16="http://schemas.microsoft.com/office/drawing/2014/main" xmlns="" id="{D1FD9F14-8131-43BD-A38C-993B583171D0}"/>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5" name="Freeform 51">
                <a:extLst>
                  <a:ext uri="{FF2B5EF4-FFF2-40B4-BE49-F238E27FC236}">
                    <a16:creationId xmlns:a16="http://schemas.microsoft.com/office/drawing/2014/main" xmlns="" id="{446F7267-505C-4942-A6E4-9D2EBF921410}"/>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6" name="Freeform 52">
                <a:extLst>
                  <a:ext uri="{FF2B5EF4-FFF2-40B4-BE49-F238E27FC236}">
                    <a16:creationId xmlns:a16="http://schemas.microsoft.com/office/drawing/2014/main" xmlns="" id="{232B8DA2-B702-4288-90A0-617F63C184D2}"/>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7" name="Freeform 53">
                <a:extLst>
                  <a:ext uri="{FF2B5EF4-FFF2-40B4-BE49-F238E27FC236}">
                    <a16:creationId xmlns:a16="http://schemas.microsoft.com/office/drawing/2014/main" xmlns="" id="{3041BCC7-D587-476C-84FA-76DDEA71A9A7}"/>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8" name="Freeform 54">
                <a:extLst>
                  <a:ext uri="{FF2B5EF4-FFF2-40B4-BE49-F238E27FC236}">
                    <a16:creationId xmlns:a16="http://schemas.microsoft.com/office/drawing/2014/main" xmlns="" id="{4C11FE62-647C-41B0-8BA7-83F573D4501D}"/>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9" name="Freeform 55">
                <a:extLst>
                  <a:ext uri="{FF2B5EF4-FFF2-40B4-BE49-F238E27FC236}">
                    <a16:creationId xmlns:a16="http://schemas.microsoft.com/office/drawing/2014/main" xmlns="" id="{BAA71BA9-EBC2-4316-B6CC-DD7D204C4782}"/>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0" name="Freeform 56">
                <a:extLst>
                  <a:ext uri="{FF2B5EF4-FFF2-40B4-BE49-F238E27FC236}">
                    <a16:creationId xmlns:a16="http://schemas.microsoft.com/office/drawing/2014/main" xmlns="" id="{52C50683-AE35-4020-B178-C951887B7874}"/>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1" name="Freeform 57">
                <a:extLst>
                  <a:ext uri="{FF2B5EF4-FFF2-40B4-BE49-F238E27FC236}">
                    <a16:creationId xmlns:a16="http://schemas.microsoft.com/office/drawing/2014/main" xmlns="" id="{895BBD34-D33A-4976-9329-30F8360831B9}"/>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2" name="Freeform 58">
                <a:extLst>
                  <a:ext uri="{FF2B5EF4-FFF2-40B4-BE49-F238E27FC236}">
                    <a16:creationId xmlns:a16="http://schemas.microsoft.com/office/drawing/2014/main" xmlns="" id="{9C464504-D00B-4B09-9945-0BE0988A97BA}"/>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3" name="Freeform 59">
                <a:extLst>
                  <a:ext uri="{FF2B5EF4-FFF2-40B4-BE49-F238E27FC236}">
                    <a16:creationId xmlns:a16="http://schemas.microsoft.com/office/drawing/2014/main" xmlns="" id="{AE330BBC-7EA1-4401-96E6-8EEFE79BB4F7}"/>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4" name="Freeform 60">
                <a:extLst>
                  <a:ext uri="{FF2B5EF4-FFF2-40B4-BE49-F238E27FC236}">
                    <a16:creationId xmlns:a16="http://schemas.microsoft.com/office/drawing/2014/main" xmlns="" id="{E04B951F-98C2-4199-9BD8-82B816DE525D}"/>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5" name="Freeform 61">
                <a:extLst>
                  <a:ext uri="{FF2B5EF4-FFF2-40B4-BE49-F238E27FC236}">
                    <a16:creationId xmlns:a16="http://schemas.microsoft.com/office/drawing/2014/main" xmlns="" id="{873CC654-8259-4C70-81B5-C6C0C92CF81B}"/>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6" name="Freeform 62">
                <a:extLst>
                  <a:ext uri="{FF2B5EF4-FFF2-40B4-BE49-F238E27FC236}">
                    <a16:creationId xmlns:a16="http://schemas.microsoft.com/office/drawing/2014/main" xmlns="" id="{BC1EC969-AA48-452A-913B-CDB143B07A59}"/>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7" name="Freeform 71">
                <a:extLst>
                  <a:ext uri="{FF2B5EF4-FFF2-40B4-BE49-F238E27FC236}">
                    <a16:creationId xmlns:a16="http://schemas.microsoft.com/office/drawing/2014/main" xmlns="" id="{77254489-9CB8-4976-A834-68DA657DF41B}"/>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sp>
        <p:nvSpPr>
          <p:cNvPr id="66" name="标题 1">
            <a:extLst>
              <a:ext uri="{FF2B5EF4-FFF2-40B4-BE49-F238E27FC236}">
                <a16:creationId xmlns:a16="http://schemas.microsoft.com/office/drawing/2014/main" xmlns="" id="{2FA8A2C8-A0E7-4911-BD22-B415DEE35D74}"/>
              </a:ext>
            </a:extLst>
          </p:cNvPr>
          <p:cNvSpPr txBox="1">
            <a:spLocks/>
          </p:cNvSpPr>
          <p:nvPr/>
        </p:nvSpPr>
        <p:spPr>
          <a:xfrm>
            <a:off x="442913" y="243569"/>
            <a:ext cx="9056851" cy="617518"/>
          </a:xfrm>
          <a:prstGeom prst="rect">
            <a:avLst/>
          </a:prstGeom>
        </p:spPr>
        <p:txBody>
          <a:bodyPr>
            <a:normAutofit/>
          </a:bodyPr>
          <a:lstStyle>
            <a:lvl1pPr algn="l" defTabSz="914400" rtl="0" eaLnBrk="1" latinLnBrk="0" hangingPunct="1">
              <a:lnSpc>
                <a:spcPct val="90000"/>
              </a:lnSpc>
              <a:spcBef>
                <a:spcPct val="0"/>
              </a:spcBef>
              <a:buNone/>
              <a:defRPr lang="zh-CN" altLang="en-US" sz="2400" b="1" kern="1200" dirty="0">
                <a:solidFill>
                  <a:schemeClr val="accent1"/>
                </a:solidFill>
                <a:latin typeface="+mn-lt"/>
                <a:ea typeface="+mn-ea"/>
                <a:cs typeface="+mn-ea"/>
              </a:defRPr>
            </a:lvl1pPr>
          </a:lstStyle>
          <a:p>
            <a:pPr>
              <a:lnSpc>
                <a:spcPct val="100000"/>
              </a:lnSpc>
            </a:pPr>
            <a:r>
              <a:rPr lang="zh-CN" altLang="en-US" dirty="0">
                <a:latin typeface="Arial" panose="020B0604020202020204" pitchFamily="34" charset="0"/>
                <a:ea typeface="Microsoft YaHei" panose="020B0503020204020204" pitchFamily="34" charset="-122"/>
                <a:sym typeface="Arial" panose="020B0604020202020204" pitchFamily="34" charset="0"/>
              </a:rPr>
              <a:t>背景</a:t>
            </a:r>
            <a:r>
              <a:rPr lang="en-US" altLang="zh-CN" dirty="0">
                <a:latin typeface="Arial" panose="020B0604020202020204" pitchFamily="34" charset="0"/>
                <a:ea typeface="Microsoft YaHei" panose="020B0503020204020204" pitchFamily="34" charset="-122"/>
                <a:sym typeface="Arial" panose="020B0604020202020204" pitchFamily="34" charset="0"/>
              </a:rPr>
              <a:t>-4</a:t>
            </a:r>
            <a:r>
              <a:rPr lang="zh-CN" altLang="en-US" dirty="0">
                <a:latin typeface="Arial" panose="020B0604020202020204" pitchFamily="34" charset="0"/>
                <a:ea typeface="Microsoft YaHei" panose="020B0503020204020204" pitchFamily="34" charset="-122"/>
                <a:sym typeface="Arial" panose="020B0604020202020204" pitchFamily="34" charset="0"/>
              </a:rPr>
              <a:t>：未名湖</a:t>
            </a:r>
          </a:p>
        </p:txBody>
      </p:sp>
      <p:grpSp>
        <p:nvGrpSpPr>
          <p:cNvPr id="67" name="组合 66">
            <a:extLst>
              <a:ext uri="{FF2B5EF4-FFF2-40B4-BE49-F238E27FC236}">
                <a16:creationId xmlns:a16="http://schemas.microsoft.com/office/drawing/2014/main" xmlns="" id="{11C051E9-4662-4B66-BB32-99BB3F7A3F4D}"/>
              </a:ext>
            </a:extLst>
          </p:cNvPr>
          <p:cNvGrpSpPr/>
          <p:nvPr/>
        </p:nvGrpSpPr>
        <p:grpSpPr>
          <a:xfrm>
            <a:off x="528706" y="867990"/>
            <a:ext cx="2433027" cy="0"/>
            <a:chOff x="7460343" y="1311756"/>
            <a:chExt cx="2433027" cy="0"/>
          </a:xfrm>
        </p:grpSpPr>
        <p:cxnSp>
          <p:nvCxnSpPr>
            <p:cNvPr id="68" name="直接连接符 67">
              <a:extLst>
                <a:ext uri="{FF2B5EF4-FFF2-40B4-BE49-F238E27FC236}">
                  <a16:creationId xmlns:a16="http://schemas.microsoft.com/office/drawing/2014/main" xmlns="" id="{88130424-29F8-4D0E-BDAE-B78309994198}"/>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9" name="直接连接符 68">
              <a:extLst>
                <a:ext uri="{FF2B5EF4-FFF2-40B4-BE49-F238E27FC236}">
                  <a16:creationId xmlns:a16="http://schemas.microsoft.com/office/drawing/2014/main" xmlns="" id="{70CB97BA-DC80-465E-BA7D-5290C4E44E36}"/>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2" name="矩形 1">
            <a:extLst>
              <a:ext uri="{FF2B5EF4-FFF2-40B4-BE49-F238E27FC236}">
                <a16:creationId xmlns:a16="http://schemas.microsoft.com/office/drawing/2014/main" xmlns="" id="{FD783C91-8F88-D7DF-F1AC-F37C7931C16F}"/>
              </a:ext>
            </a:extLst>
          </p:cNvPr>
          <p:cNvSpPr/>
          <p:nvPr/>
        </p:nvSpPr>
        <p:spPr>
          <a:xfrm>
            <a:off x="1" y="0"/>
            <a:ext cx="4953000" cy="6858000"/>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nvGrpSpPr>
          <p:cNvPr id="3" name="组合 2">
            <a:extLst>
              <a:ext uri="{FF2B5EF4-FFF2-40B4-BE49-F238E27FC236}">
                <a16:creationId xmlns:a16="http://schemas.microsoft.com/office/drawing/2014/main" xmlns="" id="{6B2B42F5-10BB-D1D4-B46A-8D6705DDFCDE}"/>
              </a:ext>
            </a:extLst>
          </p:cNvPr>
          <p:cNvGrpSpPr/>
          <p:nvPr/>
        </p:nvGrpSpPr>
        <p:grpSpPr>
          <a:xfrm>
            <a:off x="796575" y="2751038"/>
            <a:ext cx="3458058" cy="923330"/>
            <a:chOff x="872775" y="2487402"/>
            <a:chExt cx="3458058" cy="923330"/>
          </a:xfrm>
        </p:grpSpPr>
        <p:sp>
          <p:nvSpPr>
            <p:cNvPr id="5" name="文本框 4">
              <a:extLst>
                <a:ext uri="{FF2B5EF4-FFF2-40B4-BE49-F238E27FC236}">
                  <a16:creationId xmlns:a16="http://schemas.microsoft.com/office/drawing/2014/main" xmlns="" id="{909CCBF9-6635-D93A-2240-AE43D0508911}"/>
                </a:ext>
              </a:extLst>
            </p:cNvPr>
            <p:cNvSpPr txBox="1"/>
            <p:nvPr/>
          </p:nvSpPr>
          <p:spPr>
            <a:xfrm>
              <a:off x="872775" y="2487402"/>
              <a:ext cx="3269848"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5400" i="0" u="none" strike="noStrike" kern="1200" cap="none" spc="10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PART 5.4</a:t>
              </a:r>
              <a:endParaRPr kumimoji="0" lang="zh-CN" altLang="en-US" sz="5400" i="0" u="none" strike="noStrike" kern="1200" cap="none" spc="10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 name="等腰三角形 5">
              <a:extLst>
                <a:ext uri="{FF2B5EF4-FFF2-40B4-BE49-F238E27FC236}">
                  <a16:creationId xmlns:a16="http://schemas.microsoft.com/office/drawing/2014/main" xmlns="" id="{934AE66E-F8D9-771D-3C0C-92A0AD065B43}"/>
                </a:ext>
              </a:extLst>
            </p:cNvPr>
            <p:cNvSpPr/>
            <p:nvPr/>
          </p:nvSpPr>
          <p:spPr>
            <a:xfrm rot="5400000">
              <a:off x="4151112" y="2865863"/>
              <a:ext cx="193033" cy="166408"/>
            </a:xfrm>
            <a:prstGeom prst="triangle">
              <a:avLst/>
            </a:prstGeom>
            <a:solidFill>
              <a:schemeClr val="bg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sp>
        <p:nvSpPr>
          <p:cNvPr id="70" name="文本框 69">
            <a:extLst>
              <a:ext uri="{FF2B5EF4-FFF2-40B4-BE49-F238E27FC236}">
                <a16:creationId xmlns:a16="http://schemas.microsoft.com/office/drawing/2014/main" xmlns="" id="{16096AD6-7C95-517E-8C4D-C15FBCBA6A89}"/>
              </a:ext>
            </a:extLst>
          </p:cNvPr>
          <p:cNvSpPr txBox="1"/>
          <p:nvPr/>
        </p:nvSpPr>
        <p:spPr>
          <a:xfrm>
            <a:off x="5475113" y="2775229"/>
            <a:ext cx="6442425" cy="830997"/>
          </a:xfrm>
          <a:prstGeom prst="rect">
            <a:avLst/>
          </a:prstGeom>
          <a:noFill/>
        </p:spPr>
        <p:txBody>
          <a:bodyPr wrap="square" rtlCol="0">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zh-CN" altLang="en-US" sz="4800" b="1" i="0" u="none" strike="noStrike" kern="1200" cap="none" normalizeH="0" noProof="0" dirty="0">
                <a:ln>
                  <a:noFill/>
                </a:ln>
                <a:solidFill>
                  <a:srgbClr val="9A0001"/>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虚拟页式存储管理方案</a:t>
            </a:r>
          </a:p>
        </p:txBody>
      </p:sp>
    </p:spTree>
    <p:extLst>
      <p:ext uri="{BB962C8B-B14F-4D97-AF65-F5344CB8AC3E}">
        <p14:creationId xmlns:p14="http://schemas.microsoft.com/office/powerpoint/2010/main" xmlns="" val="3682547744"/>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p:txBody>
          <a:bodyPr/>
          <a:lstStyle/>
          <a:p>
            <a:r>
              <a:rPr lang="en-US" altLang="zh-CN" dirty="0">
                <a:sym typeface="Arial" panose="020B0604020202020204" pitchFamily="34" charset="0"/>
              </a:rPr>
              <a:t>5.4.1</a:t>
            </a:r>
            <a:r>
              <a:rPr lang="zh-CN" altLang="en-US" dirty="0">
                <a:sym typeface="Arial" panose="020B0604020202020204" pitchFamily="34" charset="0"/>
              </a:rPr>
              <a:t>虚拟存储技术</a:t>
            </a:r>
          </a:p>
        </p:txBody>
      </p:sp>
      <p:grpSp>
        <p:nvGrpSpPr>
          <p:cNvPr id="2" name="组合 1">
            <a:extLst>
              <a:ext uri="{FF2B5EF4-FFF2-40B4-BE49-F238E27FC236}">
                <a16:creationId xmlns:a16="http://schemas.microsoft.com/office/drawing/2014/main" xmlns="" id="{A480004D-40B9-F81D-280B-4AC7AAB42A5F}"/>
              </a:ext>
            </a:extLst>
          </p:cNvPr>
          <p:cNvGrpSpPr/>
          <p:nvPr/>
        </p:nvGrpSpPr>
        <p:grpSpPr>
          <a:xfrm>
            <a:off x="411767" y="3398222"/>
            <a:ext cx="1497574" cy="554804"/>
            <a:chOff x="505886" y="5605796"/>
            <a:chExt cx="1497574" cy="554804"/>
          </a:xfrm>
        </p:grpSpPr>
        <p:sp>
          <p:nvSpPr>
            <p:cNvPr id="4" name="圆角矩形 3">
              <a:extLst>
                <a:ext uri="{FF2B5EF4-FFF2-40B4-BE49-F238E27FC236}">
                  <a16:creationId xmlns:a16="http://schemas.microsoft.com/office/drawing/2014/main" xmlns="" id="{5ECF7D44-7F2A-808E-40EB-D8FC1B127014}"/>
                </a:ext>
              </a:extLst>
            </p:cNvPr>
            <p:cNvSpPr/>
            <p:nvPr/>
          </p:nvSpPr>
          <p:spPr>
            <a:xfrm>
              <a:off x="505886" y="5605796"/>
              <a:ext cx="1497574" cy="554804"/>
            </a:xfrm>
            <a:prstGeom prst="roundRect">
              <a:avLst>
                <a:gd name="adj" fmla="val 1111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Microsoft YaHei" panose="020B0503020204020204" pitchFamily="34" charset="-122"/>
                <a:ea typeface="Microsoft YaHei" panose="020B0503020204020204" pitchFamily="34" charset="-122"/>
              </a:endParaRPr>
            </a:p>
          </p:txBody>
        </p:sp>
        <p:sp>
          <p:nvSpPr>
            <p:cNvPr id="5" name="文本框 4">
              <a:extLst>
                <a:ext uri="{FF2B5EF4-FFF2-40B4-BE49-F238E27FC236}">
                  <a16:creationId xmlns:a16="http://schemas.microsoft.com/office/drawing/2014/main" xmlns="" id="{3816567B-4FB8-8A7B-053D-6BA9748ADFC8}"/>
                </a:ext>
              </a:extLst>
            </p:cNvPr>
            <p:cNvSpPr txBox="1"/>
            <p:nvPr/>
          </p:nvSpPr>
          <p:spPr>
            <a:xfrm>
              <a:off x="521458" y="5713921"/>
              <a:ext cx="1466429" cy="338554"/>
            </a:xfrm>
            <a:prstGeom prst="rect">
              <a:avLst/>
            </a:prstGeom>
            <a:noFill/>
          </p:spPr>
          <p:txBody>
            <a:bodyPr wrap="square">
              <a:spAutoFit/>
            </a:bodyPr>
            <a:lstStyle/>
            <a:p>
              <a:pPr algn="ctr"/>
              <a:r>
                <a:rPr lang="zh-CN" altLang="en-US" sz="1600" b="1" kern="100" dirty="0">
                  <a:solidFill>
                    <a:schemeClr val="bg1"/>
                  </a:solidFill>
                  <a:effectLst/>
                  <a:latin typeface="Microsoft YaHei" panose="020B0503020204020204" pitchFamily="34" charset="-122"/>
                  <a:ea typeface="Microsoft YaHei" panose="020B0503020204020204" pitchFamily="34" charset="-122"/>
                </a:rPr>
                <a:t>虚拟存储技术</a:t>
              </a:r>
              <a:endParaRPr lang="zh-CN" altLang="en-US" sz="1600" b="1" dirty="0">
                <a:solidFill>
                  <a:schemeClr val="bg1"/>
                </a:solidFill>
                <a:latin typeface="Microsoft YaHei" panose="020B0503020204020204" pitchFamily="34" charset="-122"/>
                <a:ea typeface="Microsoft YaHei" panose="020B0503020204020204" pitchFamily="34" charset="-122"/>
              </a:endParaRPr>
            </a:p>
          </p:txBody>
        </p:sp>
      </p:grpSp>
      <p:grpSp>
        <p:nvGrpSpPr>
          <p:cNvPr id="6" name="组合 5">
            <a:extLst>
              <a:ext uri="{FF2B5EF4-FFF2-40B4-BE49-F238E27FC236}">
                <a16:creationId xmlns:a16="http://schemas.microsoft.com/office/drawing/2014/main" xmlns="" id="{366D6ED5-187D-9923-109C-1727DB5628AA}"/>
              </a:ext>
            </a:extLst>
          </p:cNvPr>
          <p:cNvGrpSpPr/>
          <p:nvPr/>
        </p:nvGrpSpPr>
        <p:grpSpPr>
          <a:xfrm>
            <a:off x="2874731" y="1812097"/>
            <a:ext cx="1266290" cy="554804"/>
            <a:chOff x="737171" y="5636574"/>
            <a:chExt cx="1266290" cy="554804"/>
          </a:xfrm>
        </p:grpSpPr>
        <p:sp>
          <p:nvSpPr>
            <p:cNvPr id="7" name="圆角矩形 6">
              <a:extLst>
                <a:ext uri="{FF2B5EF4-FFF2-40B4-BE49-F238E27FC236}">
                  <a16:creationId xmlns:a16="http://schemas.microsoft.com/office/drawing/2014/main" xmlns="" id="{CC0F3F35-94C0-0F9F-BCAD-B473CB638313}"/>
                </a:ext>
              </a:extLst>
            </p:cNvPr>
            <p:cNvSpPr/>
            <p:nvPr/>
          </p:nvSpPr>
          <p:spPr>
            <a:xfrm>
              <a:off x="737171" y="5636574"/>
              <a:ext cx="1266290" cy="554804"/>
            </a:xfrm>
            <a:prstGeom prst="roundRect">
              <a:avLst>
                <a:gd name="adj" fmla="val 1111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Microsoft YaHei" panose="020B0503020204020204" pitchFamily="34" charset="-122"/>
                <a:ea typeface="Microsoft YaHei" panose="020B0503020204020204" pitchFamily="34" charset="-122"/>
              </a:endParaRPr>
            </a:p>
          </p:txBody>
        </p:sp>
        <p:sp>
          <p:nvSpPr>
            <p:cNvPr id="9" name="文本框 8">
              <a:extLst>
                <a:ext uri="{FF2B5EF4-FFF2-40B4-BE49-F238E27FC236}">
                  <a16:creationId xmlns:a16="http://schemas.microsoft.com/office/drawing/2014/main" xmlns="" id="{57546281-82DD-F37D-E853-4BFF0B3A3D3E}"/>
                </a:ext>
              </a:extLst>
            </p:cNvPr>
            <p:cNvSpPr txBox="1"/>
            <p:nvPr/>
          </p:nvSpPr>
          <p:spPr>
            <a:xfrm>
              <a:off x="737171" y="5713921"/>
              <a:ext cx="1266290" cy="400110"/>
            </a:xfrm>
            <a:prstGeom prst="rect">
              <a:avLst/>
            </a:prstGeom>
            <a:noFill/>
          </p:spPr>
          <p:txBody>
            <a:bodyPr wrap="square">
              <a:spAutoFit/>
            </a:bodyPr>
            <a:lstStyle/>
            <a:p>
              <a:pPr algn="ctr"/>
              <a:r>
                <a:rPr lang="zh-CN" altLang="en-US" sz="2000" b="1" dirty="0">
                  <a:solidFill>
                    <a:schemeClr val="bg1"/>
                  </a:solidFill>
                  <a:latin typeface="Microsoft YaHei" panose="020B0503020204020204" pitchFamily="34" charset="-122"/>
                  <a:ea typeface="Microsoft YaHei" panose="020B0503020204020204" pitchFamily="34" charset="-122"/>
                </a:rPr>
                <a:t>基本思想</a:t>
              </a:r>
            </a:p>
          </p:txBody>
        </p:sp>
      </p:grpSp>
      <p:grpSp>
        <p:nvGrpSpPr>
          <p:cNvPr id="10" name="组合 9">
            <a:extLst>
              <a:ext uri="{FF2B5EF4-FFF2-40B4-BE49-F238E27FC236}">
                <a16:creationId xmlns:a16="http://schemas.microsoft.com/office/drawing/2014/main" xmlns="" id="{19B76128-7205-20BE-1426-D471ACD2BE98}"/>
              </a:ext>
            </a:extLst>
          </p:cNvPr>
          <p:cNvGrpSpPr/>
          <p:nvPr/>
        </p:nvGrpSpPr>
        <p:grpSpPr>
          <a:xfrm>
            <a:off x="2874731" y="3404061"/>
            <a:ext cx="1266290" cy="554804"/>
            <a:chOff x="737171" y="5636574"/>
            <a:chExt cx="1266290" cy="554804"/>
          </a:xfrm>
        </p:grpSpPr>
        <p:sp>
          <p:nvSpPr>
            <p:cNvPr id="11" name="圆角矩形 10">
              <a:extLst>
                <a:ext uri="{FF2B5EF4-FFF2-40B4-BE49-F238E27FC236}">
                  <a16:creationId xmlns:a16="http://schemas.microsoft.com/office/drawing/2014/main" xmlns="" id="{B3676FAC-E640-EA32-A974-9ACE3C503CF0}"/>
                </a:ext>
              </a:extLst>
            </p:cNvPr>
            <p:cNvSpPr/>
            <p:nvPr/>
          </p:nvSpPr>
          <p:spPr>
            <a:xfrm>
              <a:off x="737171" y="5636574"/>
              <a:ext cx="1266290" cy="554804"/>
            </a:xfrm>
            <a:prstGeom prst="roundRect">
              <a:avLst>
                <a:gd name="adj" fmla="val 1111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Microsoft YaHei" panose="020B0503020204020204" pitchFamily="34" charset="-122"/>
                <a:ea typeface="Microsoft YaHei" panose="020B0503020204020204" pitchFamily="34" charset="-122"/>
              </a:endParaRPr>
            </a:p>
          </p:txBody>
        </p:sp>
        <p:sp>
          <p:nvSpPr>
            <p:cNvPr id="12" name="文本框 11">
              <a:extLst>
                <a:ext uri="{FF2B5EF4-FFF2-40B4-BE49-F238E27FC236}">
                  <a16:creationId xmlns:a16="http://schemas.microsoft.com/office/drawing/2014/main" xmlns="" id="{847A0BBF-ABCD-AA83-6B13-9E85CDD198CE}"/>
                </a:ext>
              </a:extLst>
            </p:cNvPr>
            <p:cNvSpPr txBox="1"/>
            <p:nvPr/>
          </p:nvSpPr>
          <p:spPr>
            <a:xfrm>
              <a:off x="737171" y="5713921"/>
              <a:ext cx="1266290" cy="400110"/>
            </a:xfrm>
            <a:prstGeom prst="rect">
              <a:avLst/>
            </a:prstGeom>
            <a:noFill/>
          </p:spPr>
          <p:txBody>
            <a:bodyPr wrap="square">
              <a:spAutoFit/>
            </a:bodyPr>
            <a:lstStyle/>
            <a:p>
              <a:pPr algn="ctr"/>
              <a:r>
                <a:rPr lang="zh-CN" altLang="en-US" sz="2000" b="1" dirty="0">
                  <a:solidFill>
                    <a:schemeClr val="bg1"/>
                  </a:solidFill>
                  <a:latin typeface="Microsoft YaHei" panose="020B0503020204020204" pitchFamily="34" charset="-122"/>
                  <a:ea typeface="Microsoft YaHei" panose="020B0503020204020204" pitchFamily="34" charset="-122"/>
                </a:rPr>
                <a:t>实现方式</a:t>
              </a:r>
            </a:p>
          </p:txBody>
        </p:sp>
      </p:grpSp>
      <p:grpSp>
        <p:nvGrpSpPr>
          <p:cNvPr id="13" name="组合 12">
            <a:extLst>
              <a:ext uri="{FF2B5EF4-FFF2-40B4-BE49-F238E27FC236}">
                <a16:creationId xmlns:a16="http://schemas.microsoft.com/office/drawing/2014/main" xmlns="" id="{61E0B6C2-0563-12A6-F253-8162BB9C9C20}"/>
              </a:ext>
            </a:extLst>
          </p:cNvPr>
          <p:cNvGrpSpPr/>
          <p:nvPr/>
        </p:nvGrpSpPr>
        <p:grpSpPr>
          <a:xfrm>
            <a:off x="2874731" y="4996025"/>
            <a:ext cx="1266290" cy="554804"/>
            <a:chOff x="737171" y="5636574"/>
            <a:chExt cx="1266290" cy="554804"/>
          </a:xfrm>
        </p:grpSpPr>
        <p:sp>
          <p:nvSpPr>
            <p:cNvPr id="14" name="圆角矩形 13">
              <a:extLst>
                <a:ext uri="{FF2B5EF4-FFF2-40B4-BE49-F238E27FC236}">
                  <a16:creationId xmlns:a16="http://schemas.microsoft.com/office/drawing/2014/main" xmlns="" id="{204CC9AE-9507-C74A-1AF6-B8150B32A7AC}"/>
                </a:ext>
              </a:extLst>
            </p:cNvPr>
            <p:cNvSpPr/>
            <p:nvPr/>
          </p:nvSpPr>
          <p:spPr>
            <a:xfrm>
              <a:off x="737171" y="5636574"/>
              <a:ext cx="1266290" cy="554804"/>
            </a:xfrm>
            <a:prstGeom prst="roundRect">
              <a:avLst>
                <a:gd name="adj" fmla="val 1111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Microsoft YaHei" panose="020B0503020204020204" pitchFamily="34" charset="-122"/>
                <a:ea typeface="Microsoft YaHei" panose="020B0503020204020204" pitchFamily="34" charset="-122"/>
              </a:endParaRPr>
            </a:p>
          </p:txBody>
        </p:sp>
        <p:sp>
          <p:nvSpPr>
            <p:cNvPr id="15" name="文本框 14">
              <a:extLst>
                <a:ext uri="{FF2B5EF4-FFF2-40B4-BE49-F238E27FC236}">
                  <a16:creationId xmlns:a16="http://schemas.microsoft.com/office/drawing/2014/main" xmlns="" id="{5A712D4A-0847-9C0E-CE7F-EB428BDC9688}"/>
                </a:ext>
              </a:extLst>
            </p:cNvPr>
            <p:cNvSpPr txBox="1"/>
            <p:nvPr/>
          </p:nvSpPr>
          <p:spPr>
            <a:xfrm>
              <a:off x="737171" y="5713921"/>
              <a:ext cx="1266290" cy="400110"/>
            </a:xfrm>
            <a:prstGeom prst="rect">
              <a:avLst/>
            </a:prstGeom>
            <a:noFill/>
          </p:spPr>
          <p:txBody>
            <a:bodyPr wrap="square">
              <a:spAutoFit/>
            </a:bodyPr>
            <a:lstStyle/>
            <a:p>
              <a:pPr algn="ctr"/>
              <a:r>
                <a:rPr lang="zh-CN" altLang="en-US" sz="2000" b="1" dirty="0">
                  <a:solidFill>
                    <a:schemeClr val="bg1"/>
                  </a:solidFill>
                  <a:latin typeface="Microsoft YaHei" panose="020B0503020204020204" pitchFamily="34" charset="-122"/>
                  <a:ea typeface="Microsoft YaHei" panose="020B0503020204020204" pitchFamily="34" charset="-122"/>
                </a:rPr>
                <a:t>本质</a:t>
              </a:r>
            </a:p>
          </p:txBody>
        </p:sp>
      </p:grpSp>
      <p:sp>
        <p:nvSpPr>
          <p:cNvPr id="16" name="圆角矩形 15">
            <a:extLst>
              <a:ext uri="{FF2B5EF4-FFF2-40B4-BE49-F238E27FC236}">
                <a16:creationId xmlns:a16="http://schemas.microsoft.com/office/drawing/2014/main" xmlns="" id="{958AF978-BA0B-12AD-8C13-69F5A06C17F0}"/>
              </a:ext>
            </a:extLst>
          </p:cNvPr>
          <p:cNvSpPr/>
          <p:nvPr/>
        </p:nvSpPr>
        <p:spPr>
          <a:xfrm>
            <a:off x="4372304" y="1544385"/>
            <a:ext cx="6831724" cy="1090227"/>
          </a:xfrm>
          <a:prstGeom prst="roundRect">
            <a:avLst>
              <a:gd name="adj" fmla="val 7026"/>
            </a:avLst>
          </a:prstGeom>
          <a:solidFill>
            <a:schemeClr val="bg1"/>
          </a:solidFill>
          <a:ln>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ts val="2600"/>
              </a:lnSpc>
            </a:pPr>
            <a:r>
              <a:rPr lang="zh-CN" altLang="zh-CN" kern="100" dirty="0">
                <a:solidFill>
                  <a:schemeClr val="tx1"/>
                </a:solidFill>
                <a:latin typeface="Microsoft YaHei" panose="020B0503020204020204" pitchFamily="34" charset="-122"/>
                <a:ea typeface="Microsoft YaHei" panose="020B0503020204020204" pitchFamily="34" charset="-122"/>
              </a:rPr>
              <a:t>利用大容量的外存来扩充内存，产生一个比有限的实际内存空间大得多的、逻辑的虚拟内存空间，以便能够有效地支持多道程序系统的实现和大型程序运行的需要，从而增强系统的处理能力</a:t>
            </a:r>
          </a:p>
        </p:txBody>
      </p:sp>
      <p:sp>
        <p:nvSpPr>
          <p:cNvPr id="17" name="圆角矩形 16">
            <a:extLst>
              <a:ext uri="{FF2B5EF4-FFF2-40B4-BE49-F238E27FC236}">
                <a16:creationId xmlns:a16="http://schemas.microsoft.com/office/drawing/2014/main" xmlns="" id="{EE00247E-52A6-B5F3-0957-33FD692DCA0A}"/>
              </a:ext>
            </a:extLst>
          </p:cNvPr>
          <p:cNvSpPr/>
          <p:nvPr/>
        </p:nvSpPr>
        <p:spPr>
          <a:xfrm>
            <a:off x="4372304" y="2730674"/>
            <a:ext cx="6831724" cy="1941534"/>
          </a:xfrm>
          <a:prstGeom prst="roundRect">
            <a:avLst>
              <a:gd name="adj" fmla="val 7026"/>
            </a:avLst>
          </a:prstGeom>
          <a:solidFill>
            <a:schemeClr val="bg1"/>
          </a:solidFill>
          <a:ln>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ts val="2600"/>
              </a:lnSpc>
            </a:pPr>
            <a:r>
              <a:rPr lang="zh-CN" altLang="zh-CN" kern="100" dirty="0">
                <a:solidFill>
                  <a:schemeClr val="tx1"/>
                </a:solidFill>
                <a:latin typeface="Microsoft YaHei" panose="020B0503020204020204" pitchFamily="34" charset="-122"/>
                <a:ea typeface="Microsoft YaHei" panose="020B0503020204020204" pitchFamily="34" charset="-122"/>
              </a:rPr>
              <a:t>由操作系统在硬件支持下把两级存储器（内存和外存）统一实施管理，达到“扩充”内存的目的，呈现给用户的是一个远远大于物理内存容量的编程空间。操作系统把程序当前使用的部分保留在物理内存，而把其他部分保存在磁盘上，并在需要时在内存和磁盘之间动态交换</a:t>
            </a:r>
          </a:p>
        </p:txBody>
      </p:sp>
      <p:sp>
        <p:nvSpPr>
          <p:cNvPr id="18" name="圆角矩形 17">
            <a:extLst>
              <a:ext uri="{FF2B5EF4-FFF2-40B4-BE49-F238E27FC236}">
                <a16:creationId xmlns:a16="http://schemas.microsoft.com/office/drawing/2014/main" xmlns="" id="{B9A11D62-1A89-4023-19B0-A0664B886620}"/>
              </a:ext>
            </a:extLst>
          </p:cNvPr>
          <p:cNvSpPr/>
          <p:nvPr/>
        </p:nvSpPr>
        <p:spPr>
          <a:xfrm>
            <a:off x="4372304" y="4799798"/>
            <a:ext cx="6831724" cy="1347367"/>
          </a:xfrm>
          <a:prstGeom prst="roundRect">
            <a:avLst>
              <a:gd name="adj" fmla="val 7026"/>
            </a:avLst>
          </a:prstGeom>
          <a:solidFill>
            <a:schemeClr val="bg1"/>
          </a:solidFill>
          <a:ln>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ts val="2600"/>
              </a:lnSpc>
            </a:pPr>
            <a:r>
              <a:rPr lang="zh-CN" altLang="zh-CN" kern="100" dirty="0">
                <a:solidFill>
                  <a:schemeClr val="tx1"/>
                </a:solidFill>
                <a:latin typeface="Microsoft YaHei" panose="020B0503020204020204" pitchFamily="34" charset="-122"/>
                <a:ea typeface="Microsoft YaHei" panose="020B0503020204020204" pitchFamily="34" charset="-122"/>
              </a:rPr>
              <a:t>虚拟存储器的容量也是有限制的，主要是受地址空间字长和外存容量所限</a:t>
            </a:r>
          </a:p>
        </p:txBody>
      </p:sp>
      <p:cxnSp>
        <p:nvCxnSpPr>
          <p:cNvPr id="19" name="直线连接符 18">
            <a:extLst>
              <a:ext uri="{FF2B5EF4-FFF2-40B4-BE49-F238E27FC236}">
                <a16:creationId xmlns:a16="http://schemas.microsoft.com/office/drawing/2014/main" xmlns="" id="{D753A819-0310-4727-8B23-DC5D94BAEBB8}"/>
              </a:ext>
            </a:extLst>
          </p:cNvPr>
          <p:cNvCxnSpPr>
            <a:cxnSpLocks/>
            <a:stCxn id="5" idx="3"/>
            <a:endCxn id="9" idx="1"/>
          </p:cNvCxnSpPr>
          <p:nvPr/>
        </p:nvCxnSpPr>
        <p:spPr>
          <a:xfrm flipV="1">
            <a:off x="1893768" y="2089499"/>
            <a:ext cx="980963" cy="1586125"/>
          </a:xfrm>
          <a:prstGeom prst="line">
            <a:avLst/>
          </a:prstGeom>
        </p:spPr>
        <p:style>
          <a:lnRef idx="1">
            <a:schemeClr val="accent1"/>
          </a:lnRef>
          <a:fillRef idx="0">
            <a:schemeClr val="accent1"/>
          </a:fillRef>
          <a:effectRef idx="0">
            <a:schemeClr val="accent1"/>
          </a:effectRef>
          <a:fontRef idx="minor">
            <a:schemeClr val="tx1"/>
          </a:fontRef>
        </p:style>
      </p:cxnSp>
      <p:cxnSp>
        <p:nvCxnSpPr>
          <p:cNvPr id="20" name="直线连接符 19">
            <a:extLst>
              <a:ext uri="{FF2B5EF4-FFF2-40B4-BE49-F238E27FC236}">
                <a16:creationId xmlns:a16="http://schemas.microsoft.com/office/drawing/2014/main" xmlns="" id="{AF298989-4151-765C-1CA4-0CAFC74069FB}"/>
              </a:ext>
            </a:extLst>
          </p:cNvPr>
          <p:cNvCxnSpPr>
            <a:cxnSpLocks/>
            <a:endCxn id="15" idx="1"/>
          </p:cNvCxnSpPr>
          <p:nvPr/>
        </p:nvCxnSpPr>
        <p:spPr>
          <a:xfrm>
            <a:off x="1909341" y="3718872"/>
            <a:ext cx="965390" cy="1554555"/>
          </a:xfrm>
          <a:prstGeom prst="line">
            <a:avLst/>
          </a:prstGeom>
        </p:spPr>
        <p:style>
          <a:lnRef idx="1">
            <a:schemeClr val="accent1"/>
          </a:lnRef>
          <a:fillRef idx="0">
            <a:schemeClr val="accent1"/>
          </a:fillRef>
          <a:effectRef idx="0">
            <a:schemeClr val="accent1"/>
          </a:effectRef>
          <a:fontRef idx="minor">
            <a:schemeClr val="tx1"/>
          </a:fontRef>
        </p:style>
      </p:cxnSp>
      <p:cxnSp>
        <p:nvCxnSpPr>
          <p:cNvPr id="21" name="直线连接符 20">
            <a:extLst>
              <a:ext uri="{FF2B5EF4-FFF2-40B4-BE49-F238E27FC236}">
                <a16:creationId xmlns:a16="http://schemas.microsoft.com/office/drawing/2014/main" xmlns="" id="{95BD2CAD-2207-5E7C-13EF-57D36B4D4DC2}"/>
              </a:ext>
            </a:extLst>
          </p:cNvPr>
          <p:cNvCxnSpPr>
            <a:cxnSpLocks/>
            <a:endCxn id="12" idx="1"/>
          </p:cNvCxnSpPr>
          <p:nvPr/>
        </p:nvCxnSpPr>
        <p:spPr>
          <a:xfrm flipV="1">
            <a:off x="1909341" y="3681463"/>
            <a:ext cx="965390" cy="23085"/>
          </a:xfrm>
          <a:prstGeom prst="line">
            <a:avLst/>
          </a:prstGeom>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4014753861"/>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p:txBody>
          <a:bodyPr/>
          <a:lstStyle/>
          <a:p>
            <a:r>
              <a:rPr lang="en-US" altLang="zh-CN" dirty="0">
                <a:sym typeface="Arial" panose="020B0604020202020204" pitchFamily="34" charset="0"/>
              </a:rPr>
              <a:t>5.4.1</a:t>
            </a:r>
            <a:r>
              <a:rPr lang="zh-CN" altLang="en-US" dirty="0">
                <a:sym typeface="Arial" panose="020B0604020202020204" pitchFamily="34" charset="0"/>
              </a:rPr>
              <a:t>虚拟存储技术</a:t>
            </a:r>
          </a:p>
        </p:txBody>
      </p:sp>
      <p:sp>
        <p:nvSpPr>
          <p:cNvPr id="4" name="文本框 3">
            <a:extLst>
              <a:ext uri="{FF2B5EF4-FFF2-40B4-BE49-F238E27FC236}">
                <a16:creationId xmlns:a16="http://schemas.microsoft.com/office/drawing/2014/main" xmlns="" id="{9198174A-DA02-91BB-D330-605773E7ECEF}"/>
              </a:ext>
            </a:extLst>
          </p:cNvPr>
          <p:cNvSpPr txBox="1"/>
          <p:nvPr/>
        </p:nvSpPr>
        <p:spPr>
          <a:xfrm>
            <a:off x="508000" y="1505781"/>
            <a:ext cx="6096000" cy="369332"/>
          </a:xfrm>
          <a:prstGeom prst="rect">
            <a:avLst/>
          </a:prstGeom>
          <a:noFill/>
        </p:spPr>
        <p:txBody>
          <a:bodyPr wrap="square">
            <a:spAutoFit/>
          </a:bodyPr>
          <a:lstStyle/>
          <a:p>
            <a:pPr indent="266700" algn="just"/>
            <a:r>
              <a:rPr lang="zh-CN" altLang="zh-CN" sz="1800" b="1" kern="100" dirty="0">
                <a:effectLst/>
                <a:latin typeface="Microsoft YaHei" panose="020B0503020204020204" pitchFamily="34" charset="-122"/>
                <a:ea typeface="Microsoft YaHei" panose="020B0503020204020204" pitchFamily="34" charset="-122"/>
              </a:rPr>
              <a:t>实现虚拟存储器需要以下的硬件支持</a:t>
            </a:r>
          </a:p>
        </p:txBody>
      </p:sp>
      <p:grpSp>
        <p:nvGrpSpPr>
          <p:cNvPr id="5" name="组合 4">
            <a:extLst>
              <a:ext uri="{FF2B5EF4-FFF2-40B4-BE49-F238E27FC236}">
                <a16:creationId xmlns:a16="http://schemas.microsoft.com/office/drawing/2014/main" xmlns="" id="{E2687423-D124-40CA-8642-7B45DABE46BF}"/>
              </a:ext>
            </a:extLst>
          </p:cNvPr>
          <p:cNvGrpSpPr/>
          <p:nvPr/>
        </p:nvGrpSpPr>
        <p:grpSpPr>
          <a:xfrm>
            <a:off x="4983750" y="2519807"/>
            <a:ext cx="1497574" cy="554804"/>
            <a:chOff x="505886" y="5605796"/>
            <a:chExt cx="1497574" cy="554804"/>
          </a:xfrm>
        </p:grpSpPr>
        <p:sp>
          <p:nvSpPr>
            <p:cNvPr id="6" name="圆角矩形 5">
              <a:extLst>
                <a:ext uri="{FF2B5EF4-FFF2-40B4-BE49-F238E27FC236}">
                  <a16:creationId xmlns:a16="http://schemas.microsoft.com/office/drawing/2014/main" xmlns="" id="{7EF05F91-4D8F-F454-F6B5-8FF3C17593DD}"/>
                </a:ext>
              </a:extLst>
            </p:cNvPr>
            <p:cNvSpPr/>
            <p:nvPr/>
          </p:nvSpPr>
          <p:spPr>
            <a:xfrm>
              <a:off x="505886" y="5605796"/>
              <a:ext cx="1497574" cy="554804"/>
            </a:xfrm>
            <a:prstGeom prst="roundRect">
              <a:avLst>
                <a:gd name="adj" fmla="val 1111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Microsoft YaHei" panose="020B0503020204020204" pitchFamily="34" charset="-122"/>
                <a:ea typeface="Microsoft YaHei" panose="020B0503020204020204" pitchFamily="34" charset="-122"/>
              </a:endParaRPr>
            </a:p>
          </p:txBody>
        </p:sp>
        <p:sp>
          <p:nvSpPr>
            <p:cNvPr id="7" name="文本框 6">
              <a:extLst>
                <a:ext uri="{FF2B5EF4-FFF2-40B4-BE49-F238E27FC236}">
                  <a16:creationId xmlns:a16="http://schemas.microsoft.com/office/drawing/2014/main" xmlns="" id="{9BCF6FCC-05F9-2FAF-14BE-C6A722E0CB0B}"/>
                </a:ext>
              </a:extLst>
            </p:cNvPr>
            <p:cNvSpPr txBox="1"/>
            <p:nvPr/>
          </p:nvSpPr>
          <p:spPr>
            <a:xfrm>
              <a:off x="521458" y="5713921"/>
              <a:ext cx="1466429" cy="338554"/>
            </a:xfrm>
            <a:prstGeom prst="rect">
              <a:avLst/>
            </a:prstGeom>
            <a:noFill/>
          </p:spPr>
          <p:txBody>
            <a:bodyPr wrap="square">
              <a:spAutoFit/>
            </a:bodyPr>
            <a:lstStyle/>
            <a:p>
              <a:pPr algn="ctr"/>
              <a:r>
                <a:rPr lang="zh-CN" altLang="en-US" sz="1600" b="1" kern="100" dirty="0">
                  <a:solidFill>
                    <a:schemeClr val="bg1"/>
                  </a:solidFill>
                  <a:effectLst/>
                  <a:latin typeface="Microsoft YaHei" panose="020B0503020204020204" pitchFamily="34" charset="-122"/>
                  <a:ea typeface="Microsoft YaHei" panose="020B0503020204020204" pitchFamily="34" charset="-122"/>
                </a:rPr>
                <a:t>硬件支持</a:t>
              </a:r>
              <a:endParaRPr lang="zh-CN" altLang="en-US" sz="1600" b="1" dirty="0">
                <a:solidFill>
                  <a:schemeClr val="bg1"/>
                </a:solidFill>
                <a:latin typeface="Microsoft YaHei" panose="020B0503020204020204" pitchFamily="34" charset="-122"/>
                <a:ea typeface="Microsoft YaHei" panose="020B0503020204020204" pitchFamily="34" charset="-122"/>
              </a:endParaRPr>
            </a:p>
          </p:txBody>
        </p:sp>
      </p:grpSp>
      <p:sp>
        <p:nvSpPr>
          <p:cNvPr id="12" name="圆角矩形 11">
            <a:extLst>
              <a:ext uri="{FF2B5EF4-FFF2-40B4-BE49-F238E27FC236}">
                <a16:creationId xmlns:a16="http://schemas.microsoft.com/office/drawing/2014/main" xmlns="" id="{FA28E410-A1BB-509E-E6C1-C6E31398A802}"/>
              </a:ext>
            </a:extLst>
          </p:cNvPr>
          <p:cNvSpPr/>
          <p:nvPr/>
        </p:nvSpPr>
        <p:spPr>
          <a:xfrm>
            <a:off x="2387936" y="4091931"/>
            <a:ext cx="1742925" cy="1333733"/>
          </a:xfrm>
          <a:prstGeom prst="roundRect">
            <a:avLst>
              <a:gd name="adj" fmla="val 7026"/>
            </a:avLst>
          </a:prstGeom>
          <a:solidFill>
            <a:schemeClr val="bg1"/>
          </a:solidFill>
          <a:ln>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zh-CN" sz="1800" kern="100" dirty="0">
                <a:solidFill>
                  <a:schemeClr val="tx1"/>
                </a:solidFill>
                <a:effectLst/>
                <a:latin typeface="Microsoft YaHei" panose="020B0503020204020204" pitchFamily="34" charset="-122"/>
                <a:ea typeface="Microsoft YaHei" panose="020B0503020204020204" pitchFamily="34" charset="-122"/>
              </a:rPr>
              <a:t>系统有容量足够大的外存</a:t>
            </a:r>
          </a:p>
        </p:txBody>
      </p:sp>
      <p:sp>
        <p:nvSpPr>
          <p:cNvPr id="13" name="圆角矩形 12">
            <a:extLst>
              <a:ext uri="{FF2B5EF4-FFF2-40B4-BE49-F238E27FC236}">
                <a16:creationId xmlns:a16="http://schemas.microsoft.com/office/drawing/2014/main" xmlns="" id="{CDB55A6B-9FC5-E52D-A79B-5ABE1F8CF763}"/>
              </a:ext>
            </a:extLst>
          </p:cNvPr>
          <p:cNvSpPr/>
          <p:nvPr/>
        </p:nvSpPr>
        <p:spPr>
          <a:xfrm>
            <a:off x="4861075" y="4088637"/>
            <a:ext cx="1742925" cy="1333733"/>
          </a:xfrm>
          <a:prstGeom prst="roundRect">
            <a:avLst>
              <a:gd name="adj" fmla="val 7026"/>
            </a:avLst>
          </a:prstGeom>
          <a:solidFill>
            <a:schemeClr val="bg1"/>
          </a:solidFill>
          <a:ln>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zh-CN" sz="1800" kern="100" dirty="0">
                <a:solidFill>
                  <a:schemeClr val="tx1"/>
                </a:solidFill>
                <a:effectLst/>
                <a:latin typeface="Microsoft YaHei" panose="020B0503020204020204" pitchFamily="34" charset="-122"/>
                <a:ea typeface="Microsoft YaHei" panose="020B0503020204020204" pitchFamily="34" charset="-122"/>
              </a:rPr>
              <a:t>系统有一定容量的内存</a:t>
            </a:r>
          </a:p>
        </p:txBody>
      </p:sp>
      <p:sp>
        <p:nvSpPr>
          <p:cNvPr id="14" name="圆角矩形 13">
            <a:extLst>
              <a:ext uri="{FF2B5EF4-FFF2-40B4-BE49-F238E27FC236}">
                <a16:creationId xmlns:a16="http://schemas.microsoft.com/office/drawing/2014/main" xmlns="" id="{C851651D-BC47-96F3-70E1-4AEEE9C22118}"/>
              </a:ext>
            </a:extLst>
          </p:cNvPr>
          <p:cNvSpPr/>
          <p:nvPr/>
        </p:nvSpPr>
        <p:spPr>
          <a:xfrm>
            <a:off x="7334214" y="4088636"/>
            <a:ext cx="1998567" cy="1333733"/>
          </a:xfrm>
          <a:prstGeom prst="roundRect">
            <a:avLst>
              <a:gd name="adj" fmla="val 7026"/>
            </a:avLst>
          </a:prstGeom>
          <a:solidFill>
            <a:schemeClr val="bg1"/>
          </a:solidFill>
          <a:ln>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zh-CN" sz="1800" kern="100" dirty="0">
                <a:solidFill>
                  <a:schemeClr val="tx1"/>
                </a:solidFill>
                <a:effectLst/>
                <a:latin typeface="Microsoft YaHei" panose="020B0503020204020204" pitchFamily="34" charset="-122"/>
                <a:ea typeface="Microsoft YaHei" panose="020B0503020204020204" pitchFamily="34" charset="-122"/>
              </a:rPr>
              <a:t>最主要的是，硬件提供实现</a:t>
            </a:r>
            <a:r>
              <a:rPr lang="zh-CN" altLang="zh-CN" sz="1800" kern="100" dirty="0">
                <a:solidFill>
                  <a:srgbClr val="9A0001"/>
                </a:solidFill>
                <a:effectLst/>
                <a:latin typeface="Microsoft YaHei" panose="020B0503020204020204" pitchFamily="34" charset="-122"/>
                <a:ea typeface="Microsoft YaHei" panose="020B0503020204020204" pitchFamily="34" charset="-122"/>
              </a:rPr>
              <a:t>虚</a:t>
            </a:r>
            <a:r>
              <a:rPr lang="en-US" altLang="zh-CN" sz="1800" kern="100" dirty="0">
                <a:solidFill>
                  <a:schemeClr val="tx1"/>
                </a:solidFill>
                <a:effectLst/>
                <a:latin typeface="Microsoft YaHei" panose="020B0503020204020204" pitchFamily="34" charset="-122"/>
                <a:ea typeface="Microsoft YaHei" panose="020B0503020204020204" pitchFamily="34" charset="-122"/>
              </a:rPr>
              <a:t>-</a:t>
            </a:r>
            <a:r>
              <a:rPr lang="zh-CN" altLang="zh-CN" sz="1800" kern="100" dirty="0">
                <a:solidFill>
                  <a:schemeClr val="tx1"/>
                </a:solidFill>
                <a:effectLst/>
                <a:latin typeface="Microsoft YaHei" panose="020B0503020204020204" pitchFamily="34" charset="-122"/>
                <a:ea typeface="Microsoft YaHei" panose="020B0503020204020204" pitchFamily="34" charset="-122"/>
              </a:rPr>
              <a:t>实地址映射的机制</a:t>
            </a:r>
            <a:endParaRPr lang="en-US" altLang="zh-CN" dirty="0">
              <a:solidFill>
                <a:schemeClr val="tx1"/>
              </a:solidFill>
              <a:effectLst/>
              <a:latin typeface="Microsoft YaHei" panose="020B0503020204020204" pitchFamily="34" charset="-122"/>
              <a:ea typeface="Microsoft YaHei" panose="020B0503020204020204" pitchFamily="34" charset="-122"/>
            </a:endParaRPr>
          </a:p>
        </p:txBody>
      </p:sp>
      <p:cxnSp>
        <p:nvCxnSpPr>
          <p:cNvPr id="16" name="直线连接符 15">
            <a:extLst>
              <a:ext uri="{FF2B5EF4-FFF2-40B4-BE49-F238E27FC236}">
                <a16:creationId xmlns:a16="http://schemas.microsoft.com/office/drawing/2014/main" xmlns="" id="{A36948AD-1D57-7DFC-DBAC-E2732891480D}"/>
              </a:ext>
            </a:extLst>
          </p:cNvPr>
          <p:cNvCxnSpPr>
            <a:cxnSpLocks/>
            <a:stCxn id="6" idx="2"/>
            <a:endCxn id="12" idx="0"/>
          </p:cNvCxnSpPr>
          <p:nvPr/>
        </p:nvCxnSpPr>
        <p:spPr>
          <a:xfrm flipH="1">
            <a:off x="3259399" y="3074611"/>
            <a:ext cx="2473138" cy="1017320"/>
          </a:xfrm>
          <a:prstGeom prst="line">
            <a:avLst/>
          </a:prstGeom>
        </p:spPr>
        <p:style>
          <a:lnRef idx="1">
            <a:schemeClr val="accent1"/>
          </a:lnRef>
          <a:fillRef idx="0">
            <a:schemeClr val="accent1"/>
          </a:fillRef>
          <a:effectRef idx="0">
            <a:schemeClr val="accent1"/>
          </a:effectRef>
          <a:fontRef idx="minor">
            <a:schemeClr val="tx1"/>
          </a:fontRef>
        </p:style>
      </p:cxnSp>
      <p:cxnSp>
        <p:nvCxnSpPr>
          <p:cNvPr id="18" name="直线连接符 17">
            <a:extLst>
              <a:ext uri="{FF2B5EF4-FFF2-40B4-BE49-F238E27FC236}">
                <a16:creationId xmlns:a16="http://schemas.microsoft.com/office/drawing/2014/main" xmlns="" id="{15F24E58-3D9B-4347-8ADA-85B6208BE69A}"/>
              </a:ext>
            </a:extLst>
          </p:cNvPr>
          <p:cNvCxnSpPr>
            <a:cxnSpLocks/>
            <a:stCxn id="6" idx="2"/>
            <a:endCxn id="13" idx="0"/>
          </p:cNvCxnSpPr>
          <p:nvPr/>
        </p:nvCxnSpPr>
        <p:spPr>
          <a:xfrm>
            <a:off x="5732537" y="3074611"/>
            <a:ext cx="1" cy="1014026"/>
          </a:xfrm>
          <a:prstGeom prst="line">
            <a:avLst/>
          </a:prstGeom>
        </p:spPr>
        <p:style>
          <a:lnRef idx="1">
            <a:schemeClr val="accent1"/>
          </a:lnRef>
          <a:fillRef idx="0">
            <a:schemeClr val="accent1"/>
          </a:fillRef>
          <a:effectRef idx="0">
            <a:schemeClr val="accent1"/>
          </a:effectRef>
          <a:fontRef idx="minor">
            <a:schemeClr val="tx1"/>
          </a:fontRef>
        </p:style>
      </p:cxnSp>
      <p:cxnSp>
        <p:nvCxnSpPr>
          <p:cNvPr id="21" name="直线连接符 20">
            <a:extLst>
              <a:ext uri="{FF2B5EF4-FFF2-40B4-BE49-F238E27FC236}">
                <a16:creationId xmlns:a16="http://schemas.microsoft.com/office/drawing/2014/main" xmlns="" id="{39DE9FCE-6448-451F-2001-C0DC80EC6FC2}"/>
              </a:ext>
            </a:extLst>
          </p:cNvPr>
          <p:cNvCxnSpPr>
            <a:cxnSpLocks/>
            <a:stCxn id="6" idx="2"/>
          </p:cNvCxnSpPr>
          <p:nvPr/>
        </p:nvCxnSpPr>
        <p:spPr>
          <a:xfrm>
            <a:off x="5732537" y="3074611"/>
            <a:ext cx="2473139" cy="1014026"/>
          </a:xfrm>
          <a:prstGeom prst="line">
            <a:avLst/>
          </a:prstGeom>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3190325489"/>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p:txBody>
          <a:bodyPr/>
          <a:lstStyle/>
          <a:p>
            <a:r>
              <a:rPr lang="en-US" altLang="zh-CN" dirty="0">
                <a:sym typeface="Arial" panose="020B0604020202020204" pitchFamily="34" charset="0"/>
              </a:rPr>
              <a:t>5.4.1</a:t>
            </a:r>
            <a:r>
              <a:rPr lang="zh-CN" altLang="en-US" dirty="0">
                <a:sym typeface="Arial" panose="020B0604020202020204" pitchFamily="34" charset="0"/>
              </a:rPr>
              <a:t>虚拟存储技术</a:t>
            </a:r>
          </a:p>
        </p:txBody>
      </p:sp>
      <p:sp>
        <p:nvSpPr>
          <p:cNvPr id="2" name="圆角矩形 1">
            <a:extLst>
              <a:ext uri="{FF2B5EF4-FFF2-40B4-BE49-F238E27FC236}">
                <a16:creationId xmlns:a16="http://schemas.microsoft.com/office/drawing/2014/main" xmlns="" id="{943FA796-849D-6571-F115-D3555E37486D}"/>
              </a:ext>
            </a:extLst>
          </p:cNvPr>
          <p:cNvSpPr/>
          <p:nvPr/>
        </p:nvSpPr>
        <p:spPr>
          <a:xfrm>
            <a:off x="907744" y="1837035"/>
            <a:ext cx="9618016" cy="1915073"/>
          </a:xfrm>
          <a:prstGeom prst="roundRect">
            <a:avLst>
              <a:gd name="adj" fmla="val 7026"/>
            </a:avLst>
          </a:prstGeom>
          <a:solidFill>
            <a:schemeClr val="bg1"/>
          </a:solidFill>
          <a:ln>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ts val="2600"/>
              </a:lnSpc>
            </a:pPr>
            <a:r>
              <a:rPr lang="zh-CN" altLang="en-US" kern="100" dirty="0">
                <a:solidFill>
                  <a:schemeClr val="tx1"/>
                </a:solidFill>
                <a:effectLst/>
                <a:latin typeface="Microsoft YaHei" panose="020B0503020204020204" pitchFamily="34" charset="-122"/>
                <a:ea typeface="Microsoft YaHei" panose="020B0503020204020204" pitchFamily="34" charset="-122"/>
              </a:rPr>
              <a:t>       </a:t>
            </a:r>
            <a:r>
              <a:rPr lang="zh-CN" altLang="zh-CN" kern="100" dirty="0">
                <a:solidFill>
                  <a:schemeClr val="tx1"/>
                </a:solidFill>
                <a:effectLst/>
                <a:latin typeface="Microsoft YaHei" panose="020B0503020204020204" pitchFamily="34" charset="-122"/>
                <a:ea typeface="Microsoft YaHei" panose="020B0503020204020204" pitchFamily="34" charset="-122"/>
              </a:rPr>
              <a:t>当进程开始运行时，先将一部分程序装入内存，另一部分暂时留在外存；当要执行的指令不在内存时，由系统自动完成将它们从外存调入内存的工作；当没有足够的内存空间时，系统自动选择部分内存空间，将其中原有的内容交换到磁盘上，并释放这些内存空间供其他进程使用</a:t>
            </a:r>
          </a:p>
        </p:txBody>
      </p:sp>
      <p:sp>
        <p:nvSpPr>
          <p:cNvPr id="5" name="文本框 4">
            <a:extLst>
              <a:ext uri="{FF2B5EF4-FFF2-40B4-BE49-F238E27FC236}">
                <a16:creationId xmlns:a16="http://schemas.microsoft.com/office/drawing/2014/main" xmlns="" id="{3131230B-E76D-B81C-837A-84685FE69550}"/>
              </a:ext>
            </a:extLst>
          </p:cNvPr>
          <p:cNvSpPr txBox="1"/>
          <p:nvPr/>
        </p:nvSpPr>
        <p:spPr>
          <a:xfrm>
            <a:off x="1033798" y="1628563"/>
            <a:ext cx="2633962" cy="369332"/>
          </a:xfrm>
          <a:prstGeom prst="rect">
            <a:avLst/>
          </a:prstGeom>
          <a:solidFill>
            <a:schemeClr val="bg1"/>
          </a:solidFill>
        </p:spPr>
        <p:txBody>
          <a:bodyPr wrap="square">
            <a:spAutoFit/>
          </a:bodyPr>
          <a:lstStyle/>
          <a:p>
            <a:pPr algn="ctr"/>
            <a:r>
              <a:rPr lang="zh-CN" altLang="zh-CN" sz="1800" b="1" kern="100" dirty="0">
                <a:solidFill>
                  <a:srgbClr val="9A0001"/>
                </a:solidFill>
                <a:effectLst/>
                <a:latin typeface="Microsoft YaHei" panose="020B0503020204020204" pitchFamily="34" charset="-122"/>
                <a:ea typeface="Microsoft YaHei" panose="020B0503020204020204" pitchFamily="34" charset="-122"/>
              </a:rPr>
              <a:t>虚拟存储器的工作原理</a:t>
            </a:r>
            <a:endParaRPr lang="zh-CN" altLang="en-US" b="1" dirty="0">
              <a:solidFill>
                <a:srgbClr val="9A0001"/>
              </a:solidFill>
              <a:latin typeface="Microsoft YaHei" panose="020B0503020204020204" pitchFamily="34" charset="-122"/>
              <a:ea typeface="Microsoft YaHei" panose="020B0503020204020204" pitchFamily="34" charset="-122"/>
            </a:endParaRPr>
          </a:p>
        </p:txBody>
      </p:sp>
      <p:sp>
        <p:nvSpPr>
          <p:cNvPr id="6" name="圆角矩形 5">
            <a:extLst>
              <a:ext uri="{FF2B5EF4-FFF2-40B4-BE49-F238E27FC236}">
                <a16:creationId xmlns:a16="http://schemas.microsoft.com/office/drawing/2014/main" xmlns="" id="{B3FA26AB-C0B1-8326-C118-903BF5BA60D8}"/>
              </a:ext>
            </a:extLst>
          </p:cNvPr>
          <p:cNvSpPr/>
          <p:nvPr/>
        </p:nvSpPr>
        <p:spPr>
          <a:xfrm>
            <a:off x="907744" y="4271900"/>
            <a:ext cx="9618016" cy="1915073"/>
          </a:xfrm>
          <a:prstGeom prst="roundRect">
            <a:avLst>
              <a:gd name="adj" fmla="val 7026"/>
            </a:avLst>
          </a:prstGeom>
          <a:solidFill>
            <a:schemeClr val="bg1"/>
          </a:solidFill>
          <a:ln>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ts val="2600"/>
              </a:lnSpc>
            </a:pPr>
            <a:r>
              <a:rPr lang="zh-CN" altLang="en-US" sz="1800" kern="100" dirty="0">
                <a:solidFill>
                  <a:schemeClr val="tx1"/>
                </a:solidFill>
                <a:effectLst/>
                <a:latin typeface="+mn-ea"/>
                <a:cs typeface="Arial" panose="020B0604020202020204" pitchFamily="34" charset="0"/>
              </a:rPr>
              <a:t>       </a:t>
            </a:r>
            <a:r>
              <a:rPr lang="zh-CN" altLang="zh-CN" sz="1800" kern="100" dirty="0">
                <a:solidFill>
                  <a:schemeClr val="tx1"/>
                </a:solidFill>
                <a:effectLst/>
                <a:latin typeface="+mn-ea"/>
                <a:cs typeface="Arial" panose="020B0604020202020204" pitchFamily="34" charset="0"/>
              </a:rPr>
              <a:t>传统的交换技术中，交换到外存上的对象一般都是进程，也就是说交换技术是以进程为单位进行</a:t>
            </a:r>
            <a:r>
              <a:rPr lang="zh-CN" altLang="en-US" sz="1800" kern="100" dirty="0">
                <a:solidFill>
                  <a:schemeClr val="tx1"/>
                </a:solidFill>
                <a:effectLst/>
                <a:latin typeface="+mn-ea"/>
                <a:cs typeface="Arial" panose="020B0604020202020204" pitchFamily="34" charset="0"/>
              </a:rPr>
              <a:t>；</a:t>
            </a:r>
            <a:r>
              <a:rPr lang="zh-CN" altLang="zh-CN" sz="1800" kern="100" dirty="0">
                <a:solidFill>
                  <a:schemeClr val="tx1"/>
                </a:solidFill>
                <a:effectLst/>
                <a:latin typeface="+mn-ea"/>
                <a:cs typeface="Arial" panose="020B0604020202020204" pitchFamily="34" charset="0"/>
              </a:rPr>
              <a:t>而虚拟存储</a:t>
            </a:r>
            <a:r>
              <a:rPr lang="zh-CN" altLang="zh-CN" sz="1800" kern="100" dirty="0">
                <a:solidFill>
                  <a:srgbClr val="9A0001"/>
                </a:solidFill>
                <a:effectLst/>
                <a:latin typeface="+mn-ea"/>
                <a:cs typeface="Arial" panose="020B0604020202020204" pitchFamily="34" charset="0"/>
              </a:rPr>
              <a:t>——如虚拟页式存储管理方案——</a:t>
            </a:r>
            <a:r>
              <a:rPr lang="zh-CN" altLang="zh-CN" sz="1800" kern="100" dirty="0">
                <a:solidFill>
                  <a:schemeClr val="tx1"/>
                </a:solidFill>
                <a:effectLst/>
                <a:latin typeface="+mn-ea"/>
                <a:cs typeface="Arial" panose="020B0604020202020204" pitchFamily="34" charset="0"/>
              </a:rPr>
              <a:t>一般是以页为交换单位</a:t>
            </a:r>
            <a:endParaRPr lang="zh-CN" altLang="zh-CN" kern="100" dirty="0">
              <a:solidFill>
                <a:schemeClr val="tx1"/>
              </a:solidFill>
              <a:effectLst/>
              <a:latin typeface="+mn-ea"/>
              <a:cs typeface="Arial" panose="020B0604020202020204" pitchFamily="34" charset="0"/>
            </a:endParaRPr>
          </a:p>
        </p:txBody>
      </p:sp>
      <p:sp>
        <p:nvSpPr>
          <p:cNvPr id="7" name="文本框 6">
            <a:extLst>
              <a:ext uri="{FF2B5EF4-FFF2-40B4-BE49-F238E27FC236}">
                <a16:creationId xmlns:a16="http://schemas.microsoft.com/office/drawing/2014/main" xmlns="" id="{2CB7243C-EDF7-3861-FC31-62AA1DB5017D}"/>
              </a:ext>
            </a:extLst>
          </p:cNvPr>
          <p:cNvSpPr txBox="1"/>
          <p:nvPr/>
        </p:nvSpPr>
        <p:spPr>
          <a:xfrm>
            <a:off x="1033798" y="4063428"/>
            <a:ext cx="2989562" cy="369332"/>
          </a:xfrm>
          <a:prstGeom prst="rect">
            <a:avLst/>
          </a:prstGeom>
          <a:solidFill>
            <a:schemeClr val="bg1"/>
          </a:solidFill>
        </p:spPr>
        <p:txBody>
          <a:bodyPr wrap="square">
            <a:spAutoFit/>
          </a:bodyPr>
          <a:lstStyle/>
          <a:p>
            <a:pPr algn="ctr"/>
            <a:r>
              <a:rPr lang="zh-CN" altLang="en-US" sz="1800" b="1" kern="100" dirty="0">
                <a:solidFill>
                  <a:srgbClr val="9A0001"/>
                </a:solidFill>
                <a:effectLst/>
                <a:latin typeface="Microsoft YaHei" panose="020B0503020204020204" pitchFamily="34" charset="-122"/>
                <a:ea typeface="Microsoft YaHei" panose="020B0503020204020204" pitchFamily="34" charset="-122"/>
              </a:rPr>
              <a:t>与交换技术原理上的区别</a:t>
            </a:r>
            <a:endParaRPr lang="zh-CN" altLang="en-US" b="1" dirty="0">
              <a:solidFill>
                <a:srgbClr val="9A0001"/>
              </a:solidFill>
              <a:latin typeface="Microsoft YaHei" panose="020B0503020204020204" pitchFamily="34" charset="-122"/>
              <a:ea typeface="Microsoft YaHei" panose="020B0503020204020204" pitchFamily="34" charset="-122"/>
            </a:endParaRPr>
          </a:p>
        </p:txBody>
      </p:sp>
    </p:spTree>
    <p:extLst>
      <p:ext uri="{BB962C8B-B14F-4D97-AF65-F5344CB8AC3E}">
        <p14:creationId xmlns:p14="http://schemas.microsoft.com/office/powerpoint/2010/main" xmlns="" val="1119693439"/>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p:txBody>
          <a:bodyPr/>
          <a:lstStyle/>
          <a:p>
            <a:r>
              <a:rPr lang="en-US" altLang="zh-CN" dirty="0">
                <a:sym typeface="Arial" panose="020B0604020202020204" pitchFamily="34" charset="0"/>
              </a:rPr>
              <a:t>5.4.1</a:t>
            </a:r>
            <a:r>
              <a:rPr lang="zh-CN" altLang="en-US" dirty="0">
                <a:sym typeface="Arial" panose="020B0604020202020204" pitchFamily="34" charset="0"/>
              </a:rPr>
              <a:t>虚拟存储技术</a:t>
            </a:r>
          </a:p>
        </p:txBody>
      </p:sp>
      <p:sp>
        <p:nvSpPr>
          <p:cNvPr id="2" name="圆角矩形 1">
            <a:extLst>
              <a:ext uri="{FF2B5EF4-FFF2-40B4-BE49-F238E27FC236}">
                <a16:creationId xmlns:a16="http://schemas.microsoft.com/office/drawing/2014/main" xmlns="" id="{943FA796-849D-6571-F115-D3555E37486D}"/>
              </a:ext>
            </a:extLst>
          </p:cNvPr>
          <p:cNvSpPr/>
          <p:nvPr/>
        </p:nvSpPr>
        <p:spPr>
          <a:xfrm>
            <a:off x="907744" y="1837035"/>
            <a:ext cx="9618016" cy="1915073"/>
          </a:xfrm>
          <a:prstGeom prst="roundRect">
            <a:avLst>
              <a:gd name="adj" fmla="val 7026"/>
            </a:avLst>
          </a:prstGeom>
          <a:solidFill>
            <a:schemeClr val="bg1"/>
          </a:solidFill>
          <a:ln>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ts val="2600"/>
              </a:lnSpc>
            </a:pPr>
            <a:r>
              <a:rPr lang="zh-CN" altLang="en-US" kern="100" dirty="0">
                <a:solidFill>
                  <a:schemeClr val="tx1"/>
                </a:solidFill>
                <a:effectLst/>
                <a:latin typeface="Microsoft YaHei" panose="020B0503020204020204" pitchFamily="34" charset="-122"/>
                <a:ea typeface="Microsoft YaHei" panose="020B0503020204020204" pitchFamily="34" charset="-122"/>
              </a:rPr>
              <a:t>       </a:t>
            </a:r>
            <a:r>
              <a:rPr lang="zh-CN" altLang="zh-CN" kern="100" dirty="0">
                <a:solidFill>
                  <a:schemeClr val="tx1"/>
                </a:solidFill>
                <a:effectLst/>
                <a:latin typeface="Microsoft YaHei" panose="020B0503020204020204" pitchFamily="34" charset="-122"/>
                <a:ea typeface="Microsoft YaHei" panose="020B0503020204020204" pitchFamily="34" charset="-122"/>
              </a:rPr>
              <a:t>当</a:t>
            </a:r>
            <a:r>
              <a:rPr lang="zh-CN" altLang="zh-CN" kern="100" dirty="0" smtClean="0">
                <a:solidFill>
                  <a:schemeClr val="tx1"/>
                </a:solidFill>
                <a:effectLst/>
                <a:latin typeface="Microsoft YaHei" panose="020B0503020204020204" pitchFamily="34" charset="-122"/>
                <a:ea typeface="Microsoft YaHei" panose="020B0503020204020204" pitchFamily="34" charset="-122"/>
              </a:rPr>
              <a:t>进程运行</a:t>
            </a:r>
            <a:r>
              <a:rPr lang="zh-CN" altLang="en-US" kern="100" dirty="0" smtClean="0">
                <a:solidFill>
                  <a:schemeClr val="tx1"/>
                </a:solidFill>
                <a:effectLst/>
                <a:latin typeface="Microsoft YaHei" panose="020B0503020204020204" pitchFamily="34" charset="-122"/>
                <a:ea typeface="Microsoft YaHei" panose="020B0503020204020204" pitchFamily="34" charset="-122"/>
              </a:rPr>
              <a:t>中</a:t>
            </a:r>
            <a:r>
              <a:rPr lang="zh-CN" altLang="zh-CN" kern="100" dirty="0" smtClean="0">
                <a:solidFill>
                  <a:schemeClr val="tx1"/>
                </a:solidFill>
                <a:effectLst/>
                <a:latin typeface="Microsoft YaHei" panose="020B0503020204020204" pitchFamily="34" charset="-122"/>
                <a:ea typeface="Microsoft YaHei" panose="020B0503020204020204" pitchFamily="34" charset="-122"/>
              </a:rPr>
              <a:t>，</a:t>
            </a:r>
            <a:r>
              <a:rPr lang="zh-CN" altLang="en-US" kern="100" dirty="0" smtClean="0">
                <a:solidFill>
                  <a:schemeClr val="tx1"/>
                </a:solidFill>
                <a:effectLst/>
                <a:latin typeface="Microsoft YaHei" panose="020B0503020204020204" pitchFamily="34" charset="-122"/>
                <a:ea typeface="Microsoft YaHei" panose="020B0503020204020204" pitchFamily="34" charset="-122"/>
              </a:rPr>
              <a:t>内外存交换的单元以固定大小的页</a:t>
            </a:r>
            <a:r>
              <a:rPr lang="zh-CN" altLang="en-US" kern="100" dirty="0" smtClean="0">
                <a:solidFill>
                  <a:schemeClr val="tx1"/>
                </a:solidFill>
                <a:latin typeface="Microsoft YaHei" panose="020B0503020204020204" pitchFamily="34" charset="-122"/>
                <a:ea typeface="Microsoft YaHei" panose="020B0503020204020204" pitchFamily="34" charset="-122"/>
              </a:rPr>
              <a:t>进行时，称为页式。页式是面向系统的技术，而并不考虑程序的结构，软硬件系统怎么方便就怎么来，因此，程序的代码、数据、堆栈是不加区别地均以页的方式进行分块。为了计算机映射的方便，页的大小通常是</a:t>
            </a:r>
            <a:r>
              <a:rPr lang="en-US" altLang="zh-CN" kern="100" dirty="0" smtClean="0">
                <a:solidFill>
                  <a:schemeClr val="tx1"/>
                </a:solidFill>
                <a:latin typeface="Microsoft YaHei" panose="020B0503020204020204" pitchFamily="34" charset="-122"/>
                <a:ea typeface="Microsoft YaHei" panose="020B0503020204020204" pitchFamily="34" charset="-122"/>
              </a:rPr>
              <a:t>2</a:t>
            </a:r>
            <a:r>
              <a:rPr lang="zh-CN" altLang="en-US" kern="100" dirty="0" smtClean="0">
                <a:solidFill>
                  <a:schemeClr val="tx1"/>
                </a:solidFill>
                <a:latin typeface="Microsoft YaHei" panose="020B0503020204020204" pitchFamily="34" charset="-122"/>
                <a:ea typeface="Microsoft YaHei" panose="020B0503020204020204" pitchFamily="34" charset="-122"/>
              </a:rPr>
              <a:t>的幂次方。</a:t>
            </a:r>
            <a:endParaRPr lang="zh-CN" altLang="zh-CN" kern="100" dirty="0">
              <a:solidFill>
                <a:schemeClr val="tx1"/>
              </a:solidFill>
              <a:effectLst/>
              <a:latin typeface="Microsoft YaHei" panose="020B0503020204020204" pitchFamily="34" charset="-122"/>
              <a:ea typeface="Microsoft YaHei" panose="020B0503020204020204" pitchFamily="34" charset="-122"/>
            </a:endParaRPr>
          </a:p>
        </p:txBody>
      </p:sp>
      <p:sp>
        <p:nvSpPr>
          <p:cNvPr id="5" name="文本框 4">
            <a:extLst>
              <a:ext uri="{FF2B5EF4-FFF2-40B4-BE49-F238E27FC236}">
                <a16:creationId xmlns:a16="http://schemas.microsoft.com/office/drawing/2014/main" xmlns="" id="{3131230B-E76D-B81C-837A-84685FE69550}"/>
              </a:ext>
            </a:extLst>
          </p:cNvPr>
          <p:cNvSpPr txBox="1"/>
          <p:nvPr/>
        </p:nvSpPr>
        <p:spPr>
          <a:xfrm>
            <a:off x="1033797" y="1628563"/>
            <a:ext cx="3341557" cy="369332"/>
          </a:xfrm>
          <a:prstGeom prst="rect">
            <a:avLst/>
          </a:prstGeom>
          <a:solidFill>
            <a:schemeClr val="bg1"/>
          </a:solidFill>
        </p:spPr>
        <p:txBody>
          <a:bodyPr wrap="square">
            <a:spAutoFit/>
          </a:bodyPr>
          <a:lstStyle/>
          <a:p>
            <a:pPr algn="ctr"/>
            <a:r>
              <a:rPr lang="zh-CN" altLang="zh-CN" sz="1800" b="1" kern="100" dirty="0" smtClean="0">
                <a:solidFill>
                  <a:srgbClr val="9A0001"/>
                </a:solidFill>
                <a:effectLst/>
                <a:latin typeface="Microsoft YaHei" panose="020B0503020204020204" pitchFamily="34" charset="-122"/>
                <a:ea typeface="Microsoft YaHei" panose="020B0503020204020204" pitchFamily="34" charset="-122"/>
              </a:rPr>
              <a:t>虚拟</a:t>
            </a:r>
            <a:r>
              <a:rPr lang="zh-CN" altLang="en-US" sz="1800" b="1" kern="100" dirty="0" smtClean="0">
                <a:solidFill>
                  <a:srgbClr val="9A0001"/>
                </a:solidFill>
                <a:effectLst/>
                <a:latin typeface="Microsoft YaHei" panose="020B0503020204020204" pitchFamily="34" charset="-122"/>
                <a:ea typeface="Microsoft YaHei" panose="020B0503020204020204" pitchFamily="34" charset="-122"/>
              </a:rPr>
              <a:t>页式</a:t>
            </a:r>
            <a:r>
              <a:rPr lang="zh-CN" altLang="en-US" b="1" kern="100" dirty="0" smtClean="0">
                <a:solidFill>
                  <a:srgbClr val="9A0001"/>
                </a:solidFill>
                <a:latin typeface="Microsoft YaHei" panose="020B0503020204020204" pitchFamily="34" charset="-122"/>
                <a:ea typeface="Microsoft YaHei" panose="020B0503020204020204" pitchFamily="34" charset="-122"/>
              </a:rPr>
              <a:t>存储技术的</a:t>
            </a:r>
            <a:r>
              <a:rPr lang="zh-CN" altLang="zh-CN" sz="1800" b="1" kern="100" dirty="0" smtClean="0">
                <a:solidFill>
                  <a:srgbClr val="9A0001"/>
                </a:solidFill>
                <a:effectLst/>
                <a:latin typeface="Microsoft YaHei" panose="020B0503020204020204" pitchFamily="34" charset="-122"/>
                <a:ea typeface="Microsoft YaHei" panose="020B0503020204020204" pitchFamily="34" charset="-122"/>
              </a:rPr>
              <a:t>工作</a:t>
            </a:r>
            <a:r>
              <a:rPr lang="zh-CN" altLang="zh-CN" sz="1800" b="1" kern="100" dirty="0">
                <a:solidFill>
                  <a:srgbClr val="9A0001"/>
                </a:solidFill>
                <a:effectLst/>
                <a:latin typeface="Microsoft YaHei" panose="020B0503020204020204" pitchFamily="34" charset="-122"/>
                <a:ea typeface="Microsoft YaHei" panose="020B0503020204020204" pitchFamily="34" charset="-122"/>
              </a:rPr>
              <a:t>原理</a:t>
            </a:r>
            <a:endParaRPr lang="zh-CN" altLang="en-US" b="1" dirty="0">
              <a:solidFill>
                <a:srgbClr val="9A0001"/>
              </a:solidFill>
              <a:latin typeface="Microsoft YaHei" panose="020B0503020204020204" pitchFamily="34" charset="-122"/>
              <a:ea typeface="Microsoft YaHei" panose="020B0503020204020204" pitchFamily="34" charset="-122"/>
            </a:endParaRPr>
          </a:p>
        </p:txBody>
      </p:sp>
      <p:sp>
        <p:nvSpPr>
          <p:cNvPr id="6" name="圆角矩形 5">
            <a:extLst>
              <a:ext uri="{FF2B5EF4-FFF2-40B4-BE49-F238E27FC236}">
                <a16:creationId xmlns:a16="http://schemas.microsoft.com/office/drawing/2014/main" xmlns="" id="{B3FA26AB-C0B1-8326-C118-903BF5BA60D8}"/>
              </a:ext>
            </a:extLst>
          </p:cNvPr>
          <p:cNvSpPr/>
          <p:nvPr/>
        </p:nvSpPr>
        <p:spPr>
          <a:xfrm>
            <a:off x="907744" y="4271900"/>
            <a:ext cx="9618016" cy="1915073"/>
          </a:xfrm>
          <a:prstGeom prst="roundRect">
            <a:avLst>
              <a:gd name="adj" fmla="val 7026"/>
            </a:avLst>
          </a:prstGeom>
          <a:solidFill>
            <a:schemeClr val="bg1"/>
          </a:solidFill>
          <a:ln>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ts val="2600"/>
              </a:lnSpc>
            </a:pPr>
            <a:r>
              <a:rPr lang="en-US" altLang="zh-CN" kern="100" dirty="0" smtClean="0">
                <a:solidFill>
                  <a:schemeClr val="tx1"/>
                </a:solidFill>
                <a:latin typeface="Microsoft YaHei" panose="020B0503020204020204" pitchFamily="34" charset="-122"/>
                <a:ea typeface="Microsoft YaHei" panose="020B0503020204020204" pitchFamily="34" charset="-122"/>
              </a:rPr>
              <a:t>       </a:t>
            </a:r>
            <a:r>
              <a:rPr lang="zh-CN" altLang="zh-CN" kern="100" dirty="0" smtClean="0">
                <a:solidFill>
                  <a:schemeClr val="tx1"/>
                </a:solidFill>
                <a:latin typeface="Microsoft YaHei" panose="020B0503020204020204" pitchFamily="34" charset="-122"/>
                <a:ea typeface="Microsoft YaHei" panose="020B0503020204020204" pitchFamily="34" charset="-122"/>
              </a:rPr>
              <a:t>当</a:t>
            </a:r>
            <a:r>
              <a:rPr lang="zh-CN" altLang="zh-CN" kern="100" dirty="0" smtClean="0">
                <a:solidFill>
                  <a:schemeClr val="tx1"/>
                </a:solidFill>
                <a:latin typeface="Microsoft YaHei" panose="020B0503020204020204" pitchFamily="34" charset="-122"/>
                <a:ea typeface="Microsoft YaHei" panose="020B0503020204020204" pitchFamily="34" charset="-122"/>
              </a:rPr>
              <a:t>进程运行</a:t>
            </a:r>
            <a:r>
              <a:rPr lang="zh-CN" altLang="en-US" kern="100" dirty="0" smtClean="0">
                <a:solidFill>
                  <a:schemeClr val="tx1"/>
                </a:solidFill>
                <a:latin typeface="Microsoft YaHei" panose="020B0503020204020204" pitchFamily="34" charset="-122"/>
                <a:ea typeface="Microsoft YaHei" panose="020B0503020204020204" pitchFamily="34" charset="-122"/>
              </a:rPr>
              <a:t>中</a:t>
            </a:r>
            <a:r>
              <a:rPr lang="zh-CN" altLang="zh-CN" kern="100" dirty="0" smtClean="0">
                <a:solidFill>
                  <a:schemeClr val="tx1"/>
                </a:solidFill>
                <a:latin typeface="Microsoft YaHei" panose="020B0503020204020204" pitchFamily="34" charset="-122"/>
                <a:ea typeface="Microsoft YaHei" panose="020B0503020204020204" pitchFamily="34" charset="-122"/>
              </a:rPr>
              <a:t>，</a:t>
            </a:r>
            <a:r>
              <a:rPr lang="zh-CN" altLang="en-US" kern="100" dirty="0" smtClean="0">
                <a:solidFill>
                  <a:schemeClr val="tx1"/>
                </a:solidFill>
                <a:latin typeface="Microsoft YaHei" panose="020B0503020204020204" pitchFamily="34" charset="-122"/>
                <a:ea typeface="Microsoft YaHei" panose="020B0503020204020204" pitchFamily="34" charset="-122"/>
              </a:rPr>
              <a:t>内外存交换的单元</a:t>
            </a:r>
            <a:r>
              <a:rPr lang="zh-CN" altLang="en-US" kern="100" dirty="0" smtClean="0">
                <a:solidFill>
                  <a:schemeClr val="tx1"/>
                </a:solidFill>
                <a:latin typeface="Microsoft YaHei" panose="020B0503020204020204" pitchFamily="34" charset="-122"/>
                <a:ea typeface="Microsoft YaHei" panose="020B0503020204020204" pitchFamily="34" charset="-122"/>
              </a:rPr>
              <a:t>以程序的结构特征分类进行</a:t>
            </a:r>
            <a:r>
              <a:rPr lang="zh-CN" altLang="en-US" kern="100" dirty="0" smtClean="0">
                <a:solidFill>
                  <a:schemeClr val="tx1"/>
                </a:solidFill>
                <a:latin typeface="Microsoft YaHei" panose="020B0503020204020204" pitchFamily="34" charset="-122"/>
                <a:ea typeface="Microsoft YaHei" panose="020B0503020204020204" pitchFamily="34" charset="-122"/>
              </a:rPr>
              <a:t>时，</a:t>
            </a:r>
            <a:r>
              <a:rPr lang="zh-CN" altLang="en-US" kern="100" dirty="0" smtClean="0">
                <a:solidFill>
                  <a:schemeClr val="tx1"/>
                </a:solidFill>
                <a:latin typeface="Microsoft YaHei" panose="020B0503020204020204" pitchFamily="34" charset="-122"/>
                <a:ea typeface="Microsoft YaHei" panose="020B0503020204020204" pitchFamily="34" charset="-122"/>
              </a:rPr>
              <a:t>称为段式。段式</a:t>
            </a:r>
            <a:r>
              <a:rPr lang="zh-CN" altLang="en-US" kern="100" dirty="0" smtClean="0">
                <a:solidFill>
                  <a:schemeClr val="tx1"/>
                </a:solidFill>
                <a:latin typeface="Microsoft YaHei" panose="020B0503020204020204" pitchFamily="34" charset="-122"/>
                <a:ea typeface="Microsoft YaHei" panose="020B0503020204020204" pitchFamily="34" charset="-122"/>
              </a:rPr>
              <a:t>是</a:t>
            </a:r>
            <a:r>
              <a:rPr lang="zh-CN" altLang="en-US" kern="100" dirty="0" smtClean="0">
                <a:solidFill>
                  <a:schemeClr val="tx1"/>
                </a:solidFill>
                <a:latin typeface="Microsoft YaHei" panose="020B0503020204020204" pitchFamily="34" charset="-122"/>
                <a:ea typeface="Microsoft YaHei" panose="020B0503020204020204" pitchFamily="34" charset="-122"/>
              </a:rPr>
              <a:t>面向</a:t>
            </a:r>
            <a:r>
              <a:rPr lang="zh-CN" altLang="en-US" kern="100" dirty="0" smtClean="0">
                <a:solidFill>
                  <a:schemeClr val="tx1"/>
                </a:solidFill>
                <a:latin typeface="Microsoft YaHei" panose="020B0503020204020204" pitchFamily="34" charset="-122"/>
                <a:ea typeface="Microsoft YaHei" panose="020B0503020204020204" pitchFamily="34" charset="-122"/>
              </a:rPr>
              <a:t>用户</a:t>
            </a:r>
            <a:r>
              <a:rPr lang="zh-CN" altLang="en-US" kern="100" dirty="0" smtClean="0">
                <a:solidFill>
                  <a:schemeClr val="tx1"/>
                </a:solidFill>
                <a:latin typeface="Microsoft YaHei" panose="020B0503020204020204" pitchFamily="34" charset="-122"/>
                <a:ea typeface="Microsoft YaHei" panose="020B0503020204020204" pitchFamily="34" charset="-122"/>
              </a:rPr>
              <a:t>的</a:t>
            </a:r>
            <a:r>
              <a:rPr lang="zh-CN" altLang="en-US" kern="100" dirty="0" smtClean="0">
                <a:solidFill>
                  <a:schemeClr val="tx1"/>
                </a:solidFill>
                <a:latin typeface="Microsoft YaHei" panose="020B0503020204020204" pitchFamily="34" charset="-122"/>
                <a:ea typeface="Microsoft YaHei" panose="020B0503020204020204" pitchFamily="34" charset="-122"/>
              </a:rPr>
              <a:t>技术</a:t>
            </a:r>
            <a:r>
              <a:rPr lang="zh-CN" altLang="en-US" kern="100" dirty="0" smtClean="0">
                <a:solidFill>
                  <a:schemeClr val="tx1"/>
                </a:solidFill>
                <a:latin typeface="Microsoft YaHei" panose="020B0503020204020204" pitchFamily="34" charset="-122"/>
                <a:ea typeface="Microsoft YaHei" panose="020B0503020204020204" pitchFamily="34" charset="-122"/>
              </a:rPr>
              <a:t>，考虑</a:t>
            </a:r>
            <a:r>
              <a:rPr lang="zh-CN" altLang="en-US" kern="100" dirty="0" smtClean="0">
                <a:solidFill>
                  <a:schemeClr val="tx1"/>
                </a:solidFill>
                <a:latin typeface="Microsoft YaHei" panose="020B0503020204020204" pitchFamily="34" charset="-122"/>
                <a:ea typeface="Microsoft YaHei" panose="020B0503020204020204" pitchFamily="34" charset="-122"/>
              </a:rPr>
              <a:t>程序</a:t>
            </a:r>
            <a:r>
              <a:rPr lang="zh-CN" altLang="en-US" kern="100" dirty="0" smtClean="0">
                <a:solidFill>
                  <a:schemeClr val="tx1"/>
                </a:solidFill>
                <a:latin typeface="Microsoft YaHei" panose="020B0503020204020204" pitchFamily="34" charset="-122"/>
                <a:ea typeface="Microsoft YaHei" panose="020B0503020204020204" pitchFamily="34" charset="-122"/>
              </a:rPr>
              <a:t>的组织结构，对代码段、数据段、堆栈段等分别处理，便于进行保护和共享。但是，因为段的大小不固定，所以段式结构除了有段号，还需要有段长的</a:t>
            </a:r>
            <a:r>
              <a:rPr lang="zh-CN" altLang="en-US" kern="100" smtClean="0">
                <a:solidFill>
                  <a:schemeClr val="tx1"/>
                </a:solidFill>
                <a:latin typeface="Microsoft YaHei" panose="020B0503020204020204" pitchFamily="34" charset="-122"/>
                <a:ea typeface="Microsoft YaHei" panose="020B0503020204020204" pitchFamily="34" charset="-122"/>
              </a:rPr>
              <a:t>变量，这增加</a:t>
            </a:r>
            <a:r>
              <a:rPr lang="zh-CN" altLang="en-US" kern="100" dirty="0" smtClean="0">
                <a:solidFill>
                  <a:schemeClr val="tx1"/>
                </a:solidFill>
                <a:latin typeface="Microsoft YaHei" panose="020B0503020204020204" pitchFamily="34" charset="-122"/>
                <a:ea typeface="Microsoft YaHei" panose="020B0503020204020204" pitchFamily="34" charset="-122"/>
              </a:rPr>
              <a:t>了计算机系统的</a:t>
            </a:r>
            <a:r>
              <a:rPr lang="zh-CN" altLang="en-US" kern="100" smtClean="0">
                <a:solidFill>
                  <a:schemeClr val="tx1"/>
                </a:solidFill>
                <a:latin typeface="Microsoft YaHei" panose="020B0503020204020204" pitchFamily="34" charset="-122"/>
                <a:ea typeface="Microsoft YaHei" panose="020B0503020204020204" pitchFamily="34" charset="-122"/>
              </a:rPr>
              <a:t>复杂度。</a:t>
            </a:r>
            <a:endParaRPr lang="zh-CN" altLang="zh-CN" kern="100" dirty="0">
              <a:solidFill>
                <a:schemeClr val="tx1"/>
              </a:solidFill>
              <a:effectLst/>
              <a:latin typeface="+mn-ea"/>
              <a:cs typeface="Arial" panose="020B0604020202020204" pitchFamily="34" charset="0"/>
            </a:endParaRPr>
          </a:p>
        </p:txBody>
      </p:sp>
      <p:sp>
        <p:nvSpPr>
          <p:cNvPr id="7" name="文本框 6">
            <a:extLst>
              <a:ext uri="{FF2B5EF4-FFF2-40B4-BE49-F238E27FC236}">
                <a16:creationId xmlns:a16="http://schemas.microsoft.com/office/drawing/2014/main" xmlns="" id="{2CB7243C-EDF7-3861-FC31-62AA1DB5017D}"/>
              </a:ext>
            </a:extLst>
          </p:cNvPr>
          <p:cNvSpPr txBox="1"/>
          <p:nvPr/>
        </p:nvSpPr>
        <p:spPr>
          <a:xfrm>
            <a:off x="1033797" y="4063428"/>
            <a:ext cx="3425131" cy="369332"/>
          </a:xfrm>
          <a:prstGeom prst="rect">
            <a:avLst/>
          </a:prstGeom>
          <a:solidFill>
            <a:schemeClr val="bg1"/>
          </a:solidFill>
        </p:spPr>
        <p:txBody>
          <a:bodyPr wrap="square">
            <a:spAutoFit/>
          </a:bodyPr>
          <a:lstStyle/>
          <a:p>
            <a:pPr algn="ctr"/>
            <a:r>
              <a:rPr lang="zh-CN" altLang="zh-CN" b="1" kern="100" dirty="0" smtClean="0">
                <a:solidFill>
                  <a:srgbClr val="9A0001"/>
                </a:solidFill>
                <a:latin typeface="Microsoft YaHei" panose="020B0503020204020204" pitchFamily="34" charset="-122"/>
                <a:ea typeface="Microsoft YaHei" panose="020B0503020204020204" pitchFamily="34" charset="-122"/>
              </a:rPr>
              <a:t>虚拟</a:t>
            </a:r>
            <a:r>
              <a:rPr lang="zh-CN" altLang="en-US" b="1" kern="100" dirty="0" smtClean="0">
                <a:solidFill>
                  <a:srgbClr val="9A0001"/>
                </a:solidFill>
                <a:latin typeface="Microsoft YaHei" panose="020B0503020204020204" pitchFamily="34" charset="-122"/>
                <a:ea typeface="Microsoft YaHei" panose="020B0503020204020204" pitchFamily="34" charset="-122"/>
              </a:rPr>
              <a:t>段式</a:t>
            </a:r>
            <a:r>
              <a:rPr lang="zh-CN" altLang="en-US" b="1" kern="100" dirty="0" smtClean="0">
                <a:solidFill>
                  <a:srgbClr val="9A0001"/>
                </a:solidFill>
                <a:latin typeface="Microsoft YaHei" panose="020B0503020204020204" pitchFamily="34" charset="-122"/>
                <a:ea typeface="Microsoft YaHei" panose="020B0503020204020204" pitchFamily="34" charset="-122"/>
              </a:rPr>
              <a:t>存储技术的</a:t>
            </a:r>
            <a:r>
              <a:rPr lang="zh-CN" altLang="zh-CN" b="1" kern="100" dirty="0" smtClean="0">
                <a:solidFill>
                  <a:srgbClr val="9A0001"/>
                </a:solidFill>
                <a:latin typeface="Microsoft YaHei" panose="020B0503020204020204" pitchFamily="34" charset="-122"/>
                <a:ea typeface="Microsoft YaHei" panose="020B0503020204020204" pitchFamily="34" charset="-122"/>
              </a:rPr>
              <a:t>工作原理</a:t>
            </a:r>
            <a:endParaRPr lang="zh-CN" altLang="en-US" b="1" dirty="0">
              <a:solidFill>
                <a:srgbClr val="9A0001"/>
              </a:solidFill>
              <a:latin typeface="Microsoft YaHei" panose="020B0503020204020204" pitchFamily="34" charset="-122"/>
              <a:ea typeface="Microsoft YaHei" panose="020B0503020204020204" pitchFamily="34" charset="-122"/>
            </a:endParaRPr>
          </a:p>
        </p:txBody>
      </p:sp>
    </p:spTree>
    <p:extLst>
      <p:ext uri="{BB962C8B-B14F-4D97-AF65-F5344CB8AC3E}">
        <p14:creationId xmlns:p14="http://schemas.microsoft.com/office/powerpoint/2010/main" xmlns="" val="1119693439"/>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p:txBody>
          <a:bodyPr/>
          <a:lstStyle/>
          <a:p>
            <a:r>
              <a:rPr lang="en-US" altLang="zh-CN" dirty="0">
                <a:sym typeface="Arial" panose="020B0604020202020204" pitchFamily="34" charset="0"/>
              </a:rPr>
              <a:t>5.4.2</a:t>
            </a:r>
            <a:r>
              <a:rPr lang="zh-CN" altLang="en-US" dirty="0">
                <a:sym typeface="Arial" panose="020B0604020202020204" pitchFamily="34" charset="0"/>
              </a:rPr>
              <a:t>虚拟页式存储管理</a:t>
            </a:r>
          </a:p>
        </p:txBody>
      </p:sp>
      <p:grpSp>
        <p:nvGrpSpPr>
          <p:cNvPr id="2" name="组合 1">
            <a:extLst>
              <a:ext uri="{FF2B5EF4-FFF2-40B4-BE49-F238E27FC236}">
                <a16:creationId xmlns:a16="http://schemas.microsoft.com/office/drawing/2014/main" xmlns="" id="{C2B1D25F-718D-6701-0284-6DD5FC2B1CC5}"/>
              </a:ext>
            </a:extLst>
          </p:cNvPr>
          <p:cNvGrpSpPr/>
          <p:nvPr/>
        </p:nvGrpSpPr>
        <p:grpSpPr>
          <a:xfrm>
            <a:off x="643052" y="3287443"/>
            <a:ext cx="1266290" cy="1058955"/>
            <a:chOff x="737171" y="5495017"/>
            <a:chExt cx="1266290" cy="1058955"/>
          </a:xfrm>
        </p:grpSpPr>
        <p:sp>
          <p:nvSpPr>
            <p:cNvPr id="4" name="圆角矩形 3">
              <a:extLst>
                <a:ext uri="{FF2B5EF4-FFF2-40B4-BE49-F238E27FC236}">
                  <a16:creationId xmlns:a16="http://schemas.microsoft.com/office/drawing/2014/main" xmlns="" id="{0DF45242-14AA-06D3-41DA-EE020A975C22}"/>
                </a:ext>
              </a:extLst>
            </p:cNvPr>
            <p:cNvSpPr/>
            <p:nvPr/>
          </p:nvSpPr>
          <p:spPr>
            <a:xfrm>
              <a:off x="737171" y="5495017"/>
              <a:ext cx="1266290" cy="1058955"/>
            </a:xfrm>
            <a:prstGeom prst="roundRect">
              <a:avLst>
                <a:gd name="adj" fmla="val 1111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Microsoft YaHei" panose="020B0503020204020204" pitchFamily="34" charset="-122"/>
                <a:ea typeface="Microsoft YaHei" panose="020B0503020204020204" pitchFamily="34" charset="-122"/>
              </a:endParaRPr>
            </a:p>
          </p:txBody>
        </p:sp>
        <p:sp>
          <p:nvSpPr>
            <p:cNvPr id="5" name="文本框 4">
              <a:extLst>
                <a:ext uri="{FF2B5EF4-FFF2-40B4-BE49-F238E27FC236}">
                  <a16:creationId xmlns:a16="http://schemas.microsoft.com/office/drawing/2014/main" xmlns="" id="{94D554B2-9568-8945-E1A3-BFEC89603935}"/>
                </a:ext>
              </a:extLst>
            </p:cNvPr>
            <p:cNvSpPr txBox="1"/>
            <p:nvPr/>
          </p:nvSpPr>
          <p:spPr>
            <a:xfrm>
              <a:off x="737171" y="5713921"/>
              <a:ext cx="1266290" cy="707886"/>
            </a:xfrm>
            <a:prstGeom prst="rect">
              <a:avLst/>
            </a:prstGeom>
            <a:noFill/>
          </p:spPr>
          <p:txBody>
            <a:bodyPr wrap="square">
              <a:spAutoFit/>
            </a:bodyPr>
            <a:lstStyle/>
            <a:p>
              <a:pPr algn="ctr"/>
              <a:r>
                <a:rPr lang="zh-CN" altLang="en-US" sz="2000" b="1" kern="100" dirty="0">
                  <a:solidFill>
                    <a:schemeClr val="bg1"/>
                  </a:solidFill>
                  <a:effectLst/>
                  <a:latin typeface="Microsoft YaHei" panose="020B0503020204020204" pitchFamily="34" charset="-122"/>
                  <a:ea typeface="Microsoft YaHei" panose="020B0503020204020204" pitchFamily="34" charset="-122"/>
                </a:rPr>
                <a:t>虚拟页式</a:t>
              </a:r>
              <a:endParaRPr lang="en-US" altLang="zh-CN" sz="2000" b="1" kern="100" dirty="0">
                <a:solidFill>
                  <a:schemeClr val="bg1"/>
                </a:solidFill>
                <a:effectLst/>
                <a:latin typeface="Microsoft YaHei" panose="020B0503020204020204" pitchFamily="34" charset="-122"/>
                <a:ea typeface="Microsoft YaHei" panose="020B0503020204020204" pitchFamily="34" charset="-122"/>
              </a:endParaRPr>
            </a:p>
            <a:p>
              <a:pPr algn="ctr"/>
              <a:r>
                <a:rPr lang="zh-CN" altLang="en-US" sz="2000" b="1" kern="100" dirty="0">
                  <a:solidFill>
                    <a:schemeClr val="bg1"/>
                  </a:solidFill>
                  <a:latin typeface="Microsoft YaHei" panose="020B0503020204020204" pitchFamily="34" charset="-122"/>
                  <a:ea typeface="Microsoft YaHei" panose="020B0503020204020204" pitchFamily="34" charset="-122"/>
                </a:rPr>
                <a:t>存储管理</a:t>
              </a:r>
              <a:endParaRPr lang="zh-CN" altLang="en-US" sz="2000" b="1" dirty="0">
                <a:solidFill>
                  <a:schemeClr val="bg1"/>
                </a:solidFill>
                <a:latin typeface="Microsoft YaHei" panose="020B0503020204020204" pitchFamily="34" charset="-122"/>
                <a:ea typeface="Microsoft YaHei" panose="020B0503020204020204" pitchFamily="34" charset="-122"/>
              </a:endParaRPr>
            </a:p>
          </p:txBody>
        </p:sp>
      </p:grpSp>
      <p:grpSp>
        <p:nvGrpSpPr>
          <p:cNvPr id="3" name="组合 5">
            <a:extLst>
              <a:ext uri="{FF2B5EF4-FFF2-40B4-BE49-F238E27FC236}">
                <a16:creationId xmlns:a16="http://schemas.microsoft.com/office/drawing/2014/main" xmlns="" id="{85C7731D-F5E2-9356-AFCF-B88FE7528250}"/>
              </a:ext>
            </a:extLst>
          </p:cNvPr>
          <p:cNvGrpSpPr/>
          <p:nvPr/>
        </p:nvGrpSpPr>
        <p:grpSpPr>
          <a:xfrm>
            <a:off x="2874731" y="2089498"/>
            <a:ext cx="1266290" cy="554804"/>
            <a:chOff x="737171" y="5636574"/>
            <a:chExt cx="1266290" cy="554804"/>
          </a:xfrm>
        </p:grpSpPr>
        <p:sp>
          <p:nvSpPr>
            <p:cNvPr id="7" name="圆角矩形 6">
              <a:extLst>
                <a:ext uri="{FF2B5EF4-FFF2-40B4-BE49-F238E27FC236}">
                  <a16:creationId xmlns:a16="http://schemas.microsoft.com/office/drawing/2014/main" xmlns="" id="{091F9E26-6044-4270-5F7D-ABD7B10A303A}"/>
                </a:ext>
              </a:extLst>
            </p:cNvPr>
            <p:cNvSpPr/>
            <p:nvPr/>
          </p:nvSpPr>
          <p:spPr>
            <a:xfrm>
              <a:off x="737171" y="5636574"/>
              <a:ext cx="1266290" cy="554804"/>
            </a:xfrm>
            <a:prstGeom prst="roundRect">
              <a:avLst>
                <a:gd name="adj" fmla="val 1111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Microsoft YaHei" panose="020B0503020204020204" pitchFamily="34" charset="-122"/>
                <a:ea typeface="Microsoft YaHei" panose="020B0503020204020204" pitchFamily="34" charset="-122"/>
              </a:endParaRPr>
            </a:p>
          </p:txBody>
        </p:sp>
        <p:sp>
          <p:nvSpPr>
            <p:cNvPr id="9" name="文本框 8">
              <a:extLst>
                <a:ext uri="{FF2B5EF4-FFF2-40B4-BE49-F238E27FC236}">
                  <a16:creationId xmlns:a16="http://schemas.microsoft.com/office/drawing/2014/main" xmlns="" id="{AB8A7AD7-F70C-B813-16F6-E2C366F720A6}"/>
                </a:ext>
              </a:extLst>
            </p:cNvPr>
            <p:cNvSpPr txBox="1"/>
            <p:nvPr/>
          </p:nvSpPr>
          <p:spPr>
            <a:xfrm>
              <a:off x="737171" y="5713921"/>
              <a:ext cx="1266290" cy="400110"/>
            </a:xfrm>
            <a:prstGeom prst="rect">
              <a:avLst/>
            </a:prstGeom>
            <a:noFill/>
          </p:spPr>
          <p:txBody>
            <a:bodyPr wrap="square">
              <a:spAutoFit/>
            </a:bodyPr>
            <a:lstStyle/>
            <a:p>
              <a:pPr algn="ctr"/>
              <a:r>
                <a:rPr lang="zh-CN" altLang="en-US" sz="2000" b="1" kern="100" dirty="0">
                  <a:solidFill>
                    <a:schemeClr val="bg1"/>
                  </a:solidFill>
                  <a:latin typeface="Microsoft YaHei" panose="020B0503020204020204" pitchFamily="34" charset="-122"/>
                  <a:ea typeface="Microsoft YaHei" panose="020B0503020204020204" pitchFamily="34" charset="-122"/>
                </a:rPr>
                <a:t>发展</a:t>
              </a:r>
              <a:endParaRPr lang="zh-CN" altLang="en-US" sz="2000" b="1" dirty="0">
                <a:solidFill>
                  <a:schemeClr val="bg1"/>
                </a:solidFill>
                <a:latin typeface="Microsoft YaHei" panose="020B0503020204020204" pitchFamily="34" charset="-122"/>
                <a:ea typeface="Microsoft YaHei" panose="020B0503020204020204" pitchFamily="34" charset="-122"/>
              </a:endParaRPr>
            </a:p>
          </p:txBody>
        </p:sp>
      </p:grpSp>
      <p:grpSp>
        <p:nvGrpSpPr>
          <p:cNvPr id="6" name="组合 9">
            <a:extLst>
              <a:ext uri="{FF2B5EF4-FFF2-40B4-BE49-F238E27FC236}">
                <a16:creationId xmlns:a16="http://schemas.microsoft.com/office/drawing/2014/main" xmlns="" id="{A9C5DDAD-1737-E0D5-452C-8C8D82C3AA43}"/>
              </a:ext>
            </a:extLst>
          </p:cNvPr>
          <p:cNvGrpSpPr/>
          <p:nvPr/>
        </p:nvGrpSpPr>
        <p:grpSpPr>
          <a:xfrm>
            <a:off x="2874731" y="4780832"/>
            <a:ext cx="1266290" cy="554804"/>
            <a:chOff x="737171" y="5636574"/>
            <a:chExt cx="1266290" cy="554804"/>
          </a:xfrm>
        </p:grpSpPr>
        <p:sp>
          <p:nvSpPr>
            <p:cNvPr id="11" name="圆角矩形 10">
              <a:extLst>
                <a:ext uri="{FF2B5EF4-FFF2-40B4-BE49-F238E27FC236}">
                  <a16:creationId xmlns:a16="http://schemas.microsoft.com/office/drawing/2014/main" xmlns="" id="{7AB87E10-C603-C70F-25EF-18277CA21751}"/>
                </a:ext>
              </a:extLst>
            </p:cNvPr>
            <p:cNvSpPr/>
            <p:nvPr/>
          </p:nvSpPr>
          <p:spPr>
            <a:xfrm>
              <a:off x="737171" y="5636574"/>
              <a:ext cx="1266290" cy="554804"/>
            </a:xfrm>
            <a:prstGeom prst="roundRect">
              <a:avLst>
                <a:gd name="adj" fmla="val 1111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dirty="0">
                <a:latin typeface="Microsoft YaHei" panose="020B0503020204020204" pitchFamily="34" charset="-122"/>
                <a:ea typeface="Microsoft YaHei" panose="020B0503020204020204" pitchFamily="34" charset="-122"/>
              </a:endParaRPr>
            </a:p>
          </p:txBody>
        </p:sp>
        <p:sp>
          <p:nvSpPr>
            <p:cNvPr id="12" name="文本框 11">
              <a:extLst>
                <a:ext uri="{FF2B5EF4-FFF2-40B4-BE49-F238E27FC236}">
                  <a16:creationId xmlns:a16="http://schemas.microsoft.com/office/drawing/2014/main" xmlns="" id="{3434EFB7-CA42-1E55-1F41-388514205E48}"/>
                </a:ext>
              </a:extLst>
            </p:cNvPr>
            <p:cNvSpPr txBox="1"/>
            <p:nvPr/>
          </p:nvSpPr>
          <p:spPr>
            <a:xfrm>
              <a:off x="737171" y="5713921"/>
              <a:ext cx="1266290" cy="400110"/>
            </a:xfrm>
            <a:prstGeom prst="rect">
              <a:avLst/>
            </a:prstGeom>
            <a:noFill/>
          </p:spPr>
          <p:txBody>
            <a:bodyPr wrap="square">
              <a:spAutoFit/>
            </a:bodyPr>
            <a:lstStyle/>
            <a:p>
              <a:pPr algn="ctr"/>
              <a:r>
                <a:rPr lang="zh-CN" altLang="en-US" sz="2000" b="1" dirty="0">
                  <a:solidFill>
                    <a:schemeClr val="bg1"/>
                  </a:solidFill>
                  <a:latin typeface="Microsoft YaHei" panose="020B0503020204020204" pitchFamily="34" charset="-122"/>
                  <a:ea typeface="Microsoft YaHei" panose="020B0503020204020204" pitchFamily="34" charset="-122"/>
                </a:rPr>
                <a:t>实现方式</a:t>
              </a:r>
            </a:p>
          </p:txBody>
        </p:sp>
      </p:grpSp>
      <p:sp>
        <p:nvSpPr>
          <p:cNvPr id="16" name="圆角矩形 15">
            <a:extLst>
              <a:ext uri="{FF2B5EF4-FFF2-40B4-BE49-F238E27FC236}">
                <a16:creationId xmlns:a16="http://schemas.microsoft.com/office/drawing/2014/main" xmlns="" id="{C08351AE-4526-51E8-4727-BEB8DF711893}"/>
              </a:ext>
            </a:extLst>
          </p:cNvPr>
          <p:cNvSpPr/>
          <p:nvPr/>
        </p:nvSpPr>
        <p:spPr>
          <a:xfrm>
            <a:off x="4372304" y="1911667"/>
            <a:ext cx="6831724" cy="1310575"/>
          </a:xfrm>
          <a:prstGeom prst="roundRect">
            <a:avLst>
              <a:gd name="adj" fmla="val 7026"/>
            </a:avLst>
          </a:prstGeom>
          <a:solidFill>
            <a:schemeClr val="bg1"/>
          </a:solidFill>
          <a:ln>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ts val="2600"/>
              </a:lnSpc>
            </a:pPr>
            <a:r>
              <a:rPr lang="zh-CN" altLang="zh-CN" sz="1600" kern="100" dirty="0">
                <a:solidFill>
                  <a:schemeClr val="tx1"/>
                </a:solidFill>
                <a:effectLst/>
                <a:latin typeface="Microsoft YaHei" panose="020B0503020204020204" pitchFamily="34" charset="-122"/>
                <a:ea typeface="Microsoft YaHei" panose="020B0503020204020204" pitchFamily="34" charset="-122"/>
              </a:rPr>
              <a:t>首先由英国曼彻斯特大学提出，并在该校的</a:t>
            </a:r>
            <a:r>
              <a:rPr lang="en-US" altLang="zh-CN" sz="1600" kern="100" dirty="0">
                <a:solidFill>
                  <a:schemeClr val="tx1"/>
                </a:solidFill>
                <a:effectLst/>
                <a:latin typeface="Microsoft YaHei" panose="020B0503020204020204" pitchFamily="34" charset="-122"/>
                <a:ea typeface="Microsoft YaHei" panose="020B0503020204020204" pitchFamily="34" charset="-122"/>
              </a:rPr>
              <a:t>Atlas</a:t>
            </a:r>
            <a:r>
              <a:rPr lang="zh-CN" altLang="zh-CN" sz="1600" kern="100" dirty="0">
                <a:solidFill>
                  <a:schemeClr val="tx1"/>
                </a:solidFill>
                <a:effectLst/>
                <a:latin typeface="Microsoft YaHei" panose="020B0503020204020204" pitchFamily="34" charset="-122"/>
                <a:ea typeface="Microsoft YaHei" panose="020B0503020204020204" pitchFamily="34" charset="-122"/>
              </a:rPr>
              <a:t>计算机上使用。该技术近年来已广泛用于微机系统中，支持页式存储管理的硬件部件通常称为“存储管理部件”（</a:t>
            </a:r>
            <a:r>
              <a:rPr lang="en-US" altLang="zh-CN" sz="1600" kern="100" dirty="0">
                <a:solidFill>
                  <a:schemeClr val="tx1"/>
                </a:solidFill>
                <a:effectLst/>
                <a:latin typeface="Microsoft YaHei" panose="020B0503020204020204" pitchFamily="34" charset="-122"/>
                <a:ea typeface="Microsoft YaHei" panose="020B0503020204020204" pitchFamily="34" charset="-122"/>
              </a:rPr>
              <a:t>MMU</a:t>
            </a:r>
            <a:r>
              <a:rPr lang="zh-CN" altLang="zh-CN" sz="1600" kern="100" dirty="0">
                <a:solidFill>
                  <a:schemeClr val="tx1"/>
                </a:solidFill>
                <a:effectLst/>
                <a:latin typeface="Microsoft YaHei" panose="020B0503020204020204" pitchFamily="34" charset="-122"/>
                <a:ea typeface="Microsoft YaHei" panose="020B0503020204020204" pitchFamily="34" charset="-122"/>
              </a:rPr>
              <a:t>：</a:t>
            </a:r>
            <a:r>
              <a:rPr lang="en-US" altLang="zh-CN" sz="1600" kern="100" dirty="0">
                <a:solidFill>
                  <a:schemeClr val="tx1"/>
                </a:solidFill>
                <a:effectLst/>
                <a:latin typeface="Microsoft YaHei" panose="020B0503020204020204" pitchFamily="34" charset="-122"/>
                <a:ea typeface="Microsoft YaHei" panose="020B0503020204020204" pitchFamily="34" charset="-122"/>
              </a:rPr>
              <a:t>Memory Management Unit</a:t>
            </a:r>
            <a:r>
              <a:rPr lang="zh-CN" altLang="zh-CN" sz="1600" kern="100" dirty="0">
                <a:solidFill>
                  <a:schemeClr val="tx1"/>
                </a:solidFill>
                <a:effectLst/>
                <a:latin typeface="Microsoft YaHei" panose="020B0503020204020204" pitchFamily="34" charset="-122"/>
                <a:ea typeface="Microsoft YaHei" panose="020B0503020204020204" pitchFamily="34" charset="-122"/>
              </a:rPr>
              <a:t>）</a:t>
            </a:r>
          </a:p>
        </p:txBody>
      </p:sp>
      <p:sp>
        <p:nvSpPr>
          <p:cNvPr id="17" name="圆角矩形 16">
            <a:extLst>
              <a:ext uri="{FF2B5EF4-FFF2-40B4-BE49-F238E27FC236}">
                <a16:creationId xmlns:a16="http://schemas.microsoft.com/office/drawing/2014/main" xmlns="" id="{E35C8EFF-928A-9FD7-54B7-A00CF782A0B6}"/>
              </a:ext>
            </a:extLst>
          </p:cNvPr>
          <p:cNvSpPr/>
          <p:nvPr/>
        </p:nvSpPr>
        <p:spPr>
          <a:xfrm>
            <a:off x="4372304" y="3429001"/>
            <a:ext cx="6831724" cy="2558440"/>
          </a:xfrm>
          <a:prstGeom prst="roundRect">
            <a:avLst>
              <a:gd name="adj" fmla="val 7026"/>
            </a:avLst>
          </a:prstGeom>
          <a:solidFill>
            <a:schemeClr val="bg1"/>
          </a:solidFill>
          <a:ln>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ts val="2600"/>
              </a:lnSpc>
            </a:pPr>
            <a:r>
              <a:rPr lang="zh-CN" altLang="zh-CN" sz="1800" kern="100" dirty="0">
                <a:solidFill>
                  <a:schemeClr val="tx1"/>
                </a:solidFill>
                <a:effectLst/>
                <a:latin typeface="Microsoft YaHei" panose="020B0503020204020204" pitchFamily="34" charset="-122"/>
                <a:ea typeface="Microsoft YaHei" panose="020B0503020204020204" pitchFamily="34" charset="-122"/>
              </a:rPr>
              <a:t>存储管理部件首先把内存分成大小相等的许多块，把每个块称为“物理页面”或</a:t>
            </a:r>
            <a:r>
              <a:rPr lang="en-US" altLang="zh-CN" sz="1800" kern="100" dirty="0">
                <a:solidFill>
                  <a:schemeClr val="tx1"/>
                </a:solidFill>
                <a:effectLst/>
                <a:latin typeface="Microsoft YaHei" panose="020B0503020204020204" pitchFamily="34" charset="-122"/>
                <a:ea typeface="Microsoft YaHei" panose="020B0503020204020204" pitchFamily="34" charset="-122"/>
              </a:rPr>
              <a:t>“</a:t>
            </a:r>
            <a:r>
              <a:rPr lang="zh-CN" altLang="zh-CN" sz="1800" kern="100" dirty="0">
                <a:solidFill>
                  <a:schemeClr val="tx1"/>
                </a:solidFill>
                <a:effectLst/>
                <a:latin typeface="Microsoft YaHei" panose="020B0503020204020204" pitchFamily="34" charset="-122"/>
                <a:ea typeface="Microsoft YaHei" panose="020B0503020204020204" pitchFamily="34" charset="-122"/>
              </a:rPr>
              <a:t>页框</a:t>
            </a:r>
            <a:r>
              <a:rPr lang="en-US" altLang="zh-CN" sz="1800" kern="100" dirty="0">
                <a:solidFill>
                  <a:schemeClr val="tx1"/>
                </a:solidFill>
                <a:effectLst/>
                <a:latin typeface="Microsoft YaHei" panose="020B0503020204020204" pitchFamily="34" charset="-122"/>
                <a:ea typeface="Microsoft YaHei" panose="020B0503020204020204" pitchFamily="34" charset="-122"/>
              </a:rPr>
              <a:t>”</a:t>
            </a:r>
            <a:r>
              <a:rPr lang="zh-CN" altLang="zh-CN" sz="1800" kern="100" dirty="0">
                <a:solidFill>
                  <a:schemeClr val="tx1"/>
                </a:solidFill>
                <a:effectLst/>
                <a:latin typeface="Microsoft YaHei" panose="020B0503020204020204" pitchFamily="34" charset="-122"/>
                <a:ea typeface="Microsoft YaHei" panose="020B0503020204020204" pitchFamily="34" charset="-122"/>
              </a:rPr>
              <a:t>，物理页面是进行内存空间分配的物理单位。同时，要求程序中的逻辑地址也进行分页，页的大小与物理页面的大小一致。此时“逻辑地址”可被称为虚拟地址。</a:t>
            </a:r>
            <a:r>
              <a:rPr lang="zh-CN" altLang="zh-CN" sz="1800" kern="100" dirty="0">
                <a:solidFill>
                  <a:schemeClr val="tx1"/>
                </a:solidFill>
                <a:effectLst/>
                <a:latin typeface="Microsoft YaHei" panose="020B0503020204020204" pitchFamily="34" charset="-122"/>
                <a:ea typeface="Microsoft YaHei" panose="020B0503020204020204" pitchFamily="34" charset="-122"/>
                <a:cs typeface="Times New Roman" panose="02020603050405020304" pitchFamily="18" charset="0"/>
              </a:rPr>
              <a:t>这样，就可把程序信息按页存放到物理页面中。于是，页式存储器提供编程使用的虚拟地址由两部分组成：虚拟页号和页内地址</a:t>
            </a:r>
            <a:endParaRPr lang="zh-CN" altLang="zh-CN" sz="1800" kern="100" dirty="0">
              <a:solidFill>
                <a:schemeClr val="tx1"/>
              </a:solidFill>
              <a:effectLst/>
              <a:latin typeface="Microsoft YaHei" panose="020B0503020204020204" pitchFamily="34" charset="-122"/>
              <a:ea typeface="Microsoft YaHei" panose="020B0503020204020204" pitchFamily="34" charset="-122"/>
            </a:endParaRPr>
          </a:p>
        </p:txBody>
      </p:sp>
      <p:cxnSp>
        <p:nvCxnSpPr>
          <p:cNvPr id="19" name="直线连接符 18">
            <a:extLst>
              <a:ext uri="{FF2B5EF4-FFF2-40B4-BE49-F238E27FC236}">
                <a16:creationId xmlns:a16="http://schemas.microsoft.com/office/drawing/2014/main" xmlns="" id="{98CFE3E3-BD2A-FCAF-096F-4986E6A60E56}"/>
              </a:ext>
            </a:extLst>
          </p:cNvPr>
          <p:cNvCxnSpPr>
            <a:stCxn id="5" idx="3"/>
            <a:endCxn id="9" idx="1"/>
          </p:cNvCxnSpPr>
          <p:nvPr/>
        </p:nvCxnSpPr>
        <p:spPr>
          <a:xfrm flipV="1">
            <a:off x="1909342" y="2366900"/>
            <a:ext cx="965389" cy="1493390"/>
          </a:xfrm>
          <a:prstGeom prst="line">
            <a:avLst/>
          </a:prstGeom>
        </p:spPr>
        <p:style>
          <a:lnRef idx="1">
            <a:schemeClr val="accent1"/>
          </a:lnRef>
          <a:fillRef idx="0">
            <a:schemeClr val="accent1"/>
          </a:fillRef>
          <a:effectRef idx="0">
            <a:schemeClr val="accent1"/>
          </a:effectRef>
          <a:fontRef idx="minor">
            <a:schemeClr val="tx1"/>
          </a:fontRef>
        </p:style>
      </p:cxnSp>
      <p:cxnSp>
        <p:nvCxnSpPr>
          <p:cNvPr id="21" name="直线连接符 20">
            <a:extLst>
              <a:ext uri="{FF2B5EF4-FFF2-40B4-BE49-F238E27FC236}">
                <a16:creationId xmlns:a16="http://schemas.microsoft.com/office/drawing/2014/main" xmlns="" id="{0D2ACC08-E260-AD33-2F81-E06F00D7AD67}"/>
              </a:ext>
            </a:extLst>
          </p:cNvPr>
          <p:cNvCxnSpPr>
            <a:cxnSpLocks/>
            <a:stCxn id="5" idx="3"/>
            <a:endCxn id="12" idx="1"/>
          </p:cNvCxnSpPr>
          <p:nvPr/>
        </p:nvCxnSpPr>
        <p:spPr>
          <a:xfrm>
            <a:off x="1909342" y="3860290"/>
            <a:ext cx="965389" cy="1197944"/>
          </a:xfrm>
          <a:prstGeom prst="line">
            <a:avLst/>
          </a:prstGeom>
        </p:spPr>
        <p:style>
          <a:lnRef idx="1">
            <a:schemeClr val="accent1"/>
          </a:lnRef>
          <a:fillRef idx="0">
            <a:schemeClr val="accent1"/>
          </a:fillRef>
          <a:effectRef idx="0">
            <a:schemeClr val="accent1"/>
          </a:effectRef>
          <a:fontRef idx="minor">
            <a:schemeClr val="tx1"/>
          </a:fontRef>
        </p:style>
      </p:cxnSp>
      <p:grpSp>
        <p:nvGrpSpPr>
          <p:cNvPr id="10" name="组合 24">
            <a:extLst>
              <a:ext uri="{FF2B5EF4-FFF2-40B4-BE49-F238E27FC236}">
                <a16:creationId xmlns:a16="http://schemas.microsoft.com/office/drawing/2014/main" xmlns="" id="{C8CF3A9F-45E0-A419-56E9-4B89CCB2E695}"/>
              </a:ext>
            </a:extLst>
          </p:cNvPr>
          <p:cNvGrpSpPr/>
          <p:nvPr/>
        </p:nvGrpSpPr>
        <p:grpSpPr>
          <a:xfrm>
            <a:off x="4372304" y="6142129"/>
            <a:ext cx="2435948" cy="394584"/>
            <a:chOff x="4554132" y="6133876"/>
            <a:chExt cx="2435948" cy="394584"/>
          </a:xfrm>
        </p:grpSpPr>
        <p:sp>
          <p:nvSpPr>
            <p:cNvPr id="23" name="文本框 22">
              <a:extLst>
                <a:ext uri="{FF2B5EF4-FFF2-40B4-BE49-F238E27FC236}">
                  <a16:creationId xmlns:a16="http://schemas.microsoft.com/office/drawing/2014/main" xmlns="" id="{80996A00-3F54-E057-3135-22C348DA2C47}"/>
                </a:ext>
              </a:extLst>
            </p:cNvPr>
            <p:cNvSpPr txBox="1"/>
            <p:nvPr/>
          </p:nvSpPr>
          <p:spPr>
            <a:xfrm>
              <a:off x="4554132" y="6177280"/>
              <a:ext cx="543739" cy="307777"/>
            </a:xfrm>
            <a:prstGeom prst="rect">
              <a:avLst/>
            </a:prstGeom>
            <a:noFill/>
          </p:spPr>
          <p:txBody>
            <a:bodyPr wrap="none" rtlCol="0">
              <a:spAutoFit/>
            </a:bodyPr>
            <a:lstStyle/>
            <a:p>
              <a:pPr algn="ctr"/>
              <a:r>
                <a:rPr kumimoji="1" lang="zh-CN" altLang="en-US" sz="1400" dirty="0">
                  <a:latin typeface="Arial" panose="020B0604020202020204" pitchFamily="34" charset="0"/>
                  <a:ea typeface="微软雅黑" panose="020B0503020204020204" pitchFamily="34" charset="-122"/>
                  <a:cs typeface="+mn-ea"/>
                  <a:sym typeface="Arial" panose="020B0604020202020204" pitchFamily="34" charset="0"/>
                </a:rPr>
                <a:t>格式</a:t>
              </a:r>
            </a:p>
          </p:txBody>
        </p:sp>
        <p:pic>
          <p:nvPicPr>
            <p:cNvPr id="24" name="图片 23">
              <a:extLst>
                <a:ext uri="{FF2B5EF4-FFF2-40B4-BE49-F238E27FC236}">
                  <a16:creationId xmlns:a16="http://schemas.microsoft.com/office/drawing/2014/main" xmlns="" id="{3F5C675D-DC2E-31DE-A0BC-49312AC2CAEE}"/>
                </a:ext>
              </a:extLst>
            </p:cNvPr>
            <p:cNvPicPr>
              <a:picLocks noChangeAspect="1"/>
            </p:cNvPicPr>
            <p:nvPr/>
          </p:nvPicPr>
          <p:blipFill>
            <a:blip r:embed="rId3"/>
            <a:stretch>
              <a:fillRect/>
            </a:stretch>
          </p:blipFill>
          <p:spPr>
            <a:xfrm>
              <a:off x="5097871" y="6133876"/>
              <a:ext cx="1892209" cy="394584"/>
            </a:xfrm>
            <a:prstGeom prst="rect">
              <a:avLst/>
            </a:prstGeom>
          </p:spPr>
        </p:pic>
      </p:grpSp>
    </p:spTree>
    <p:extLst>
      <p:ext uri="{BB962C8B-B14F-4D97-AF65-F5344CB8AC3E}">
        <p14:creationId xmlns:p14="http://schemas.microsoft.com/office/powerpoint/2010/main" xmlns="" val="1016294989"/>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p:txBody>
          <a:bodyPr/>
          <a:lstStyle/>
          <a:p>
            <a:r>
              <a:rPr lang="en-US" altLang="zh-CN" dirty="0">
                <a:sym typeface="Arial" panose="020B0604020202020204" pitchFamily="34" charset="0"/>
              </a:rPr>
              <a:t>5.4.3</a:t>
            </a:r>
            <a:r>
              <a:rPr lang="zh-CN" altLang="en-US" dirty="0">
                <a:sym typeface="Arial" panose="020B0604020202020204" pitchFamily="34" charset="0"/>
              </a:rPr>
              <a:t>物理内存的分配与回收</a:t>
            </a:r>
          </a:p>
        </p:txBody>
      </p:sp>
      <p:sp>
        <p:nvSpPr>
          <p:cNvPr id="6" name="文本框 5">
            <a:extLst>
              <a:ext uri="{FF2B5EF4-FFF2-40B4-BE49-F238E27FC236}">
                <a16:creationId xmlns:a16="http://schemas.microsoft.com/office/drawing/2014/main" xmlns="" id="{29279E25-1F80-2096-8311-423520761828}"/>
              </a:ext>
            </a:extLst>
          </p:cNvPr>
          <p:cNvSpPr txBox="1"/>
          <p:nvPr/>
        </p:nvSpPr>
        <p:spPr>
          <a:xfrm>
            <a:off x="480920" y="1542388"/>
            <a:ext cx="6669353" cy="1397627"/>
          </a:xfrm>
          <a:prstGeom prst="rect">
            <a:avLst/>
          </a:prstGeom>
          <a:noFill/>
        </p:spPr>
        <p:txBody>
          <a:bodyPr wrap="square">
            <a:spAutoFit/>
          </a:bodyPr>
          <a:lstStyle/>
          <a:p>
            <a:pPr>
              <a:lnSpc>
                <a:spcPts val="2600"/>
              </a:lnSpc>
            </a:pPr>
            <a:r>
              <a:rPr lang="zh-CN" altLang="en-US" sz="1800" kern="100" dirty="0">
                <a:effectLst/>
                <a:latin typeface="Microsoft YaHei" panose="020B0503020204020204" pitchFamily="34" charset="-122"/>
                <a:ea typeface="Microsoft YaHei" panose="020B0503020204020204" pitchFamily="34" charset="-122"/>
              </a:rPr>
              <a:t>       </a:t>
            </a:r>
            <a:r>
              <a:rPr lang="zh-CN" altLang="zh-CN" sz="1800" kern="100" dirty="0">
                <a:effectLst/>
                <a:latin typeface="Microsoft YaHei" panose="020B0503020204020204" pitchFamily="34" charset="-122"/>
                <a:ea typeface="Microsoft YaHei" panose="020B0503020204020204" pitchFamily="34" charset="-122"/>
              </a:rPr>
              <a:t>页式存储管理分配内存空间以物理页面为单位，由于物理页面的大小是固定的，所以只要在内存分配表中具有可以指出哪些物理页面已经分配、哪些物理页面尚未分配以及当前剩余的空闲物理页面数等三种不同的标识即可</a:t>
            </a:r>
          </a:p>
        </p:txBody>
      </p:sp>
      <p:grpSp>
        <p:nvGrpSpPr>
          <p:cNvPr id="5" name="组合 4">
            <a:extLst>
              <a:ext uri="{FF2B5EF4-FFF2-40B4-BE49-F238E27FC236}">
                <a16:creationId xmlns:a16="http://schemas.microsoft.com/office/drawing/2014/main" xmlns="" id="{AA847759-1C36-F3CA-D975-83ADAA4E63A5}"/>
              </a:ext>
            </a:extLst>
          </p:cNvPr>
          <p:cNvGrpSpPr/>
          <p:nvPr/>
        </p:nvGrpSpPr>
        <p:grpSpPr>
          <a:xfrm>
            <a:off x="7603959" y="1706198"/>
            <a:ext cx="3967246" cy="2470893"/>
            <a:chOff x="7603959" y="1706198"/>
            <a:chExt cx="3967246" cy="2470893"/>
          </a:xfrm>
        </p:grpSpPr>
        <p:pic>
          <p:nvPicPr>
            <p:cNvPr id="2" name="图片 1">
              <a:extLst>
                <a:ext uri="{FF2B5EF4-FFF2-40B4-BE49-F238E27FC236}">
                  <a16:creationId xmlns:a16="http://schemas.microsoft.com/office/drawing/2014/main" xmlns="" id="{0E47B4A2-F342-896A-5C3E-CE9B23387062}"/>
                </a:ext>
              </a:extLst>
            </p:cNvPr>
            <p:cNvPicPr>
              <a:picLocks noChangeAspect="1"/>
            </p:cNvPicPr>
            <p:nvPr/>
          </p:nvPicPr>
          <p:blipFill>
            <a:blip r:embed="rId3" cstate="print"/>
            <a:srcRect/>
            <a:stretch>
              <a:fillRect/>
            </a:stretch>
          </p:blipFill>
          <p:spPr bwMode="auto">
            <a:xfrm>
              <a:off x="7603959" y="1706198"/>
              <a:ext cx="3967246" cy="2163116"/>
            </a:xfrm>
            <a:prstGeom prst="rect">
              <a:avLst/>
            </a:prstGeom>
            <a:noFill/>
            <a:ln w="9525">
              <a:noFill/>
              <a:miter lim="800000"/>
              <a:headEnd/>
              <a:tailEnd/>
            </a:ln>
          </p:spPr>
        </p:pic>
        <p:sp>
          <p:nvSpPr>
            <p:cNvPr id="4" name="文本框 3">
              <a:extLst>
                <a:ext uri="{FF2B5EF4-FFF2-40B4-BE49-F238E27FC236}">
                  <a16:creationId xmlns:a16="http://schemas.microsoft.com/office/drawing/2014/main" xmlns="" id="{4BB1ADD6-CBA3-49FE-73F9-6E3BBE362004}"/>
                </a:ext>
              </a:extLst>
            </p:cNvPr>
            <p:cNvSpPr txBox="1"/>
            <p:nvPr/>
          </p:nvSpPr>
          <p:spPr>
            <a:xfrm>
              <a:off x="7875853" y="3869314"/>
              <a:ext cx="3423458" cy="307777"/>
            </a:xfrm>
            <a:prstGeom prst="rect">
              <a:avLst/>
            </a:prstGeom>
            <a:noFill/>
          </p:spPr>
          <p:txBody>
            <a:bodyPr wrap="square">
              <a:spAutoFit/>
            </a:bodyPr>
            <a:lstStyle/>
            <a:p>
              <a:pPr indent="504190"/>
              <a:r>
                <a:rPr lang="zh-CN" altLang="zh-CN" sz="1400" kern="100" dirty="0">
                  <a:effectLst/>
                  <a:latin typeface="Times New Roman" panose="02020603050405020304" pitchFamily="18" charset="0"/>
                  <a:ea typeface="宋体" panose="02010600030101010101" pitchFamily="2" charset="-122"/>
                </a:rPr>
                <a:t>图</a:t>
              </a:r>
              <a:r>
                <a:rPr lang="en-US" altLang="zh-CN" sz="1400" kern="100" dirty="0">
                  <a:effectLst/>
                  <a:latin typeface="Times New Roman" panose="02020603050405020304" pitchFamily="18" charset="0"/>
                  <a:ea typeface="宋体" panose="02010600030101010101" pitchFamily="2" charset="-122"/>
                </a:rPr>
                <a:t>5-15 </a:t>
              </a:r>
              <a:r>
                <a:rPr lang="zh-CN" altLang="zh-CN" sz="1400" kern="100" dirty="0">
                  <a:effectLst/>
                  <a:latin typeface="Times New Roman" panose="02020603050405020304" pitchFamily="18" charset="0"/>
                  <a:ea typeface="宋体" panose="02010600030101010101" pitchFamily="2" charset="-122"/>
                </a:rPr>
                <a:t>页式存储管理的内存分配表</a:t>
              </a:r>
            </a:p>
          </p:txBody>
        </p:sp>
      </p:grpSp>
      <p:sp>
        <p:nvSpPr>
          <p:cNvPr id="7" name="文本框 6">
            <a:extLst>
              <a:ext uri="{FF2B5EF4-FFF2-40B4-BE49-F238E27FC236}">
                <a16:creationId xmlns:a16="http://schemas.microsoft.com/office/drawing/2014/main" xmlns="" id="{E57677CE-687B-6F7B-47FE-476D284C82B6}"/>
              </a:ext>
            </a:extLst>
          </p:cNvPr>
          <p:cNvSpPr txBox="1"/>
          <p:nvPr/>
        </p:nvSpPr>
        <p:spPr>
          <a:xfrm>
            <a:off x="620795" y="3608190"/>
            <a:ext cx="6389605" cy="2391809"/>
          </a:xfrm>
          <a:prstGeom prst="rect">
            <a:avLst/>
          </a:prstGeom>
          <a:noFill/>
        </p:spPr>
        <p:txBody>
          <a:bodyPr wrap="square">
            <a:spAutoFit/>
          </a:bodyPr>
          <a:lstStyle/>
          <a:p>
            <a:pPr algn="just">
              <a:lnSpc>
                <a:spcPts val="2600"/>
              </a:lnSpc>
            </a:pPr>
            <a:r>
              <a:rPr lang="zh-CN" altLang="en-US" sz="1600" kern="100" dirty="0">
                <a:solidFill>
                  <a:schemeClr val="bg1">
                    <a:lumMod val="65000"/>
                  </a:schemeClr>
                </a:solidFill>
                <a:latin typeface="Microsoft YaHei" panose="020B0503020204020204" pitchFamily="34" charset="-122"/>
                <a:ea typeface="Microsoft YaHei" panose="020B0503020204020204" pitchFamily="34" charset="-122"/>
              </a:rPr>
              <a:t>       </a:t>
            </a:r>
            <a:r>
              <a:rPr lang="zh-CN" altLang="zh-CN" sz="1600" kern="100" dirty="0">
                <a:solidFill>
                  <a:schemeClr val="bg1">
                    <a:lumMod val="65000"/>
                  </a:schemeClr>
                </a:solidFill>
                <a:latin typeface="Microsoft YaHei" panose="020B0503020204020204" pitchFamily="34" charset="-122"/>
                <a:ea typeface="Microsoft YaHei" panose="020B0503020204020204" pitchFamily="34" charset="-122"/>
              </a:rPr>
              <a:t>简单的内存分配表可以用一张“位示图”构成。假设内存的可分配区域被分成</a:t>
            </a:r>
            <a:r>
              <a:rPr lang="en-US" altLang="zh-CN" sz="1600" kern="100" dirty="0">
                <a:solidFill>
                  <a:schemeClr val="bg1">
                    <a:lumMod val="65000"/>
                  </a:schemeClr>
                </a:solidFill>
                <a:latin typeface="Microsoft YaHei" panose="020B0503020204020204" pitchFamily="34" charset="-122"/>
                <a:ea typeface="Microsoft YaHei" panose="020B0503020204020204" pitchFamily="34" charset="-122"/>
              </a:rPr>
              <a:t>256</a:t>
            </a:r>
            <a:r>
              <a:rPr lang="zh-CN" altLang="zh-CN" sz="1600" kern="100" dirty="0">
                <a:solidFill>
                  <a:schemeClr val="bg1">
                    <a:lumMod val="65000"/>
                  </a:schemeClr>
                </a:solidFill>
                <a:latin typeface="Microsoft YaHei" panose="020B0503020204020204" pitchFamily="34" charset="-122"/>
                <a:ea typeface="Microsoft YaHei" panose="020B0503020204020204" pitchFamily="34" charset="-122"/>
              </a:rPr>
              <a:t>个物理页面，则可用字长为</a:t>
            </a:r>
            <a:r>
              <a:rPr lang="en-US" altLang="zh-CN" sz="1600" kern="100" dirty="0">
                <a:solidFill>
                  <a:schemeClr val="bg1">
                    <a:lumMod val="65000"/>
                  </a:schemeClr>
                </a:solidFill>
                <a:latin typeface="Microsoft YaHei" panose="020B0503020204020204" pitchFamily="34" charset="-122"/>
                <a:ea typeface="Microsoft YaHei" panose="020B0503020204020204" pitchFamily="34" charset="-122"/>
              </a:rPr>
              <a:t>32</a:t>
            </a:r>
            <a:r>
              <a:rPr lang="zh-CN" altLang="zh-CN" sz="1600" kern="100" dirty="0">
                <a:solidFill>
                  <a:schemeClr val="bg1">
                    <a:lumMod val="65000"/>
                  </a:schemeClr>
                </a:solidFill>
                <a:latin typeface="Microsoft YaHei" panose="020B0503020204020204" pitchFamily="34" charset="-122"/>
                <a:ea typeface="Microsoft YaHei" panose="020B0503020204020204" pitchFamily="34" charset="-122"/>
              </a:rPr>
              <a:t>位的</a:t>
            </a:r>
            <a:r>
              <a:rPr lang="en-US" altLang="zh-CN" sz="1600" kern="100" dirty="0">
                <a:solidFill>
                  <a:schemeClr val="bg1">
                    <a:lumMod val="65000"/>
                  </a:schemeClr>
                </a:solidFill>
                <a:latin typeface="Microsoft YaHei" panose="020B0503020204020204" pitchFamily="34" charset="-122"/>
                <a:ea typeface="Microsoft YaHei" panose="020B0503020204020204" pitchFamily="34" charset="-122"/>
              </a:rPr>
              <a:t>8</a:t>
            </a:r>
            <a:r>
              <a:rPr lang="zh-CN" altLang="zh-CN" sz="1600" kern="100" dirty="0">
                <a:solidFill>
                  <a:schemeClr val="bg1">
                    <a:lumMod val="65000"/>
                  </a:schemeClr>
                </a:solidFill>
                <a:latin typeface="Microsoft YaHei" panose="020B0503020204020204" pitchFamily="34" charset="-122"/>
                <a:ea typeface="Microsoft YaHei" panose="020B0503020204020204" pitchFamily="34" charset="-122"/>
              </a:rPr>
              <a:t>个字作为</a:t>
            </a:r>
            <a:r>
              <a:rPr lang="en-US" altLang="zh-CN" sz="1600" kern="100" dirty="0">
                <a:solidFill>
                  <a:schemeClr val="bg1">
                    <a:lumMod val="65000"/>
                  </a:schemeClr>
                </a:solidFill>
                <a:latin typeface="Microsoft YaHei" panose="020B0503020204020204" pitchFamily="34" charset="-122"/>
                <a:ea typeface="Microsoft YaHei" panose="020B0503020204020204" pitchFamily="34" charset="-122"/>
              </a:rPr>
              <a:t>“</a:t>
            </a:r>
            <a:r>
              <a:rPr lang="zh-CN" altLang="zh-CN" sz="1600" kern="100" dirty="0">
                <a:solidFill>
                  <a:schemeClr val="bg1">
                    <a:lumMod val="65000"/>
                  </a:schemeClr>
                </a:solidFill>
                <a:latin typeface="Microsoft YaHei" panose="020B0503020204020204" pitchFamily="34" charset="-122"/>
                <a:ea typeface="Microsoft YaHei" panose="020B0503020204020204" pitchFamily="34" charset="-122"/>
              </a:rPr>
              <a:t>位示图</a:t>
            </a:r>
            <a:r>
              <a:rPr lang="en-US" altLang="zh-CN" sz="1600" kern="100" dirty="0">
                <a:solidFill>
                  <a:schemeClr val="bg1">
                    <a:lumMod val="65000"/>
                  </a:schemeClr>
                </a:solidFill>
                <a:latin typeface="Microsoft YaHei" panose="020B0503020204020204" pitchFamily="34" charset="-122"/>
                <a:ea typeface="Microsoft YaHei" panose="020B0503020204020204" pitchFamily="34" charset="-122"/>
              </a:rPr>
              <a:t>”</a:t>
            </a:r>
            <a:r>
              <a:rPr lang="zh-CN" altLang="zh-CN" sz="1600" kern="100" dirty="0">
                <a:solidFill>
                  <a:schemeClr val="bg1">
                    <a:lumMod val="65000"/>
                  </a:schemeClr>
                </a:solidFill>
                <a:latin typeface="Microsoft YaHei" panose="020B0503020204020204" pitchFamily="34" charset="-122"/>
                <a:ea typeface="Microsoft YaHei" panose="020B0503020204020204" pitchFamily="34" charset="-122"/>
              </a:rPr>
              <a:t>。位示图中的每一位与一个物理页面对应，每一位的值可以是</a:t>
            </a:r>
            <a:r>
              <a:rPr lang="en-US" altLang="zh-CN" sz="1600" kern="100" dirty="0">
                <a:solidFill>
                  <a:schemeClr val="bg1">
                    <a:lumMod val="65000"/>
                  </a:schemeClr>
                </a:solidFill>
                <a:latin typeface="Microsoft YaHei" panose="020B0503020204020204" pitchFamily="34" charset="-122"/>
                <a:ea typeface="Microsoft YaHei" panose="020B0503020204020204" pitchFamily="34" charset="-122"/>
              </a:rPr>
              <a:t>0</a:t>
            </a:r>
            <a:r>
              <a:rPr lang="zh-CN" altLang="zh-CN" sz="1600" kern="100" dirty="0">
                <a:solidFill>
                  <a:schemeClr val="bg1">
                    <a:lumMod val="65000"/>
                  </a:schemeClr>
                </a:solidFill>
                <a:latin typeface="Microsoft YaHei" panose="020B0503020204020204" pitchFamily="34" charset="-122"/>
                <a:ea typeface="Microsoft YaHei" panose="020B0503020204020204" pitchFamily="34" charset="-122"/>
              </a:rPr>
              <a:t>或</a:t>
            </a:r>
            <a:r>
              <a:rPr lang="en-US" altLang="zh-CN" sz="1600" kern="100" dirty="0">
                <a:solidFill>
                  <a:schemeClr val="bg1">
                    <a:lumMod val="65000"/>
                  </a:schemeClr>
                </a:solidFill>
                <a:latin typeface="Microsoft YaHei" panose="020B0503020204020204" pitchFamily="34" charset="-122"/>
                <a:ea typeface="Microsoft YaHei" panose="020B0503020204020204" pitchFamily="34" charset="-122"/>
              </a:rPr>
              <a:t>1</a:t>
            </a:r>
            <a:r>
              <a:rPr lang="zh-CN" altLang="zh-CN" sz="1600" kern="100" dirty="0">
                <a:solidFill>
                  <a:schemeClr val="bg1">
                    <a:lumMod val="65000"/>
                  </a:schemeClr>
                </a:solidFill>
                <a:latin typeface="Microsoft YaHei" panose="020B0503020204020204" pitchFamily="34" charset="-122"/>
                <a:ea typeface="Microsoft YaHei" panose="020B0503020204020204" pitchFamily="34" charset="-122"/>
              </a:rPr>
              <a:t>，</a:t>
            </a:r>
            <a:r>
              <a:rPr lang="en-US" altLang="zh-CN" sz="1600" kern="100" dirty="0">
                <a:solidFill>
                  <a:schemeClr val="bg1">
                    <a:lumMod val="65000"/>
                  </a:schemeClr>
                </a:solidFill>
                <a:latin typeface="Microsoft YaHei" panose="020B0503020204020204" pitchFamily="34" charset="-122"/>
                <a:ea typeface="Microsoft YaHei" panose="020B0503020204020204" pitchFamily="34" charset="-122"/>
              </a:rPr>
              <a:t>0</a:t>
            </a:r>
            <a:r>
              <a:rPr lang="zh-CN" altLang="zh-CN" sz="1600" kern="100" dirty="0">
                <a:solidFill>
                  <a:schemeClr val="bg1">
                    <a:lumMod val="65000"/>
                  </a:schemeClr>
                </a:solidFill>
                <a:latin typeface="Microsoft YaHei" panose="020B0503020204020204" pitchFamily="34" charset="-122"/>
                <a:ea typeface="Microsoft YaHei" panose="020B0503020204020204" pitchFamily="34" charset="-122"/>
              </a:rPr>
              <a:t>表示对应的物理页面为空闲，</a:t>
            </a:r>
            <a:r>
              <a:rPr lang="en-US" altLang="zh-CN" sz="1600" kern="100" dirty="0">
                <a:solidFill>
                  <a:schemeClr val="bg1">
                    <a:lumMod val="65000"/>
                  </a:schemeClr>
                </a:solidFill>
                <a:latin typeface="Microsoft YaHei" panose="020B0503020204020204" pitchFamily="34" charset="-122"/>
                <a:ea typeface="Microsoft YaHei" panose="020B0503020204020204" pitchFamily="34" charset="-122"/>
              </a:rPr>
              <a:t>1</a:t>
            </a:r>
            <a:r>
              <a:rPr lang="zh-CN" altLang="zh-CN" sz="1600" kern="100" dirty="0">
                <a:solidFill>
                  <a:schemeClr val="bg1">
                    <a:lumMod val="65000"/>
                  </a:schemeClr>
                </a:solidFill>
                <a:latin typeface="Microsoft YaHei" panose="020B0503020204020204" pitchFamily="34" charset="-122"/>
                <a:ea typeface="Microsoft YaHei" panose="020B0503020204020204" pitchFamily="34" charset="-122"/>
              </a:rPr>
              <a:t>表示已占用。在位示图中再增加一个字节记录当前剩余的总空闲物理页面数，如图</a:t>
            </a:r>
            <a:r>
              <a:rPr lang="en-US" altLang="zh-CN" sz="1600" kern="100" dirty="0">
                <a:solidFill>
                  <a:schemeClr val="bg1">
                    <a:lumMod val="65000"/>
                  </a:schemeClr>
                </a:solidFill>
                <a:latin typeface="Microsoft YaHei" panose="020B0503020204020204" pitchFamily="34" charset="-122"/>
                <a:ea typeface="Microsoft YaHei" panose="020B0503020204020204" pitchFamily="34" charset="-122"/>
              </a:rPr>
              <a:t>5-15</a:t>
            </a:r>
            <a:r>
              <a:rPr lang="zh-CN" altLang="zh-CN" sz="1600" kern="100" dirty="0">
                <a:solidFill>
                  <a:schemeClr val="bg1">
                    <a:lumMod val="65000"/>
                  </a:schemeClr>
                </a:solidFill>
                <a:latin typeface="Microsoft YaHei" panose="020B0503020204020204" pitchFamily="34" charset="-122"/>
                <a:ea typeface="Microsoft YaHei" panose="020B0503020204020204" pitchFamily="34" charset="-122"/>
              </a:rPr>
              <a:t>所示。初始化时系统在位示图中把操作系统占用物理页面所对应的位置成</a:t>
            </a:r>
            <a:r>
              <a:rPr lang="en-US" altLang="zh-CN" sz="1600" kern="100" dirty="0">
                <a:solidFill>
                  <a:schemeClr val="bg1">
                    <a:lumMod val="65000"/>
                  </a:schemeClr>
                </a:solidFill>
                <a:latin typeface="Microsoft YaHei" panose="020B0503020204020204" pitchFamily="34" charset="-122"/>
                <a:ea typeface="Microsoft YaHei" panose="020B0503020204020204" pitchFamily="34" charset="-122"/>
              </a:rPr>
              <a:t>1</a:t>
            </a:r>
            <a:r>
              <a:rPr lang="zh-CN" altLang="zh-CN" sz="1600" kern="100" dirty="0">
                <a:solidFill>
                  <a:schemeClr val="bg1">
                    <a:lumMod val="65000"/>
                  </a:schemeClr>
                </a:solidFill>
                <a:latin typeface="Microsoft YaHei" panose="020B0503020204020204" pitchFamily="34" charset="-122"/>
                <a:ea typeface="Microsoft YaHei" panose="020B0503020204020204" pitchFamily="34" charset="-122"/>
              </a:rPr>
              <a:t>，其余位均置</a:t>
            </a:r>
            <a:r>
              <a:rPr lang="en-US" altLang="zh-CN" sz="1600" kern="100" dirty="0">
                <a:solidFill>
                  <a:schemeClr val="bg1">
                    <a:lumMod val="65000"/>
                  </a:schemeClr>
                </a:solidFill>
                <a:latin typeface="Microsoft YaHei" panose="020B0503020204020204" pitchFamily="34" charset="-122"/>
                <a:ea typeface="Microsoft YaHei" panose="020B0503020204020204" pitchFamily="34" charset="-122"/>
              </a:rPr>
              <a:t>0</a:t>
            </a:r>
            <a:r>
              <a:rPr lang="zh-CN" altLang="zh-CN" sz="1600" kern="100" dirty="0">
                <a:solidFill>
                  <a:schemeClr val="bg1">
                    <a:lumMod val="65000"/>
                  </a:schemeClr>
                </a:solidFill>
                <a:latin typeface="Microsoft YaHei" panose="020B0503020204020204" pitchFamily="34" charset="-122"/>
                <a:ea typeface="Microsoft YaHei" panose="020B0503020204020204" pitchFamily="34" charset="-122"/>
              </a:rPr>
              <a:t>，剩余空闲物理页面数为可分配的空闲物理页面总数</a:t>
            </a:r>
          </a:p>
        </p:txBody>
      </p:sp>
      <p:sp>
        <p:nvSpPr>
          <p:cNvPr id="3" name="文本框 2">
            <a:extLst>
              <a:ext uri="{FF2B5EF4-FFF2-40B4-BE49-F238E27FC236}">
                <a16:creationId xmlns:a16="http://schemas.microsoft.com/office/drawing/2014/main" xmlns="" id="{0A64AB56-B050-5F32-7E30-FEE70FB4C365}"/>
              </a:ext>
            </a:extLst>
          </p:cNvPr>
          <p:cNvSpPr txBox="1"/>
          <p:nvPr/>
        </p:nvSpPr>
        <p:spPr>
          <a:xfrm>
            <a:off x="620795" y="3238858"/>
            <a:ext cx="646331" cy="369332"/>
          </a:xfrm>
          <a:prstGeom prst="rect">
            <a:avLst/>
          </a:prstGeom>
          <a:noFill/>
        </p:spPr>
        <p:txBody>
          <a:bodyPr wrap="none" rtlCol="0">
            <a:spAutoFit/>
          </a:bodyPr>
          <a:lstStyle/>
          <a:p>
            <a:pPr algn="ctr"/>
            <a:r>
              <a:rPr kumimoji="1" lang="zh-CN" altLang="en-US" dirty="0">
                <a:solidFill>
                  <a:srgbClr val="9A0001"/>
                </a:solidFill>
                <a:latin typeface="Arial" panose="020B0604020202020204" pitchFamily="34" charset="0"/>
                <a:ea typeface="微软雅黑" panose="020B0503020204020204" pitchFamily="34" charset="-122"/>
                <a:cs typeface="+mn-ea"/>
                <a:sym typeface="Arial" panose="020B0604020202020204" pitchFamily="34" charset="0"/>
              </a:rPr>
              <a:t>案例</a:t>
            </a:r>
          </a:p>
        </p:txBody>
      </p:sp>
    </p:spTree>
    <p:extLst>
      <p:ext uri="{BB962C8B-B14F-4D97-AF65-F5344CB8AC3E}">
        <p14:creationId xmlns:p14="http://schemas.microsoft.com/office/powerpoint/2010/main" xmlns="" val="183647099"/>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p:txBody>
          <a:bodyPr/>
          <a:lstStyle/>
          <a:p>
            <a:r>
              <a:rPr lang="en-US" altLang="zh-CN" dirty="0">
                <a:sym typeface="Arial" panose="020B0604020202020204" pitchFamily="34" charset="0"/>
              </a:rPr>
              <a:t>5.4.3</a:t>
            </a:r>
            <a:r>
              <a:rPr lang="zh-CN" altLang="en-US" dirty="0">
                <a:sym typeface="Arial" panose="020B0604020202020204" pitchFamily="34" charset="0"/>
              </a:rPr>
              <a:t>物理内存的分配与回收</a:t>
            </a:r>
          </a:p>
        </p:txBody>
      </p:sp>
      <p:grpSp>
        <p:nvGrpSpPr>
          <p:cNvPr id="20" name="组合 19">
            <a:extLst>
              <a:ext uri="{FF2B5EF4-FFF2-40B4-BE49-F238E27FC236}">
                <a16:creationId xmlns:a16="http://schemas.microsoft.com/office/drawing/2014/main" xmlns="" id="{074B8C72-3749-8D49-0482-35C0BB479AC1}"/>
              </a:ext>
            </a:extLst>
          </p:cNvPr>
          <p:cNvGrpSpPr/>
          <p:nvPr/>
        </p:nvGrpSpPr>
        <p:grpSpPr>
          <a:xfrm>
            <a:off x="7603959" y="2397078"/>
            <a:ext cx="3967246" cy="2470893"/>
            <a:chOff x="7603959" y="1706198"/>
            <a:chExt cx="3967246" cy="2470893"/>
          </a:xfrm>
        </p:grpSpPr>
        <p:pic>
          <p:nvPicPr>
            <p:cNvPr id="21" name="图片 20">
              <a:extLst>
                <a:ext uri="{FF2B5EF4-FFF2-40B4-BE49-F238E27FC236}">
                  <a16:creationId xmlns:a16="http://schemas.microsoft.com/office/drawing/2014/main" xmlns="" id="{A7107890-EE6C-7FDC-16B4-7F430B9DFD2F}"/>
                </a:ext>
              </a:extLst>
            </p:cNvPr>
            <p:cNvPicPr>
              <a:picLocks noChangeAspect="1"/>
            </p:cNvPicPr>
            <p:nvPr/>
          </p:nvPicPr>
          <p:blipFill>
            <a:blip r:embed="rId3" cstate="print"/>
            <a:srcRect/>
            <a:stretch>
              <a:fillRect/>
            </a:stretch>
          </p:blipFill>
          <p:spPr bwMode="auto">
            <a:xfrm>
              <a:off x="7603959" y="1706198"/>
              <a:ext cx="3967246" cy="2163116"/>
            </a:xfrm>
            <a:prstGeom prst="rect">
              <a:avLst/>
            </a:prstGeom>
            <a:noFill/>
            <a:ln w="9525">
              <a:noFill/>
              <a:miter lim="800000"/>
              <a:headEnd/>
              <a:tailEnd/>
            </a:ln>
          </p:spPr>
        </p:pic>
        <p:sp>
          <p:nvSpPr>
            <p:cNvPr id="22" name="文本框 21">
              <a:extLst>
                <a:ext uri="{FF2B5EF4-FFF2-40B4-BE49-F238E27FC236}">
                  <a16:creationId xmlns:a16="http://schemas.microsoft.com/office/drawing/2014/main" xmlns="" id="{6EB630FA-D74D-F849-1577-712E34C580CA}"/>
                </a:ext>
              </a:extLst>
            </p:cNvPr>
            <p:cNvSpPr txBox="1"/>
            <p:nvPr/>
          </p:nvSpPr>
          <p:spPr>
            <a:xfrm>
              <a:off x="7875853" y="3869314"/>
              <a:ext cx="3423458" cy="307777"/>
            </a:xfrm>
            <a:prstGeom prst="rect">
              <a:avLst/>
            </a:prstGeom>
            <a:noFill/>
          </p:spPr>
          <p:txBody>
            <a:bodyPr wrap="square">
              <a:spAutoFit/>
            </a:bodyPr>
            <a:lstStyle/>
            <a:p>
              <a:pPr indent="504190"/>
              <a:r>
                <a:rPr lang="zh-CN" altLang="zh-CN" sz="1400" kern="100" dirty="0">
                  <a:effectLst/>
                  <a:latin typeface="Times New Roman" panose="02020603050405020304" pitchFamily="18" charset="0"/>
                  <a:ea typeface="宋体" panose="02010600030101010101" pitchFamily="2" charset="-122"/>
                </a:rPr>
                <a:t>图</a:t>
              </a:r>
              <a:r>
                <a:rPr lang="en-US" altLang="zh-CN" sz="1400" kern="100" dirty="0">
                  <a:effectLst/>
                  <a:latin typeface="Times New Roman" panose="02020603050405020304" pitchFamily="18" charset="0"/>
                  <a:ea typeface="宋体" panose="02010600030101010101" pitchFamily="2" charset="-122"/>
                </a:rPr>
                <a:t>5-15 </a:t>
              </a:r>
              <a:r>
                <a:rPr lang="zh-CN" altLang="zh-CN" sz="1400" kern="100" dirty="0">
                  <a:effectLst/>
                  <a:latin typeface="Times New Roman" panose="02020603050405020304" pitchFamily="18" charset="0"/>
                  <a:ea typeface="宋体" panose="02010600030101010101" pitchFamily="2" charset="-122"/>
                </a:rPr>
                <a:t>页式存储管理的内存分配表</a:t>
              </a:r>
            </a:p>
          </p:txBody>
        </p:sp>
      </p:grpSp>
      <p:sp>
        <p:nvSpPr>
          <p:cNvPr id="4" name="文本框 3">
            <a:extLst>
              <a:ext uri="{FF2B5EF4-FFF2-40B4-BE49-F238E27FC236}">
                <a16:creationId xmlns:a16="http://schemas.microsoft.com/office/drawing/2014/main" xmlns="" id="{ADB1AA97-6DF1-732E-6134-D7B75AAAE8BD}"/>
              </a:ext>
            </a:extLst>
          </p:cNvPr>
          <p:cNvSpPr txBox="1"/>
          <p:nvPr/>
        </p:nvSpPr>
        <p:spPr>
          <a:xfrm>
            <a:off x="620794" y="1291690"/>
            <a:ext cx="6755365" cy="1295226"/>
          </a:xfrm>
          <a:prstGeom prst="rect">
            <a:avLst/>
          </a:prstGeom>
          <a:noFill/>
        </p:spPr>
        <p:txBody>
          <a:bodyPr wrap="square">
            <a:spAutoFit/>
          </a:bodyPr>
          <a:lstStyle/>
          <a:p>
            <a:pPr algn="l">
              <a:lnSpc>
                <a:spcPts val="2400"/>
              </a:lnSpc>
            </a:pPr>
            <a:r>
              <a:rPr lang="zh-CN" altLang="zh-CN" sz="1600" kern="100" dirty="0">
                <a:solidFill>
                  <a:schemeClr val="bg1">
                    <a:lumMod val="65000"/>
                  </a:schemeClr>
                </a:solidFill>
                <a:effectLst/>
                <a:latin typeface="Times New Roman" panose="02020603050405020304" pitchFamily="18" charset="0"/>
                <a:ea typeface="微软雅黑" panose="020B0503020204020204" pitchFamily="34" charset="-122"/>
              </a:rPr>
              <a:t>在进行内存分配时，先查看空闲物理页面数是否能满足程序要求。若不能满足，则不进行分配，程序就不能装入内存；若能满足，则根据需求从位示图中找出一些为</a:t>
            </a:r>
            <a:r>
              <a:rPr lang="en-US" altLang="zh-CN" sz="1600" kern="100" dirty="0">
                <a:solidFill>
                  <a:schemeClr val="bg1">
                    <a:lumMod val="65000"/>
                  </a:schemeClr>
                </a:solidFill>
                <a:effectLst/>
                <a:latin typeface="Times New Roman" panose="02020603050405020304" pitchFamily="18" charset="0"/>
                <a:ea typeface="微软雅黑" panose="020B0503020204020204" pitchFamily="34" charset="-122"/>
              </a:rPr>
              <a:t>0</a:t>
            </a:r>
            <a:r>
              <a:rPr lang="zh-CN" altLang="zh-CN" sz="1600" kern="100" dirty="0">
                <a:solidFill>
                  <a:schemeClr val="bg1">
                    <a:lumMod val="65000"/>
                  </a:schemeClr>
                </a:solidFill>
                <a:effectLst/>
                <a:latin typeface="Times New Roman" panose="02020603050405020304" pitchFamily="18" charset="0"/>
                <a:ea typeface="微软雅黑" panose="020B0503020204020204" pitchFamily="34" charset="-122"/>
              </a:rPr>
              <a:t>的位，把这些位置成</a:t>
            </a:r>
            <a:r>
              <a:rPr lang="en-US" altLang="zh-CN" sz="1600" kern="100" dirty="0">
                <a:solidFill>
                  <a:schemeClr val="bg1">
                    <a:lumMod val="65000"/>
                  </a:schemeClr>
                </a:solidFill>
                <a:effectLst/>
                <a:latin typeface="Times New Roman" panose="02020603050405020304" pitchFamily="18" charset="0"/>
                <a:ea typeface="微软雅黑" panose="020B0503020204020204" pitchFamily="34" charset="-122"/>
              </a:rPr>
              <a:t>1</a:t>
            </a:r>
            <a:r>
              <a:rPr lang="zh-CN" altLang="zh-CN" sz="1600" kern="100" dirty="0">
                <a:solidFill>
                  <a:schemeClr val="bg1">
                    <a:lumMod val="65000"/>
                  </a:schemeClr>
                </a:solidFill>
                <a:effectLst/>
                <a:latin typeface="Times New Roman" panose="02020603050405020304" pitchFamily="18" charset="0"/>
                <a:ea typeface="微软雅黑" panose="020B0503020204020204" pitchFamily="34" charset="-122"/>
              </a:rPr>
              <a:t>，并从空闲页面数中减去本次分配的页面数，然后按照找到的位计算出对应的物理页面号</a:t>
            </a:r>
            <a:endParaRPr lang="zh-CN" altLang="zh-CN" sz="1600" kern="100" dirty="0">
              <a:solidFill>
                <a:schemeClr val="bg1">
                  <a:lumMod val="65000"/>
                </a:schemeClr>
              </a:solidFill>
              <a:effectLst/>
              <a:latin typeface="Times New Roman" panose="02020603050405020304" pitchFamily="18" charset="0"/>
              <a:ea typeface="宋体" panose="02010600030101010101" pitchFamily="2" charset="-122"/>
            </a:endParaRPr>
          </a:p>
        </p:txBody>
      </p:sp>
      <p:sp>
        <p:nvSpPr>
          <p:cNvPr id="6" name="文本框 5">
            <a:extLst>
              <a:ext uri="{FF2B5EF4-FFF2-40B4-BE49-F238E27FC236}">
                <a16:creationId xmlns:a16="http://schemas.microsoft.com/office/drawing/2014/main" xmlns="" id="{54E93EFB-1ED7-E669-2D62-590194380162}"/>
              </a:ext>
            </a:extLst>
          </p:cNvPr>
          <p:cNvSpPr txBox="1"/>
          <p:nvPr/>
        </p:nvSpPr>
        <p:spPr>
          <a:xfrm>
            <a:off x="620794" y="2658795"/>
            <a:ext cx="6420086" cy="584775"/>
          </a:xfrm>
          <a:prstGeom prst="rect">
            <a:avLst/>
          </a:prstGeom>
          <a:noFill/>
        </p:spPr>
        <p:txBody>
          <a:bodyPr wrap="square">
            <a:spAutoFit/>
          </a:bodyPr>
          <a:lstStyle/>
          <a:p>
            <a:pPr algn="l"/>
            <a:r>
              <a:rPr lang="zh-CN" altLang="zh-CN" sz="1600" kern="100" dirty="0">
                <a:solidFill>
                  <a:schemeClr val="bg1">
                    <a:lumMod val="65000"/>
                  </a:schemeClr>
                </a:solidFill>
                <a:effectLst/>
                <a:latin typeface="Times New Roman" panose="02020603050405020304" pitchFamily="18" charset="0"/>
                <a:ea typeface="微软雅黑" panose="020B0503020204020204" pitchFamily="34" charset="-122"/>
              </a:rPr>
              <a:t>当找到一个为</a:t>
            </a:r>
            <a:r>
              <a:rPr lang="en-US" altLang="zh-CN" sz="1600" kern="100" dirty="0">
                <a:solidFill>
                  <a:schemeClr val="bg1">
                    <a:lumMod val="65000"/>
                  </a:schemeClr>
                </a:solidFill>
                <a:effectLst/>
                <a:latin typeface="Times New Roman" panose="02020603050405020304" pitchFamily="18" charset="0"/>
                <a:ea typeface="微软雅黑" panose="020B0503020204020204" pitchFamily="34" charset="-122"/>
              </a:rPr>
              <a:t>0</a:t>
            </a:r>
            <a:r>
              <a:rPr lang="zh-CN" altLang="zh-CN" sz="1600" kern="100" dirty="0">
                <a:solidFill>
                  <a:schemeClr val="bg1">
                    <a:lumMod val="65000"/>
                  </a:schemeClr>
                </a:solidFill>
                <a:effectLst/>
                <a:latin typeface="Times New Roman" panose="02020603050405020304" pitchFamily="18" charset="0"/>
                <a:ea typeface="微软雅黑" panose="020B0503020204020204" pitchFamily="34" charset="-122"/>
              </a:rPr>
              <a:t>的位后，根据它所在的字号、位号，按如下公式就可计算出对应的块号</a:t>
            </a:r>
            <a:endParaRPr lang="zh-CN" altLang="zh-CN" sz="1600" kern="100" dirty="0">
              <a:solidFill>
                <a:schemeClr val="bg1">
                  <a:lumMod val="65000"/>
                </a:schemeClr>
              </a:solidFill>
              <a:effectLst/>
              <a:latin typeface="Times New Roman" panose="02020603050405020304" pitchFamily="18" charset="0"/>
              <a:ea typeface="宋体" panose="02010600030101010101" pitchFamily="2" charset="-122"/>
            </a:endParaRPr>
          </a:p>
        </p:txBody>
      </p:sp>
      <p:sp>
        <p:nvSpPr>
          <p:cNvPr id="9" name="文本框 8">
            <a:extLst>
              <a:ext uri="{FF2B5EF4-FFF2-40B4-BE49-F238E27FC236}">
                <a16:creationId xmlns:a16="http://schemas.microsoft.com/office/drawing/2014/main" xmlns="" id="{B80DAF4B-CC21-00B7-AD0B-5C141C1CF477}"/>
              </a:ext>
            </a:extLst>
          </p:cNvPr>
          <p:cNvSpPr txBox="1"/>
          <p:nvPr/>
        </p:nvSpPr>
        <p:spPr>
          <a:xfrm>
            <a:off x="1645920" y="3351482"/>
            <a:ext cx="4064000" cy="369332"/>
          </a:xfrm>
          <a:prstGeom prst="rect">
            <a:avLst/>
          </a:prstGeom>
          <a:noFill/>
        </p:spPr>
        <p:txBody>
          <a:bodyPr wrap="square">
            <a:spAutoFit/>
          </a:bodyPr>
          <a:lstStyle/>
          <a:p>
            <a:pPr algn="l"/>
            <a:r>
              <a:rPr lang="zh-CN" altLang="zh-CN" sz="1800" b="1" kern="100" dirty="0">
                <a:solidFill>
                  <a:srgbClr val="9A0001"/>
                </a:solidFill>
                <a:effectLst/>
                <a:latin typeface="Times New Roman" panose="02020603050405020304" pitchFamily="18" charset="0"/>
                <a:ea typeface="微软雅黑" panose="020B0503020204020204" pitchFamily="34" charset="-122"/>
              </a:rPr>
              <a:t>物理页面号 ＝ 字号 </a:t>
            </a:r>
            <a:r>
              <a:rPr lang="en-US" altLang="zh-CN" sz="1800" b="1" kern="100" dirty="0">
                <a:solidFill>
                  <a:srgbClr val="9A0001"/>
                </a:solidFill>
                <a:effectLst/>
                <a:latin typeface="Times New Roman" panose="02020603050405020304" pitchFamily="18" charset="0"/>
                <a:ea typeface="微软雅黑" panose="020B0503020204020204" pitchFamily="34" charset="-122"/>
              </a:rPr>
              <a:t>× </a:t>
            </a:r>
            <a:r>
              <a:rPr lang="zh-CN" altLang="zh-CN" sz="1800" b="1" kern="100" dirty="0">
                <a:solidFill>
                  <a:srgbClr val="9A0001"/>
                </a:solidFill>
                <a:effectLst/>
                <a:latin typeface="Times New Roman" panose="02020603050405020304" pitchFamily="18" charset="0"/>
                <a:ea typeface="微软雅黑" panose="020B0503020204020204" pitchFamily="34" charset="-122"/>
              </a:rPr>
              <a:t>字长 ＋ 位号</a:t>
            </a:r>
            <a:endParaRPr lang="zh-CN" altLang="zh-CN" sz="1800" b="1" kern="100" dirty="0">
              <a:solidFill>
                <a:srgbClr val="9A0001"/>
              </a:solidFill>
              <a:effectLst/>
              <a:latin typeface="Times New Roman" panose="02020603050405020304" pitchFamily="18" charset="0"/>
              <a:ea typeface="宋体" panose="02010600030101010101" pitchFamily="2" charset="-122"/>
            </a:endParaRPr>
          </a:p>
        </p:txBody>
      </p:sp>
      <p:sp>
        <p:nvSpPr>
          <p:cNvPr id="10" name="文本框 9">
            <a:extLst>
              <a:ext uri="{FF2B5EF4-FFF2-40B4-BE49-F238E27FC236}">
                <a16:creationId xmlns:a16="http://schemas.microsoft.com/office/drawing/2014/main" xmlns="" id="{2B6F6F47-8D82-7F45-8AEC-F6E25F627CAE}"/>
              </a:ext>
            </a:extLst>
          </p:cNvPr>
          <p:cNvSpPr txBox="1"/>
          <p:nvPr/>
        </p:nvSpPr>
        <p:spPr>
          <a:xfrm>
            <a:off x="620795" y="3902279"/>
            <a:ext cx="6711270" cy="1603003"/>
          </a:xfrm>
          <a:prstGeom prst="rect">
            <a:avLst/>
          </a:prstGeom>
          <a:noFill/>
        </p:spPr>
        <p:txBody>
          <a:bodyPr wrap="square" rtlCol="0">
            <a:spAutoFit/>
          </a:bodyPr>
          <a:lstStyle/>
          <a:p>
            <a:pPr algn="l">
              <a:lnSpc>
                <a:spcPts val="2400"/>
              </a:lnSpc>
            </a:pPr>
            <a:r>
              <a:rPr lang="zh-CN" altLang="zh-CN" sz="1600" kern="100" dirty="0">
                <a:solidFill>
                  <a:schemeClr val="bg1">
                    <a:lumMod val="65000"/>
                  </a:schemeClr>
                </a:solidFill>
                <a:effectLst/>
                <a:latin typeface="Times New Roman" panose="02020603050405020304" pitchFamily="18" charset="0"/>
                <a:ea typeface="微软雅黑" panose="020B0503020204020204" pitchFamily="34" charset="-122"/>
              </a:rPr>
              <a:t>把程序装入到这些物理页面中，并为该程序建立页表。</a:t>
            </a:r>
            <a:endParaRPr lang="zh-CN" altLang="zh-CN" sz="1600" kern="100" dirty="0">
              <a:solidFill>
                <a:schemeClr val="bg1">
                  <a:lumMod val="65000"/>
                </a:schemeClr>
              </a:solidFill>
              <a:effectLst/>
              <a:latin typeface="Times New Roman" panose="02020603050405020304" pitchFamily="18" charset="0"/>
              <a:ea typeface="宋体" panose="02010600030101010101" pitchFamily="2" charset="-122"/>
            </a:endParaRPr>
          </a:p>
          <a:p>
            <a:pPr algn="l">
              <a:lnSpc>
                <a:spcPts val="2400"/>
              </a:lnSpc>
            </a:pPr>
            <a:r>
              <a:rPr lang="zh-CN" altLang="zh-CN" sz="1600" kern="100" dirty="0">
                <a:solidFill>
                  <a:schemeClr val="bg1">
                    <a:lumMod val="65000"/>
                  </a:schemeClr>
                </a:solidFill>
                <a:effectLst/>
                <a:latin typeface="Times New Roman" panose="02020603050405020304" pitchFamily="18" charset="0"/>
                <a:ea typeface="微软雅黑" panose="020B0503020204020204" pitchFamily="34" charset="-122"/>
              </a:rPr>
              <a:t>当程序执行结束时，则应收回它所占用的物理页面。根据归还的物理页面号计算出该物理页面在位示图中对应的位置，将占用标志修改成</a:t>
            </a:r>
            <a:r>
              <a:rPr lang="en-US" altLang="zh-CN" sz="1600" kern="100" dirty="0">
                <a:solidFill>
                  <a:schemeClr val="bg1">
                    <a:lumMod val="65000"/>
                  </a:schemeClr>
                </a:solidFill>
                <a:effectLst/>
                <a:latin typeface="Times New Roman" panose="02020603050405020304" pitchFamily="18" charset="0"/>
                <a:ea typeface="微软雅黑" panose="020B0503020204020204" pitchFamily="34" charset="-122"/>
              </a:rPr>
              <a:t>0</a:t>
            </a:r>
            <a:r>
              <a:rPr lang="zh-CN" altLang="zh-CN" sz="1600" kern="100" dirty="0">
                <a:solidFill>
                  <a:schemeClr val="bg1">
                    <a:lumMod val="65000"/>
                  </a:schemeClr>
                </a:solidFill>
                <a:effectLst/>
                <a:latin typeface="Times New Roman" panose="02020603050405020304" pitchFamily="18" charset="0"/>
                <a:ea typeface="微软雅黑" panose="020B0503020204020204" pitchFamily="34" charset="-122"/>
              </a:rPr>
              <a:t>，再把回收的物理页面数加入到空闲物理页面数中</a:t>
            </a:r>
            <a:endParaRPr lang="zh-CN" altLang="zh-CN" sz="1600" kern="100" dirty="0">
              <a:solidFill>
                <a:schemeClr val="bg1">
                  <a:lumMod val="65000"/>
                </a:schemeClr>
              </a:solidFill>
              <a:effectLst/>
              <a:latin typeface="Times New Roman" panose="02020603050405020304" pitchFamily="18" charset="0"/>
              <a:ea typeface="宋体" panose="02010600030101010101" pitchFamily="2" charset="-122"/>
            </a:endParaRPr>
          </a:p>
          <a:p>
            <a:pPr algn="l">
              <a:lnSpc>
                <a:spcPts val="2400"/>
              </a:lnSpc>
            </a:pPr>
            <a:r>
              <a:rPr lang="zh-CN" altLang="zh-CN" sz="1600" kern="100" dirty="0">
                <a:solidFill>
                  <a:schemeClr val="bg1">
                    <a:lumMod val="65000"/>
                  </a:schemeClr>
                </a:solidFill>
                <a:effectLst/>
                <a:latin typeface="Times New Roman" panose="02020603050405020304" pitchFamily="18" charset="0"/>
                <a:ea typeface="微软雅黑" panose="020B0503020204020204" pitchFamily="34" charset="-122"/>
              </a:rPr>
              <a:t>假定归还块的块号为</a:t>
            </a:r>
            <a:r>
              <a:rPr lang="en-US" altLang="zh-CN" sz="1600" kern="100" dirty="0" err="1">
                <a:solidFill>
                  <a:schemeClr val="bg1">
                    <a:lumMod val="65000"/>
                  </a:schemeClr>
                </a:solidFill>
                <a:effectLst/>
                <a:latin typeface="Times New Roman" panose="02020603050405020304" pitchFamily="18" charset="0"/>
                <a:ea typeface="微软雅黑" panose="020B0503020204020204" pitchFamily="34" charset="-122"/>
              </a:rPr>
              <a:t>i</a:t>
            </a:r>
            <a:r>
              <a:rPr lang="zh-CN" altLang="zh-CN" sz="1600" kern="100" dirty="0">
                <a:solidFill>
                  <a:schemeClr val="bg1">
                    <a:lumMod val="65000"/>
                  </a:schemeClr>
                </a:solidFill>
                <a:effectLst/>
                <a:latin typeface="Times New Roman" panose="02020603050405020304" pitchFamily="18" charset="0"/>
                <a:ea typeface="微软雅黑" panose="020B0503020204020204" pitchFamily="34" charset="-122"/>
              </a:rPr>
              <a:t>，则在位示图中对应的位置为</a:t>
            </a:r>
            <a:endParaRPr lang="zh-CN" altLang="zh-CN" sz="1600" kern="100" dirty="0">
              <a:solidFill>
                <a:schemeClr val="bg1">
                  <a:lumMod val="65000"/>
                </a:schemeClr>
              </a:solidFill>
              <a:effectLst/>
              <a:latin typeface="Times New Roman" panose="02020603050405020304" pitchFamily="18" charset="0"/>
              <a:ea typeface="宋体" panose="02010600030101010101" pitchFamily="2" charset="-122"/>
            </a:endParaRPr>
          </a:p>
        </p:txBody>
      </p:sp>
      <p:pic>
        <p:nvPicPr>
          <p:cNvPr id="19" name="图片 18">
            <a:extLst>
              <a:ext uri="{FF2B5EF4-FFF2-40B4-BE49-F238E27FC236}">
                <a16:creationId xmlns:a16="http://schemas.microsoft.com/office/drawing/2014/main" xmlns="" id="{12092503-2281-4263-9416-E78EDDF38185}"/>
              </a:ext>
            </a:extLst>
          </p:cNvPr>
          <p:cNvPicPr>
            <a:picLocks noChangeAspect="1"/>
          </p:cNvPicPr>
          <p:nvPr/>
        </p:nvPicPr>
        <p:blipFill>
          <a:blip r:embed="rId4"/>
          <a:stretch>
            <a:fillRect/>
          </a:stretch>
        </p:blipFill>
        <p:spPr>
          <a:xfrm>
            <a:off x="1195070" y="5505282"/>
            <a:ext cx="4965700" cy="825500"/>
          </a:xfrm>
          <a:prstGeom prst="rect">
            <a:avLst/>
          </a:prstGeom>
        </p:spPr>
      </p:pic>
    </p:spTree>
    <p:extLst>
      <p:ext uri="{BB962C8B-B14F-4D97-AF65-F5344CB8AC3E}">
        <p14:creationId xmlns:p14="http://schemas.microsoft.com/office/powerpoint/2010/main" xmlns="" val="1339549767"/>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p:txBody>
          <a:bodyPr>
            <a:normAutofit/>
          </a:bodyPr>
          <a:lstStyle/>
          <a:p>
            <a:r>
              <a:rPr lang="en-US" altLang="zh-CN" dirty="0">
                <a:sym typeface="Arial" panose="020B0604020202020204" pitchFamily="34" charset="0"/>
              </a:rPr>
              <a:t>5.4.4</a:t>
            </a:r>
            <a:r>
              <a:rPr lang="zh-CN" altLang="en-US" dirty="0">
                <a:sym typeface="Arial" panose="020B0604020202020204" pitchFamily="34" charset="0"/>
              </a:rPr>
              <a:t>虚拟页式存储地址转换过程 </a:t>
            </a:r>
            <a:r>
              <a:rPr lang="en-US" altLang="zh-CN" dirty="0">
                <a:sym typeface="Arial" panose="020B0604020202020204" pitchFamily="34" charset="0"/>
              </a:rPr>
              <a:t>I</a:t>
            </a:r>
            <a:r>
              <a:rPr lang="zh-CN" altLang="en-US" dirty="0">
                <a:sym typeface="Arial" panose="020B0604020202020204" pitchFamily="34" charset="0"/>
              </a:rPr>
              <a:t> 页式存储管理的地址转换</a:t>
            </a:r>
          </a:p>
        </p:txBody>
      </p:sp>
      <p:sp>
        <p:nvSpPr>
          <p:cNvPr id="3" name="文本框 2">
            <a:extLst>
              <a:ext uri="{FF2B5EF4-FFF2-40B4-BE49-F238E27FC236}">
                <a16:creationId xmlns:a16="http://schemas.microsoft.com/office/drawing/2014/main" xmlns="" id="{8EC51156-DACA-0994-C728-85D064D6CA8F}"/>
              </a:ext>
            </a:extLst>
          </p:cNvPr>
          <p:cNvSpPr txBox="1"/>
          <p:nvPr/>
        </p:nvSpPr>
        <p:spPr>
          <a:xfrm>
            <a:off x="853440" y="1297355"/>
            <a:ext cx="7975600" cy="369332"/>
          </a:xfrm>
          <a:prstGeom prst="rect">
            <a:avLst/>
          </a:prstGeom>
          <a:noFill/>
        </p:spPr>
        <p:txBody>
          <a:bodyPr wrap="square">
            <a:spAutoFit/>
          </a:bodyPr>
          <a:lstStyle/>
          <a:p>
            <a:r>
              <a:rPr lang="zh-CN" altLang="zh-CN" sz="1800" kern="100" dirty="0">
                <a:effectLst/>
                <a:latin typeface="Microsoft YaHei" panose="020B0503020204020204" pitchFamily="34" charset="-122"/>
                <a:ea typeface="Microsoft YaHei" panose="020B0503020204020204" pitchFamily="34" charset="-122"/>
              </a:rPr>
              <a:t>为了实现页式存储管理，系统要提供一对硬件的</a:t>
            </a:r>
            <a:r>
              <a:rPr lang="zh-CN" altLang="zh-CN" sz="1800" kern="100" dirty="0">
                <a:solidFill>
                  <a:srgbClr val="FF00FF"/>
                </a:solidFill>
                <a:effectLst/>
                <a:latin typeface="Microsoft YaHei" panose="020B0503020204020204" pitchFamily="34" charset="-122"/>
                <a:ea typeface="Microsoft YaHei" panose="020B0503020204020204" pitchFamily="34" charset="-122"/>
              </a:rPr>
              <a:t>页</a:t>
            </a:r>
            <a:r>
              <a:rPr lang="zh-CN" altLang="zh-CN" sz="1800" kern="100" dirty="0">
                <a:effectLst/>
                <a:latin typeface="Microsoft YaHei" panose="020B0503020204020204" pitchFamily="34" charset="-122"/>
                <a:ea typeface="Microsoft YaHei" panose="020B0503020204020204" pitchFamily="34" charset="-122"/>
              </a:rPr>
              <a:t>表控制寄存器</a:t>
            </a:r>
            <a:endParaRPr lang="zh-CN" altLang="en-US" dirty="0">
              <a:latin typeface="Microsoft YaHei" panose="020B0503020204020204" pitchFamily="34" charset="-122"/>
              <a:ea typeface="Microsoft YaHei" panose="020B0503020204020204" pitchFamily="34" charset="-122"/>
            </a:endParaRPr>
          </a:p>
        </p:txBody>
      </p:sp>
      <p:sp>
        <p:nvSpPr>
          <p:cNvPr id="4" name="矩形 3">
            <a:extLst>
              <a:ext uri="{FF2B5EF4-FFF2-40B4-BE49-F238E27FC236}">
                <a16:creationId xmlns:a16="http://schemas.microsoft.com/office/drawing/2014/main" xmlns="" id="{C108F80B-6C91-F252-F85B-9CB3DC04D091}"/>
              </a:ext>
            </a:extLst>
          </p:cNvPr>
          <p:cNvSpPr/>
          <p:nvPr/>
        </p:nvSpPr>
        <p:spPr>
          <a:xfrm>
            <a:off x="4551680" y="1666687"/>
            <a:ext cx="2804160" cy="4571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 name="圆角矩形 5">
            <a:extLst>
              <a:ext uri="{FF2B5EF4-FFF2-40B4-BE49-F238E27FC236}">
                <a16:creationId xmlns:a16="http://schemas.microsoft.com/office/drawing/2014/main" xmlns="" id="{193AB324-4030-C1DC-5997-7018B0F506BF}"/>
              </a:ext>
            </a:extLst>
          </p:cNvPr>
          <p:cNvSpPr/>
          <p:nvPr/>
        </p:nvSpPr>
        <p:spPr>
          <a:xfrm>
            <a:off x="2467627" y="2036019"/>
            <a:ext cx="2540703" cy="554804"/>
          </a:xfrm>
          <a:prstGeom prst="roundRect">
            <a:avLst>
              <a:gd name="adj" fmla="val 1111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zh-CN" sz="1800" kern="100" dirty="0">
                <a:solidFill>
                  <a:schemeClr val="bg1"/>
                </a:solidFill>
                <a:effectLst/>
                <a:latin typeface="Microsoft YaHei" panose="020B0503020204020204" pitchFamily="34" charset="-122"/>
                <a:ea typeface="Microsoft YaHei" panose="020B0503020204020204" pitchFamily="34" charset="-122"/>
              </a:rPr>
              <a:t>页表始址寄存器</a:t>
            </a:r>
            <a:endParaRPr kumimoji="1" lang="zh-CN" altLang="en-US" dirty="0">
              <a:solidFill>
                <a:schemeClr val="bg1"/>
              </a:solidFill>
              <a:latin typeface="Microsoft YaHei" panose="020B0503020204020204" pitchFamily="34" charset="-122"/>
              <a:ea typeface="Microsoft YaHei" panose="020B0503020204020204" pitchFamily="34" charset="-122"/>
            </a:endParaRPr>
          </a:p>
        </p:txBody>
      </p:sp>
      <p:sp>
        <p:nvSpPr>
          <p:cNvPr id="7" name="圆角矩形 6">
            <a:extLst>
              <a:ext uri="{FF2B5EF4-FFF2-40B4-BE49-F238E27FC236}">
                <a16:creationId xmlns:a16="http://schemas.microsoft.com/office/drawing/2014/main" xmlns="" id="{83DB8C1C-18DE-BB9D-F114-7F74149CF937}"/>
              </a:ext>
            </a:extLst>
          </p:cNvPr>
          <p:cNvSpPr/>
          <p:nvPr/>
        </p:nvSpPr>
        <p:spPr>
          <a:xfrm>
            <a:off x="5373541" y="2036019"/>
            <a:ext cx="2174789" cy="554804"/>
          </a:xfrm>
          <a:prstGeom prst="roundRect">
            <a:avLst>
              <a:gd name="adj" fmla="val 1111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zh-CN" sz="1800" kern="100" dirty="0">
                <a:solidFill>
                  <a:schemeClr val="bg1"/>
                </a:solidFill>
                <a:effectLst/>
                <a:latin typeface="Microsoft YaHei" panose="020B0503020204020204" pitchFamily="34" charset="-122"/>
                <a:ea typeface="Microsoft YaHei" panose="020B0503020204020204" pitchFamily="34" charset="-122"/>
              </a:rPr>
              <a:t>页表</a:t>
            </a:r>
            <a:r>
              <a:rPr lang="zh-CN" altLang="en-US" sz="1800" kern="100" dirty="0">
                <a:solidFill>
                  <a:schemeClr val="bg1"/>
                </a:solidFill>
                <a:effectLst/>
                <a:latin typeface="Microsoft YaHei" panose="020B0503020204020204" pitchFamily="34" charset="-122"/>
                <a:ea typeface="Microsoft YaHei" panose="020B0503020204020204" pitchFamily="34" charset="-122"/>
              </a:rPr>
              <a:t>长度</a:t>
            </a:r>
            <a:r>
              <a:rPr lang="zh-CN" altLang="zh-CN" sz="1800" kern="100" dirty="0">
                <a:solidFill>
                  <a:schemeClr val="bg1"/>
                </a:solidFill>
                <a:effectLst/>
                <a:latin typeface="Microsoft YaHei" panose="020B0503020204020204" pitchFamily="34" charset="-122"/>
                <a:ea typeface="Microsoft YaHei" panose="020B0503020204020204" pitchFamily="34" charset="-122"/>
              </a:rPr>
              <a:t>址寄存器</a:t>
            </a:r>
            <a:endParaRPr kumimoji="1" lang="zh-CN" altLang="en-US" dirty="0">
              <a:solidFill>
                <a:schemeClr val="bg1"/>
              </a:solidFill>
              <a:latin typeface="Microsoft YaHei" panose="020B0503020204020204" pitchFamily="34" charset="-122"/>
              <a:ea typeface="Microsoft YaHei" panose="020B0503020204020204" pitchFamily="34" charset="-122"/>
            </a:endParaRPr>
          </a:p>
        </p:txBody>
      </p:sp>
      <p:sp>
        <p:nvSpPr>
          <p:cNvPr id="9" name="圆角矩形 8">
            <a:extLst>
              <a:ext uri="{FF2B5EF4-FFF2-40B4-BE49-F238E27FC236}">
                <a16:creationId xmlns:a16="http://schemas.microsoft.com/office/drawing/2014/main" xmlns="" id="{C5AE1DA1-00FE-6717-B363-EF1F5F10844D}"/>
              </a:ext>
            </a:extLst>
          </p:cNvPr>
          <p:cNvSpPr/>
          <p:nvPr/>
        </p:nvSpPr>
        <p:spPr>
          <a:xfrm>
            <a:off x="7913541" y="2036019"/>
            <a:ext cx="3099350" cy="554804"/>
          </a:xfrm>
          <a:prstGeom prst="roundRect">
            <a:avLst>
              <a:gd name="adj" fmla="val 1111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zh-CN" sz="1800" kern="100" dirty="0">
                <a:solidFill>
                  <a:schemeClr val="bg1"/>
                </a:solidFill>
                <a:effectLst/>
                <a:latin typeface="Microsoft YaHei" panose="020B0503020204020204" pitchFamily="34" charset="-122"/>
                <a:ea typeface="Microsoft YaHei" panose="020B0503020204020204" pitchFamily="34" charset="-122"/>
              </a:rPr>
              <a:t>另外</a:t>
            </a:r>
            <a:r>
              <a:rPr lang="zh-CN" altLang="en-US" sz="1800" kern="100" dirty="0">
                <a:solidFill>
                  <a:schemeClr val="bg1"/>
                </a:solidFill>
                <a:effectLst/>
                <a:latin typeface="Microsoft YaHei" panose="020B0503020204020204" pitchFamily="34" charset="-122"/>
                <a:ea typeface="Microsoft YaHei" panose="020B0503020204020204" pitchFamily="34" charset="-122"/>
              </a:rPr>
              <a:t>：</a:t>
            </a:r>
            <a:r>
              <a:rPr lang="zh-CN" altLang="zh-CN" sz="1800" kern="100" dirty="0">
                <a:solidFill>
                  <a:schemeClr val="bg1"/>
                </a:solidFill>
                <a:effectLst/>
                <a:latin typeface="Microsoft YaHei" panose="020B0503020204020204" pitchFamily="34" charset="-122"/>
                <a:ea typeface="Microsoft YaHei" panose="020B0503020204020204" pitchFamily="34" charset="-122"/>
              </a:rPr>
              <a:t>需要高速缓冲存储器</a:t>
            </a:r>
            <a:endParaRPr kumimoji="1" lang="zh-CN" altLang="en-US" dirty="0">
              <a:solidFill>
                <a:schemeClr val="bg1"/>
              </a:solidFill>
              <a:latin typeface="Microsoft YaHei" panose="020B0503020204020204" pitchFamily="34" charset="-122"/>
              <a:ea typeface="Microsoft YaHei" panose="020B0503020204020204" pitchFamily="34" charset="-122"/>
            </a:endParaRPr>
          </a:p>
        </p:txBody>
      </p:sp>
      <p:sp>
        <p:nvSpPr>
          <p:cNvPr id="10" name="圆角矩形 9">
            <a:extLst>
              <a:ext uri="{FF2B5EF4-FFF2-40B4-BE49-F238E27FC236}">
                <a16:creationId xmlns:a16="http://schemas.microsoft.com/office/drawing/2014/main" xmlns="" id="{0330E014-805B-5628-1E7C-28412987AF1B}"/>
              </a:ext>
            </a:extLst>
          </p:cNvPr>
          <p:cNvSpPr/>
          <p:nvPr/>
        </p:nvSpPr>
        <p:spPr>
          <a:xfrm>
            <a:off x="2467626" y="2687133"/>
            <a:ext cx="2540703" cy="2250628"/>
          </a:xfrm>
          <a:prstGeom prst="roundRect">
            <a:avLst>
              <a:gd name="adj" fmla="val 7026"/>
            </a:avLst>
          </a:prstGeom>
          <a:solidFill>
            <a:schemeClr val="bg1"/>
          </a:solidFill>
          <a:ln>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ts val="2400"/>
              </a:lnSpc>
            </a:pPr>
            <a:r>
              <a:rPr lang="zh-CN" altLang="zh-CN" sz="1600" kern="100" dirty="0">
                <a:solidFill>
                  <a:schemeClr val="tx1"/>
                </a:solidFill>
                <a:effectLst/>
                <a:latin typeface="Microsoft YaHei" panose="020B0503020204020204" pitchFamily="34" charset="-122"/>
                <a:ea typeface="Microsoft YaHei" panose="020B0503020204020204" pitchFamily="34" charset="-122"/>
              </a:rPr>
              <a:t>页表始址寄存器，用于保存正在运行进程的页表在内存的首地址，当进程被调度程序选中投入运行时，系统将其页表首地址从进程控制块中取出送入该寄存器</a:t>
            </a:r>
          </a:p>
        </p:txBody>
      </p:sp>
      <p:sp>
        <p:nvSpPr>
          <p:cNvPr id="11" name="圆角矩形 10">
            <a:extLst>
              <a:ext uri="{FF2B5EF4-FFF2-40B4-BE49-F238E27FC236}">
                <a16:creationId xmlns:a16="http://schemas.microsoft.com/office/drawing/2014/main" xmlns="" id="{53062460-FFA1-86CE-7939-109B51011E57}"/>
              </a:ext>
            </a:extLst>
          </p:cNvPr>
          <p:cNvSpPr/>
          <p:nvPr/>
        </p:nvSpPr>
        <p:spPr>
          <a:xfrm>
            <a:off x="5373541" y="2687132"/>
            <a:ext cx="2174789" cy="2250629"/>
          </a:xfrm>
          <a:prstGeom prst="roundRect">
            <a:avLst>
              <a:gd name="adj" fmla="val 7026"/>
            </a:avLst>
          </a:prstGeom>
          <a:solidFill>
            <a:schemeClr val="bg1"/>
          </a:solidFill>
          <a:ln>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ts val="2400"/>
              </a:lnSpc>
            </a:pPr>
            <a:r>
              <a:rPr lang="zh-CN" altLang="zh-CN" sz="1600" kern="100" dirty="0">
                <a:solidFill>
                  <a:schemeClr val="tx1"/>
                </a:solidFill>
                <a:effectLst/>
                <a:latin typeface="Microsoft YaHei" panose="020B0503020204020204" pitchFamily="34" charset="-122"/>
                <a:ea typeface="Microsoft YaHei" panose="020B0503020204020204" pitchFamily="34" charset="-122"/>
              </a:rPr>
              <a:t>页表长度寄存器，用于保存正在运行进程的页表的长度，当进程被选中运行时，系统将它从进程控制块中取出送入该寄存器</a:t>
            </a:r>
          </a:p>
        </p:txBody>
      </p:sp>
      <p:sp>
        <p:nvSpPr>
          <p:cNvPr id="13" name="文本框 12">
            <a:extLst>
              <a:ext uri="{FF2B5EF4-FFF2-40B4-BE49-F238E27FC236}">
                <a16:creationId xmlns:a16="http://schemas.microsoft.com/office/drawing/2014/main" xmlns="" id="{9CCFF9C4-A43E-5AAC-73AB-E59C9D396968}"/>
              </a:ext>
            </a:extLst>
          </p:cNvPr>
          <p:cNvSpPr txBox="1"/>
          <p:nvPr/>
        </p:nvSpPr>
        <p:spPr>
          <a:xfrm>
            <a:off x="853440" y="5198659"/>
            <a:ext cx="10105219" cy="584775"/>
          </a:xfrm>
          <a:prstGeom prst="rect">
            <a:avLst/>
          </a:prstGeom>
          <a:noFill/>
        </p:spPr>
        <p:txBody>
          <a:bodyPr wrap="square">
            <a:spAutoFit/>
          </a:bodyPr>
          <a:lstStyle/>
          <a:p>
            <a:pPr algn="just"/>
            <a:r>
              <a:rPr lang="zh-CN" altLang="en-US" sz="1600" kern="100" dirty="0">
                <a:solidFill>
                  <a:schemeClr val="bg1">
                    <a:lumMod val="65000"/>
                  </a:schemeClr>
                </a:solidFill>
                <a:effectLst/>
                <a:latin typeface="Microsoft YaHei" panose="020B0503020204020204" pitchFamily="34" charset="-122"/>
                <a:ea typeface="Microsoft YaHei" panose="020B0503020204020204" pitchFamily="34" charset="-122"/>
              </a:rPr>
              <a:t>       </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页表指出该程序虚拟地址中的页号与所占用的物理页面号之间的对应关系。页表的长度由程序拥有的页面数而定，故每个程序的页表长度可能是不同的</a:t>
            </a:r>
          </a:p>
        </p:txBody>
      </p:sp>
      <p:sp>
        <p:nvSpPr>
          <p:cNvPr id="15" name="文本框 14">
            <a:extLst>
              <a:ext uri="{FF2B5EF4-FFF2-40B4-BE49-F238E27FC236}">
                <a16:creationId xmlns:a16="http://schemas.microsoft.com/office/drawing/2014/main" xmlns="" id="{A7D139DB-87F0-D72C-9AEC-5772076B98F0}"/>
              </a:ext>
            </a:extLst>
          </p:cNvPr>
          <p:cNvSpPr txBox="1"/>
          <p:nvPr/>
        </p:nvSpPr>
        <p:spPr>
          <a:xfrm>
            <a:off x="853440" y="5854554"/>
            <a:ext cx="10159451" cy="830997"/>
          </a:xfrm>
          <a:prstGeom prst="rect">
            <a:avLst/>
          </a:prstGeom>
          <a:noFill/>
        </p:spPr>
        <p:txBody>
          <a:bodyPr wrap="square">
            <a:spAutoFit/>
          </a:bodyPr>
          <a:lstStyle/>
          <a:p>
            <a:pPr algn="just"/>
            <a:r>
              <a:rPr lang="zh-CN" altLang="en-US" sz="1600" kern="100" dirty="0">
                <a:solidFill>
                  <a:schemeClr val="bg1">
                    <a:lumMod val="65000"/>
                  </a:schemeClr>
                </a:solidFill>
                <a:effectLst/>
                <a:latin typeface="Microsoft YaHei" panose="020B0503020204020204" pitchFamily="34" charset="-122"/>
                <a:ea typeface="Microsoft YaHei" panose="020B0503020204020204" pitchFamily="34" charset="-122"/>
              </a:rPr>
              <a:t>       </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页表又是硬件进行地址转换的依据，每执行一条指令时按虚拟地址中的页号查页表。若页表中无此页号，则产生一个“地址错”的程序性中断事件。若页表中有此页号，则可得到对应的物理页面号，按计算公式可转换成访问的内存的物理地址</a:t>
            </a:r>
          </a:p>
        </p:txBody>
      </p:sp>
    </p:spTree>
    <p:extLst>
      <p:ext uri="{BB962C8B-B14F-4D97-AF65-F5344CB8AC3E}">
        <p14:creationId xmlns:p14="http://schemas.microsoft.com/office/powerpoint/2010/main" xmlns="" val="317119505"/>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p:txBody>
          <a:bodyPr>
            <a:normAutofit/>
          </a:bodyPr>
          <a:lstStyle/>
          <a:p>
            <a:r>
              <a:rPr lang="en-US" altLang="zh-CN" dirty="0">
                <a:sym typeface="Arial" panose="020B0604020202020204" pitchFamily="34" charset="0"/>
              </a:rPr>
              <a:t>5.4.4</a:t>
            </a:r>
            <a:r>
              <a:rPr lang="zh-CN" altLang="en-US" dirty="0">
                <a:sym typeface="Arial" panose="020B0604020202020204" pitchFamily="34" charset="0"/>
              </a:rPr>
              <a:t>虚拟页式存储地址转换过程 </a:t>
            </a:r>
            <a:r>
              <a:rPr lang="en-US" altLang="zh-CN" dirty="0">
                <a:sym typeface="Arial" panose="020B0604020202020204" pitchFamily="34" charset="0"/>
              </a:rPr>
              <a:t>I</a:t>
            </a:r>
            <a:r>
              <a:rPr lang="zh-CN" altLang="en-US" dirty="0">
                <a:sym typeface="Arial" panose="020B0604020202020204" pitchFamily="34" charset="0"/>
              </a:rPr>
              <a:t> 页式存储管理的地址转换</a:t>
            </a:r>
          </a:p>
        </p:txBody>
      </p:sp>
      <p:sp>
        <p:nvSpPr>
          <p:cNvPr id="5" name="文本框 4">
            <a:extLst>
              <a:ext uri="{FF2B5EF4-FFF2-40B4-BE49-F238E27FC236}">
                <a16:creationId xmlns:a16="http://schemas.microsoft.com/office/drawing/2014/main" xmlns="" id="{3C1AD24D-E96A-03C1-0A95-C08D7F406034}"/>
              </a:ext>
            </a:extLst>
          </p:cNvPr>
          <p:cNvSpPr txBox="1"/>
          <p:nvPr/>
        </p:nvSpPr>
        <p:spPr>
          <a:xfrm>
            <a:off x="1022033" y="5577939"/>
            <a:ext cx="9757727" cy="981423"/>
          </a:xfrm>
          <a:prstGeom prst="rect">
            <a:avLst/>
          </a:prstGeom>
          <a:noFill/>
        </p:spPr>
        <p:txBody>
          <a:bodyPr wrap="square">
            <a:spAutoFit/>
          </a:bodyPr>
          <a:lstStyle/>
          <a:p>
            <a:pPr>
              <a:lnSpc>
                <a:spcPts val="2400"/>
              </a:lnSpc>
            </a:pPr>
            <a:r>
              <a:rPr lang="zh-CN" altLang="zh-CN" sz="1400" kern="100" dirty="0">
                <a:solidFill>
                  <a:schemeClr val="bg1">
                    <a:lumMod val="65000"/>
                  </a:schemeClr>
                </a:solidFill>
                <a:effectLst/>
                <a:latin typeface="Microsoft YaHei" panose="020B0503020204020204" pitchFamily="34" charset="-122"/>
                <a:ea typeface="Microsoft YaHei" panose="020B0503020204020204" pitchFamily="34" charset="-122"/>
              </a:rPr>
              <a:t>需要强调的是，物理页面号又称为页帧或页框号</a:t>
            </a:r>
          </a:p>
          <a:p>
            <a:pPr>
              <a:lnSpc>
                <a:spcPts val="2400"/>
              </a:lnSpc>
            </a:pPr>
            <a:r>
              <a:rPr lang="zh-CN" altLang="zh-CN" sz="1400" kern="100" dirty="0">
                <a:solidFill>
                  <a:schemeClr val="bg1">
                    <a:lumMod val="65000"/>
                  </a:schemeClr>
                </a:solidFill>
                <a:effectLst/>
                <a:latin typeface="Microsoft YaHei" panose="020B0503020204020204" pitchFamily="34" charset="-122"/>
                <a:ea typeface="Microsoft YaHei" panose="020B0503020204020204" pitchFamily="34" charset="-122"/>
                <a:cs typeface="Times New Roman" panose="02020603050405020304" pitchFamily="18" charset="0"/>
              </a:rPr>
              <a:t>根据二进制乘法运算的性质，一个二进制数乘以</a:t>
            </a:r>
            <a:r>
              <a:rPr lang="en-US" altLang="zh-CN" sz="1400" kern="100" dirty="0">
                <a:solidFill>
                  <a:schemeClr val="bg1">
                    <a:lumMod val="65000"/>
                  </a:schemeClr>
                </a:solidFill>
                <a:effectLst/>
                <a:latin typeface="Microsoft YaHei" panose="020B0503020204020204" pitchFamily="34" charset="-122"/>
                <a:ea typeface="Microsoft YaHei" panose="020B0503020204020204" pitchFamily="34" charset="-122"/>
              </a:rPr>
              <a:t>2</a:t>
            </a:r>
            <a:r>
              <a:rPr lang="en-US" altLang="zh-CN" sz="1400" kern="100" baseline="30000" dirty="0">
                <a:solidFill>
                  <a:schemeClr val="bg1">
                    <a:lumMod val="65000"/>
                  </a:schemeClr>
                </a:solidFill>
                <a:effectLst/>
                <a:latin typeface="Microsoft YaHei" panose="020B0503020204020204" pitchFamily="34" charset="-122"/>
                <a:ea typeface="Microsoft YaHei" panose="020B0503020204020204" pitchFamily="34" charset="-122"/>
              </a:rPr>
              <a:t>n</a:t>
            </a:r>
            <a:r>
              <a:rPr lang="zh-CN" altLang="zh-CN" sz="1400" kern="100" dirty="0">
                <a:solidFill>
                  <a:schemeClr val="bg1">
                    <a:lumMod val="65000"/>
                  </a:schemeClr>
                </a:solidFill>
                <a:effectLst/>
                <a:latin typeface="Microsoft YaHei" panose="020B0503020204020204" pitchFamily="34" charset="-122"/>
                <a:ea typeface="Microsoft YaHei" panose="020B0503020204020204" pitchFamily="34" charset="-122"/>
                <a:cs typeface="Times New Roman" panose="02020603050405020304" pitchFamily="18" charset="0"/>
              </a:rPr>
              <a:t>结果实际上是将该数左移</a:t>
            </a:r>
            <a:r>
              <a:rPr lang="en-US" altLang="zh-CN" sz="1400" kern="100" dirty="0">
                <a:solidFill>
                  <a:schemeClr val="bg1">
                    <a:lumMod val="65000"/>
                  </a:schemeClr>
                </a:solidFill>
                <a:effectLst/>
                <a:latin typeface="Microsoft YaHei" panose="020B0503020204020204" pitchFamily="34" charset="-122"/>
                <a:ea typeface="Microsoft YaHei" panose="020B0503020204020204" pitchFamily="34" charset="-122"/>
              </a:rPr>
              <a:t>n</a:t>
            </a:r>
            <a:r>
              <a:rPr lang="zh-CN" altLang="zh-CN" sz="1400" kern="100" dirty="0">
                <a:solidFill>
                  <a:schemeClr val="bg1">
                    <a:lumMod val="65000"/>
                  </a:schemeClr>
                </a:solidFill>
                <a:effectLst/>
                <a:latin typeface="Microsoft YaHei" panose="020B0503020204020204" pitchFamily="34" charset="-122"/>
                <a:ea typeface="Microsoft YaHei" panose="020B0503020204020204" pitchFamily="34" charset="-122"/>
                <a:cs typeface="Times New Roman" panose="02020603050405020304" pitchFamily="18" charset="0"/>
              </a:rPr>
              <a:t>位。所以，实际上是把物理页面号作为绝对地址的高位地址，而页内地址作为它的低地址部分。地址转换关系如图</a:t>
            </a:r>
            <a:r>
              <a:rPr lang="zh-CN" altLang="zh-CN" sz="1400" dirty="0">
                <a:solidFill>
                  <a:schemeClr val="bg1">
                    <a:lumMod val="65000"/>
                  </a:schemeClr>
                </a:solidFill>
                <a:effectLst/>
                <a:latin typeface="Microsoft YaHei" panose="020B0503020204020204" pitchFamily="34" charset="-122"/>
                <a:ea typeface="Microsoft YaHei" panose="020B0503020204020204" pitchFamily="34" charset="-122"/>
              </a:rPr>
              <a:t> </a:t>
            </a:r>
            <a:endParaRPr lang="zh-CN" altLang="zh-CN" sz="1400" kern="100" dirty="0">
              <a:solidFill>
                <a:schemeClr val="bg1">
                  <a:lumMod val="65000"/>
                </a:schemeClr>
              </a:solidFill>
              <a:effectLst/>
              <a:latin typeface="Microsoft YaHei" panose="020B0503020204020204" pitchFamily="34" charset="-122"/>
              <a:ea typeface="Microsoft YaHei" panose="020B0503020204020204" pitchFamily="34" charset="-122"/>
            </a:endParaRPr>
          </a:p>
        </p:txBody>
      </p:sp>
      <p:grpSp>
        <p:nvGrpSpPr>
          <p:cNvPr id="4" name="组合 3">
            <a:extLst>
              <a:ext uri="{FF2B5EF4-FFF2-40B4-BE49-F238E27FC236}">
                <a16:creationId xmlns:a16="http://schemas.microsoft.com/office/drawing/2014/main" xmlns="" id="{B395F3F6-0640-7444-041A-6620C2E1AFE9}"/>
              </a:ext>
            </a:extLst>
          </p:cNvPr>
          <p:cNvGrpSpPr/>
          <p:nvPr/>
        </p:nvGrpSpPr>
        <p:grpSpPr>
          <a:xfrm>
            <a:off x="1209993" y="1876947"/>
            <a:ext cx="4927600" cy="3370693"/>
            <a:chOff x="4971338" y="3132402"/>
            <a:chExt cx="4927600" cy="3370693"/>
          </a:xfrm>
        </p:grpSpPr>
        <p:pic>
          <p:nvPicPr>
            <p:cNvPr id="2" name="图片 1" descr="5-8">
              <a:extLst>
                <a:ext uri="{FF2B5EF4-FFF2-40B4-BE49-F238E27FC236}">
                  <a16:creationId xmlns:a16="http://schemas.microsoft.com/office/drawing/2014/main" xmlns="" id="{24A2A53B-1AF7-EF21-5CE5-8E4344744CE5}"/>
                </a:ext>
              </a:extLst>
            </p:cNvPr>
            <p:cNvPicPr>
              <a:picLocks noChangeAspect="1"/>
            </p:cNvPicPr>
            <p:nvPr/>
          </p:nvPicPr>
          <p:blipFill>
            <a:blip r:embed="rId3" cstate="print"/>
            <a:srcRect l="6425" t="12311" r="4514" b="16193"/>
            <a:stretch>
              <a:fillRect/>
            </a:stretch>
          </p:blipFill>
          <p:spPr bwMode="auto">
            <a:xfrm>
              <a:off x="4971338" y="3132402"/>
              <a:ext cx="4927600" cy="2971800"/>
            </a:xfrm>
            <a:prstGeom prst="rect">
              <a:avLst/>
            </a:prstGeom>
            <a:noFill/>
            <a:ln w="9525">
              <a:noFill/>
              <a:miter lim="800000"/>
              <a:headEnd/>
              <a:tailEnd/>
            </a:ln>
          </p:spPr>
        </p:pic>
        <p:sp>
          <p:nvSpPr>
            <p:cNvPr id="3" name="文本框 2">
              <a:extLst>
                <a:ext uri="{FF2B5EF4-FFF2-40B4-BE49-F238E27FC236}">
                  <a16:creationId xmlns:a16="http://schemas.microsoft.com/office/drawing/2014/main" xmlns="" id="{E5386C5F-1996-4BD1-E3C0-30AF99D186C4}"/>
                </a:ext>
              </a:extLst>
            </p:cNvPr>
            <p:cNvSpPr txBox="1"/>
            <p:nvPr/>
          </p:nvSpPr>
          <p:spPr>
            <a:xfrm>
              <a:off x="5899301" y="6195318"/>
              <a:ext cx="3071674" cy="307777"/>
            </a:xfrm>
            <a:prstGeom prst="rect">
              <a:avLst/>
            </a:prstGeom>
            <a:noFill/>
          </p:spPr>
          <p:txBody>
            <a:bodyPr wrap="none" rtlCol="0">
              <a:spAutoFit/>
            </a:bodyPr>
            <a:lstStyle/>
            <a:p>
              <a:pPr algn="ctr"/>
              <a:r>
                <a:rPr lang="zh-CN" altLang="zh-CN" sz="1400" kern="100" dirty="0">
                  <a:effectLst/>
                  <a:latin typeface="Times New Roman" panose="02020603050405020304" pitchFamily="18" charset="0"/>
                  <a:ea typeface="宋体" panose="02010600030101010101" pitchFamily="2" charset="-122"/>
                </a:rPr>
                <a:t>图</a:t>
              </a:r>
              <a:r>
                <a:rPr lang="en-US" altLang="zh-CN" sz="1400" kern="100" dirty="0">
                  <a:effectLst/>
                  <a:latin typeface="Times New Roman" panose="02020603050405020304" pitchFamily="18" charset="0"/>
                  <a:ea typeface="宋体" panose="02010600030101010101" pitchFamily="2" charset="-122"/>
                </a:rPr>
                <a:t>5-16 </a:t>
              </a:r>
              <a:r>
                <a:rPr lang="zh-CN" altLang="zh-CN" sz="1400" kern="100" dirty="0">
                  <a:effectLst/>
                  <a:latin typeface="Times New Roman" panose="02020603050405020304" pitchFamily="18" charset="0"/>
                  <a:ea typeface="宋体" panose="02010600030101010101" pitchFamily="2" charset="-122"/>
                </a:rPr>
                <a:t>页式存储管理的地址转换关系</a:t>
              </a:r>
            </a:p>
          </p:txBody>
        </p:sp>
      </p:grpSp>
      <p:sp>
        <p:nvSpPr>
          <p:cNvPr id="7" name="文本框 6">
            <a:extLst>
              <a:ext uri="{FF2B5EF4-FFF2-40B4-BE49-F238E27FC236}">
                <a16:creationId xmlns:a16="http://schemas.microsoft.com/office/drawing/2014/main" xmlns="" id="{65F1FD2A-4A22-C499-EBFB-7CD3DC318326}"/>
              </a:ext>
            </a:extLst>
          </p:cNvPr>
          <p:cNvSpPr txBox="1"/>
          <p:nvPr/>
        </p:nvSpPr>
        <p:spPr>
          <a:xfrm>
            <a:off x="442913" y="1101078"/>
            <a:ext cx="6096000" cy="369332"/>
          </a:xfrm>
          <a:prstGeom prst="rect">
            <a:avLst/>
          </a:prstGeom>
          <a:noFill/>
        </p:spPr>
        <p:txBody>
          <a:bodyPr wrap="square">
            <a:spAutoFit/>
          </a:bodyPr>
          <a:lstStyle/>
          <a:p>
            <a:pPr indent="266700" algn="just"/>
            <a:r>
              <a:rPr lang="zh-CN" altLang="zh-CN" sz="1800" b="1" kern="100" dirty="0">
                <a:effectLst/>
                <a:latin typeface="Microsoft YaHei" panose="020B0503020204020204" pitchFamily="34" charset="-122"/>
                <a:ea typeface="Microsoft YaHei" panose="020B0503020204020204" pitchFamily="34" charset="-122"/>
              </a:rPr>
              <a:t>物理地址的计算公式为：</a:t>
            </a:r>
          </a:p>
        </p:txBody>
      </p:sp>
      <p:sp>
        <p:nvSpPr>
          <p:cNvPr id="10" name="文本框 9">
            <a:extLst>
              <a:ext uri="{FF2B5EF4-FFF2-40B4-BE49-F238E27FC236}">
                <a16:creationId xmlns:a16="http://schemas.microsoft.com/office/drawing/2014/main" xmlns="" id="{E7F42906-7B8B-4AA2-A32A-36DB3D9EF1B3}"/>
              </a:ext>
            </a:extLst>
          </p:cNvPr>
          <p:cNvSpPr txBox="1"/>
          <p:nvPr/>
        </p:nvSpPr>
        <p:spPr>
          <a:xfrm>
            <a:off x="2021840" y="1101078"/>
            <a:ext cx="6096000" cy="369332"/>
          </a:xfrm>
          <a:prstGeom prst="rect">
            <a:avLst/>
          </a:prstGeom>
          <a:noFill/>
        </p:spPr>
        <p:txBody>
          <a:bodyPr wrap="square">
            <a:spAutoFit/>
          </a:bodyPr>
          <a:lstStyle/>
          <a:p>
            <a:pPr indent="1466850" algn="just"/>
            <a:r>
              <a:rPr lang="zh-CN" altLang="zh-CN" sz="1800" b="1" kern="100" dirty="0">
                <a:solidFill>
                  <a:srgbClr val="9A0001"/>
                </a:solidFill>
                <a:effectLst/>
                <a:latin typeface="Microsoft YaHei" panose="020B0503020204020204" pitchFamily="34" charset="-122"/>
                <a:ea typeface="Microsoft YaHei" panose="020B0503020204020204" pitchFamily="34" charset="-122"/>
              </a:rPr>
              <a:t>物理地址</a:t>
            </a:r>
            <a:r>
              <a:rPr lang="en-US" altLang="zh-CN" sz="1800" b="1" kern="100" dirty="0">
                <a:solidFill>
                  <a:srgbClr val="9A0001"/>
                </a:solidFill>
                <a:effectLst/>
                <a:latin typeface="Microsoft YaHei" panose="020B0503020204020204" pitchFamily="34" charset="-122"/>
                <a:ea typeface="Microsoft YaHei" panose="020B0503020204020204" pitchFamily="34" charset="-122"/>
              </a:rPr>
              <a:t> = </a:t>
            </a:r>
            <a:r>
              <a:rPr lang="zh-CN" altLang="zh-CN" sz="1800" b="1" kern="100" dirty="0">
                <a:solidFill>
                  <a:srgbClr val="9A0001"/>
                </a:solidFill>
                <a:effectLst/>
                <a:latin typeface="Microsoft YaHei" panose="020B0503020204020204" pitchFamily="34" charset="-122"/>
                <a:ea typeface="Microsoft YaHei" panose="020B0503020204020204" pitchFamily="34" charset="-122"/>
              </a:rPr>
              <a:t>物理页面号</a:t>
            </a:r>
            <a:r>
              <a:rPr lang="en-US" altLang="zh-CN" sz="1800" b="1" kern="100" dirty="0">
                <a:solidFill>
                  <a:srgbClr val="9A0001"/>
                </a:solidFill>
                <a:effectLst/>
                <a:latin typeface="Microsoft YaHei" panose="020B0503020204020204" pitchFamily="34" charset="-122"/>
                <a:ea typeface="Microsoft YaHei" panose="020B0503020204020204" pitchFamily="34" charset="-122"/>
              </a:rPr>
              <a:t> × </a:t>
            </a:r>
            <a:r>
              <a:rPr lang="zh-CN" altLang="zh-CN" sz="1800" b="1" kern="100" dirty="0">
                <a:solidFill>
                  <a:srgbClr val="9A0001"/>
                </a:solidFill>
                <a:effectLst/>
                <a:latin typeface="Microsoft YaHei" panose="020B0503020204020204" pitchFamily="34" charset="-122"/>
                <a:ea typeface="Microsoft YaHei" panose="020B0503020204020204" pitchFamily="34" charset="-122"/>
              </a:rPr>
              <a:t>块长 ＋ 页内地址</a:t>
            </a:r>
          </a:p>
        </p:txBody>
      </p:sp>
    </p:spTree>
    <p:extLst>
      <p:ext uri="{BB962C8B-B14F-4D97-AF65-F5344CB8AC3E}">
        <p14:creationId xmlns:p14="http://schemas.microsoft.com/office/powerpoint/2010/main" xmlns="" val="3585800960"/>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p:txBody>
          <a:bodyPr>
            <a:normAutofit/>
          </a:bodyPr>
          <a:lstStyle/>
          <a:p>
            <a:r>
              <a:rPr lang="en-US" altLang="zh-CN" dirty="0">
                <a:sym typeface="Arial" panose="020B0604020202020204" pitchFamily="34" charset="0"/>
              </a:rPr>
              <a:t>5.4.4</a:t>
            </a:r>
            <a:r>
              <a:rPr lang="zh-CN" altLang="en-US" dirty="0">
                <a:sym typeface="Arial" panose="020B0604020202020204" pitchFamily="34" charset="0"/>
              </a:rPr>
              <a:t>虚拟页式存储地址转换过程 </a:t>
            </a:r>
            <a:r>
              <a:rPr lang="en-US" altLang="zh-CN" dirty="0">
                <a:sym typeface="Arial" panose="020B0604020202020204" pitchFamily="34" charset="0"/>
              </a:rPr>
              <a:t>I</a:t>
            </a:r>
            <a:r>
              <a:rPr lang="zh-CN" altLang="en-US" dirty="0">
                <a:sym typeface="Arial" panose="020B0604020202020204" pitchFamily="34" charset="0"/>
              </a:rPr>
              <a:t> 页表项</a:t>
            </a:r>
          </a:p>
        </p:txBody>
      </p:sp>
      <p:sp>
        <p:nvSpPr>
          <p:cNvPr id="5" name="文本框 4">
            <a:extLst>
              <a:ext uri="{FF2B5EF4-FFF2-40B4-BE49-F238E27FC236}">
                <a16:creationId xmlns:a16="http://schemas.microsoft.com/office/drawing/2014/main" xmlns="" id="{3C1AD24D-E96A-03C1-0A95-C08D7F406034}"/>
              </a:ext>
            </a:extLst>
          </p:cNvPr>
          <p:cNvSpPr txBox="1"/>
          <p:nvPr/>
        </p:nvSpPr>
        <p:spPr>
          <a:xfrm>
            <a:off x="894080" y="3611730"/>
            <a:ext cx="8422105" cy="2064476"/>
          </a:xfrm>
          <a:prstGeom prst="rect">
            <a:avLst/>
          </a:prstGeom>
          <a:noFill/>
        </p:spPr>
        <p:txBody>
          <a:bodyPr wrap="square">
            <a:spAutoFit/>
          </a:bodyPr>
          <a:lstStyle/>
          <a:p>
            <a:pPr algn="just">
              <a:lnSpc>
                <a:spcPts val="2600"/>
              </a:lnSpc>
            </a:pPr>
            <a:r>
              <a:rPr lang="en-US" altLang="zh-CN" sz="1800" kern="100" dirty="0">
                <a:effectLst/>
                <a:latin typeface="Microsoft YaHei" panose="020B0503020204020204" pitchFamily="34" charset="-122"/>
                <a:ea typeface="Microsoft YaHei" panose="020B0503020204020204" pitchFamily="34" charset="-122"/>
              </a:rPr>
              <a:t>● </a:t>
            </a:r>
            <a:r>
              <a:rPr lang="zh-CN" altLang="zh-CN" sz="1800" kern="100" dirty="0">
                <a:effectLst/>
                <a:latin typeface="Microsoft YaHei" panose="020B0503020204020204" pitchFamily="34" charset="-122"/>
                <a:ea typeface="Microsoft YaHei" panose="020B0503020204020204" pitchFamily="34" charset="-122"/>
              </a:rPr>
              <a:t>物理页面号；页面在内存中时所对应的物理页面号 </a:t>
            </a:r>
          </a:p>
          <a:p>
            <a:pPr algn="just">
              <a:lnSpc>
                <a:spcPts val="2600"/>
              </a:lnSpc>
            </a:pPr>
            <a:r>
              <a:rPr lang="en-US" altLang="zh-CN" sz="1800" kern="100" dirty="0">
                <a:effectLst/>
                <a:latin typeface="Microsoft YaHei" panose="020B0503020204020204" pitchFamily="34" charset="-122"/>
                <a:ea typeface="Microsoft YaHei" panose="020B0503020204020204" pitchFamily="34" charset="-122"/>
              </a:rPr>
              <a:t>● </a:t>
            </a:r>
            <a:r>
              <a:rPr lang="zh-CN" altLang="zh-CN" sz="1800" kern="100" dirty="0">
                <a:effectLst/>
                <a:latin typeface="Microsoft YaHei" panose="020B0503020204020204" pitchFamily="34" charset="-122"/>
                <a:ea typeface="Microsoft YaHei" panose="020B0503020204020204" pitchFamily="34" charset="-122"/>
              </a:rPr>
              <a:t>有效位：又称驻留位、存在位，表示该页是在内存还是在磁盘</a:t>
            </a:r>
          </a:p>
          <a:p>
            <a:pPr algn="just">
              <a:lnSpc>
                <a:spcPts val="2600"/>
              </a:lnSpc>
            </a:pPr>
            <a:r>
              <a:rPr lang="en-US" altLang="zh-CN" sz="1800" kern="100" dirty="0">
                <a:effectLst/>
                <a:latin typeface="Microsoft YaHei" panose="020B0503020204020204" pitchFamily="34" charset="-122"/>
                <a:ea typeface="Microsoft YaHei" panose="020B0503020204020204" pitchFamily="34" charset="-122"/>
              </a:rPr>
              <a:t>● </a:t>
            </a:r>
            <a:r>
              <a:rPr lang="zh-CN" altLang="zh-CN" sz="1800" kern="100" dirty="0">
                <a:effectLst/>
                <a:latin typeface="Microsoft YaHei" panose="020B0503020204020204" pitchFamily="34" charset="-122"/>
                <a:ea typeface="Microsoft YaHei" panose="020B0503020204020204" pitchFamily="34" charset="-122"/>
              </a:rPr>
              <a:t>访问位：访问位表示该页在内存期间是否被访问过</a:t>
            </a:r>
          </a:p>
          <a:p>
            <a:pPr algn="just">
              <a:lnSpc>
                <a:spcPts val="2600"/>
              </a:lnSpc>
            </a:pPr>
            <a:r>
              <a:rPr lang="en-US" altLang="zh-CN" sz="1800" kern="100" dirty="0">
                <a:effectLst/>
                <a:latin typeface="Microsoft YaHei" panose="020B0503020204020204" pitchFamily="34" charset="-122"/>
                <a:ea typeface="Microsoft YaHei" panose="020B0503020204020204" pitchFamily="34" charset="-122"/>
              </a:rPr>
              <a:t>● </a:t>
            </a:r>
            <a:r>
              <a:rPr lang="zh-CN" altLang="zh-CN" sz="1800" kern="100" dirty="0">
                <a:effectLst/>
                <a:latin typeface="Microsoft YaHei" panose="020B0503020204020204" pitchFamily="34" charset="-122"/>
                <a:ea typeface="Microsoft YaHei" panose="020B0503020204020204" pitchFamily="34" charset="-122"/>
              </a:rPr>
              <a:t>修改位：修改位表示该页在内存中是否被修改过</a:t>
            </a:r>
          </a:p>
          <a:p>
            <a:pPr algn="just">
              <a:lnSpc>
                <a:spcPts val="2600"/>
              </a:lnSpc>
            </a:pPr>
            <a:r>
              <a:rPr lang="en-US" altLang="zh-CN" sz="1800" kern="100" dirty="0">
                <a:effectLst/>
                <a:latin typeface="Microsoft YaHei" panose="020B0503020204020204" pitchFamily="34" charset="-122"/>
                <a:ea typeface="Microsoft YaHei" panose="020B0503020204020204" pitchFamily="34" charset="-122"/>
              </a:rPr>
              <a:t>● </a:t>
            </a:r>
            <a:r>
              <a:rPr lang="zh-CN" altLang="zh-CN" sz="1800" kern="100" dirty="0">
                <a:effectLst/>
                <a:latin typeface="Microsoft YaHei" panose="020B0503020204020204" pitchFamily="34" charset="-122"/>
                <a:ea typeface="Microsoft YaHei" panose="020B0503020204020204" pitchFamily="34" charset="-122"/>
              </a:rPr>
              <a:t>保护位：是否能读</a:t>
            </a:r>
            <a:r>
              <a:rPr lang="en-US" altLang="zh-CN" sz="1800" kern="100" dirty="0">
                <a:effectLst/>
                <a:latin typeface="Microsoft YaHei" panose="020B0503020204020204" pitchFamily="34" charset="-122"/>
                <a:ea typeface="Microsoft YaHei" panose="020B0503020204020204" pitchFamily="34" charset="-122"/>
              </a:rPr>
              <a:t>/</a:t>
            </a:r>
            <a:r>
              <a:rPr lang="zh-CN" altLang="zh-CN" sz="1800" kern="100" dirty="0">
                <a:effectLst/>
                <a:latin typeface="Microsoft YaHei" panose="020B0503020204020204" pitchFamily="34" charset="-122"/>
                <a:ea typeface="Microsoft YaHei" panose="020B0503020204020204" pitchFamily="34" charset="-122"/>
              </a:rPr>
              <a:t>写</a:t>
            </a:r>
          </a:p>
          <a:p>
            <a:pPr algn="just">
              <a:lnSpc>
                <a:spcPts val="2600"/>
              </a:lnSpc>
            </a:pPr>
            <a:r>
              <a:rPr lang="zh-CN" altLang="zh-CN" sz="1800" kern="100" dirty="0">
                <a:effectLst/>
                <a:latin typeface="Microsoft YaHei" panose="020B0503020204020204" pitchFamily="34" charset="-122"/>
                <a:ea typeface="Microsoft YaHei" panose="020B0503020204020204" pitchFamily="34" charset="-122"/>
              </a:rPr>
              <a:t>其中，访问位和修改位可以用来决定置换哪个页面，具体由页面置换算法决定</a:t>
            </a:r>
          </a:p>
        </p:txBody>
      </p:sp>
      <p:sp>
        <p:nvSpPr>
          <p:cNvPr id="3" name="文本框 2">
            <a:extLst>
              <a:ext uri="{FF2B5EF4-FFF2-40B4-BE49-F238E27FC236}">
                <a16:creationId xmlns:a16="http://schemas.microsoft.com/office/drawing/2014/main" xmlns="" id="{39D35380-DD77-D5BC-2839-E6EF9AF63713}"/>
              </a:ext>
            </a:extLst>
          </p:cNvPr>
          <p:cNvSpPr txBox="1"/>
          <p:nvPr/>
        </p:nvSpPr>
        <p:spPr>
          <a:xfrm>
            <a:off x="894080" y="1461429"/>
            <a:ext cx="9997440" cy="1064202"/>
          </a:xfrm>
          <a:prstGeom prst="rect">
            <a:avLst/>
          </a:prstGeom>
          <a:noFill/>
        </p:spPr>
        <p:txBody>
          <a:bodyPr wrap="square">
            <a:spAutoFit/>
          </a:bodyPr>
          <a:lstStyle/>
          <a:p>
            <a:pPr>
              <a:lnSpc>
                <a:spcPts val="2600"/>
              </a:lnSpc>
            </a:pPr>
            <a:r>
              <a:rPr lang="zh-CN" altLang="en-US" kern="100" dirty="0">
                <a:effectLst/>
                <a:latin typeface="Microsoft YaHei" panose="020B0503020204020204" pitchFamily="34" charset="-122"/>
                <a:ea typeface="Microsoft YaHei" panose="020B0503020204020204" pitchFamily="34" charset="-122"/>
              </a:rPr>
              <a:t>       </a:t>
            </a:r>
            <a:r>
              <a:rPr lang="zh-CN" altLang="zh-CN" kern="100" dirty="0">
                <a:effectLst/>
                <a:latin typeface="Microsoft YaHei" panose="020B0503020204020204" pitchFamily="34" charset="-122"/>
                <a:ea typeface="Microsoft YaHei" panose="020B0503020204020204" pitchFamily="34" charset="-122"/>
              </a:rPr>
              <a:t>在进程开始运行之前，不是装入全部页面，而是装入一个或</a:t>
            </a:r>
            <a:r>
              <a:rPr lang="zh-CN" altLang="zh-CN" kern="100" dirty="0">
                <a:solidFill>
                  <a:srgbClr val="FF00FF"/>
                </a:solidFill>
                <a:effectLst/>
                <a:latin typeface="Microsoft YaHei" panose="020B0503020204020204" pitchFamily="34" charset="-122"/>
                <a:ea typeface="Microsoft YaHei" panose="020B0503020204020204" pitchFamily="34" charset="-122"/>
              </a:rPr>
              <a:t>零</a:t>
            </a:r>
            <a:r>
              <a:rPr lang="zh-CN" altLang="zh-CN" kern="100" dirty="0">
                <a:effectLst/>
                <a:latin typeface="Microsoft YaHei" panose="020B0503020204020204" pitchFamily="34" charset="-122"/>
                <a:ea typeface="Microsoft YaHei" panose="020B0503020204020204" pitchFamily="34" charset="-122"/>
              </a:rPr>
              <a:t>个页面，之后根据进程运行的需要，动态装入其他页面；当内存空间已满，而又需要装入新的页面时，则根据某种算法淘汰某个页面，以便装入新的页面</a:t>
            </a:r>
          </a:p>
        </p:txBody>
      </p:sp>
      <p:sp>
        <p:nvSpPr>
          <p:cNvPr id="6" name="文本框 5">
            <a:extLst>
              <a:ext uri="{FF2B5EF4-FFF2-40B4-BE49-F238E27FC236}">
                <a16:creationId xmlns:a16="http://schemas.microsoft.com/office/drawing/2014/main" xmlns="" id="{80BD3277-B598-9FFA-72DE-7DEF301FF441}"/>
              </a:ext>
            </a:extLst>
          </p:cNvPr>
          <p:cNvSpPr txBox="1"/>
          <p:nvPr/>
        </p:nvSpPr>
        <p:spPr>
          <a:xfrm>
            <a:off x="0" y="3125973"/>
            <a:ext cx="6096000" cy="369332"/>
          </a:xfrm>
          <a:prstGeom prst="rect">
            <a:avLst/>
          </a:prstGeom>
          <a:noFill/>
        </p:spPr>
        <p:txBody>
          <a:bodyPr wrap="square">
            <a:spAutoFit/>
          </a:bodyPr>
          <a:lstStyle/>
          <a:p>
            <a:r>
              <a:rPr lang="en-US" altLang="zh-CN" sz="1800" b="1" kern="100" dirty="0">
                <a:solidFill>
                  <a:srgbClr val="9A0001"/>
                </a:solidFill>
                <a:effectLst/>
                <a:latin typeface="Microsoft YaHei" panose="020B0503020204020204" pitchFamily="34" charset="-122"/>
                <a:ea typeface="Microsoft YaHei" panose="020B0503020204020204" pitchFamily="34" charset="-122"/>
              </a:rPr>
              <a:t>	</a:t>
            </a:r>
            <a:r>
              <a:rPr lang="zh-CN" altLang="zh-CN" sz="1800" b="1" kern="100" dirty="0">
                <a:solidFill>
                  <a:srgbClr val="9A0001"/>
                </a:solidFill>
                <a:effectLst/>
                <a:latin typeface="Microsoft YaHei" panose="020B0503020204020204" pitchFamily="34" charset="-122"/>
                <a:ea typeface="Microsoft YaHei" panose="020B0503020204020204" pitchFamily="34" charset="-122"/>
              </a:rPr>
              <a:t>在虚拟页式存储管理中，页表项的设计如下</a:t>
            </a:r>
          </a:p>
        </p:txBody>
      </p:sp>
    </p:spTree>
    <p:extLst>
      <p:ext uri="{BB962C8B-B14F-4D97-AF65-F5344CB8AC3E}">
        <p14:creationId xmlns:p14="http://schemas.microsoft.com/office/powerpoint/2010/main" xmlns="" val="53733919"/>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p:txBody>
          <a:bodyPr>
            <a:normAutofit/>
          </a:bodyPr>
          <a:lstStyle/>
          <a:p>
            <a:r>
              <a:rPr lang="en-US" altLang="zh-CN" dirty="0">
                <a:sym typeface="Arial" panose="020B0604020202020204" pitchFamily="34" charset="0"/>
              </a:rPr>
              <a:t>5.4.4</a:t>
            </a:r>
            <a:r>
              <a:rPr lang="zh-CN" altLang="en-US" dirty="0">
                <a:sym typeface="Arial" panose="020B0604020202020204" pitchFamily="34" charset="0"/>
              </a:rPr>
              <a:t>虚拟页式存储地址转换过程 </a:t>
            </a:r>
            <a:r>
              <a:rPr lang="en-US" altLang="zh-CN" dirty="0">
                <a:sym typeface="Arial" panose="020B0604020202020204" pitchFamily="34" charset="0"/>
              </a:rPr>
              <a:t>I</a:t>
            </a:r>
            <a:r>
              <a:rPr lang="zh-CN" altLang="en-US" dirty="0">
                <a:sym typeface="Arial" panose="020B0604020202020204" pitchFamily="34" charset="0"/>
              </a:rPr>
              <a:t> 页表</a:t>
            </a:r>
          </a:p>
        </p:txBody>
      </p:sp>
      <p:sp>
        <p:nvSpPr>
          <p:cNvPr id="5" name="文本框 4">
            <a:extLst>
              <a:ext uri="{FF2B5EF4-FFF2-40B4-BE49-F238E27FC236}">
                <a16:creationId xmlns:a16="http://schemas.microsoft.com/office/drawing/2014/main" xmlns="" id="{3C1AD24D-E96A-03C1-0A95-C08D7F406034}"/>
              </a:ext>
            </a:extLst>
          </p:cNvPr>
          <p:cNvSpPr txBox="1"/>
          <p:nvPr/>
        </p:nvSpPr>
        <p:spPr>
          <a:xfrm>
            <a:off x="623319" y="2884266"/>
            <a:ext cx="6244840" cy="2554545"/>
          </a:xfrm>
          <a:prstGeom prst="rect">
            <a:avLst/>
          </a:prstGeom>
          <a:noFill/>
        </p:spPr>
        <p:txBody>
          <a:bodyPr wrap="square">
            <a:spAutoFit/>
          </a:bodyPr>
          <a:lstStyle/>
          <a:p>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当系统支持</a:t>
            </a:r>
            <a:r>
              <a:rPr lang="en-US"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32</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位的虚拟地址空间时，若页面大小为</a:t>
            </a:r>
            <a:r>
              <a:rPr lang="en-US"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4KB</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，则页表将包含</a:t>
            </a:r>
            <a:r>
              <a:rPr lang="en-US"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1M</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个表项。假设每个表项由</a:t>
            </a:r>
            <a:r>
              <a:rPr lang="en-US"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4</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个字节组成，那么仅仅是为了存储页表就要为每个进程分配</a:t>
            </a:r>
            <a:r>
              <a:rPr lang="en-US"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4MB</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的物理地址空间。假设用户地址空间为</a:t>
            </a:r>
            <a:r>
              <a:rPr lang="en-US"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2GB</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，页面大小为</a:t>
            </a:r>
            <a:r>
              <a:rPr lang="en-US"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4KB</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，则一个进程最多可以有</a:t>
            </a:r>
            <a:r>
              <a:rPr lang="en-US"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219</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页。若用</a:t>
            </a:r>
            <a:r>
              <a:rPr lang="en-US"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4</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个字节表示一页的物理页号，则页表本身就占用</a:t>
            </a:r>
            <a:r>
              <a:rPr lang="en-US"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2MB</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，即需要</a:t>
            </a:r>
            <a:r>
              <a:rPr lang="en-US"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512</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个页面存放，我们称存放页表的页面为页表页。一般来说，页表页可以不连续存放，因此，需要对页表页的地址进行索引。一个简单的解决办法就是分级，例如采用两级页表，即页面大小为</a:t>
            </a:r>
            <a:r>
              <a:rPr lang="en-US"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4KB</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的</a:t>
            </a:r>
            <a:r>
              <a:rPr lang="en-US"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32</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位机器，虚拟地址可被划分为</a:t>
            </a:r>
            <a:r>
              <a:rPr lang="en-US"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10</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位页目录、</a:t>
            </a:r>
            <a:r>
              <a:rPr lang="en-US"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10</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位页表和</a:t>
            </a:r>
            <a:r>
              <a:rPr lang="en-US"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12</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位的页内偏移</a:t>
            </a:r>
          </a:p>
        </p:txBody>
      </p:sp>
      <p:grpSp>
        <p:nvGrpSpPr>
          <p:cNvPr id="4" name="组合 3">
            <a:extLst>
              <a:ext uri="{FF2B5EF4-FFF2-40B4-BE49-F238E27FC236}">
                <a16:creationId xmlns:a16="http://schemas.microsoft.com/office/drawing/2014/main" xmlns="" id="{66187FFB-0291-768F-6E8A-0676B6D15208}"/>
              </a:ext>
            </a:extLst>
          </p:cNvPr>
          <p:cNvGrpSpPr/>
          <p:nvPr/>
        </p:nvGrpSpPr>
        <p:grpSpPr>
          <a:xfrm>
            <a:off x="7008228" y="1514308"/>
            <a:ext cx="5099126" cy="4063839"/>
            <a:chOff x="7008228" y="1514308"/>
            <a:chExt cx="5099126" cy="4063839"/>
          </a:xfrm>
        </p:grpSpPr>
        <p:pic>
          <p:nvPicPr>
            <p:cNvPr id="2" name="图片 1">
              <a:extLst>
                <a:ext uri="{FF2B5EF4-FFF2-40B4-BE49-F238E27FC236}">
                  <a16:creationId xmlns:a16="http://schemas.microsoft.com/office/drawing/2014/main" xmlns="" id="{E6187C37-0744-27C5-812A-E2CC7437EA13}"/>
                </a:ext>
              </a:extLst>
            </p:cNvPr>
            <p:cNvPicPr>
              <a:picLocks noChangeAspect="1"/>
            </p:cNvPicPr>
            <p:nvPr/>
          </p:nvPicPr>
          <p:blipFill>
            <a:blip r:embed="rId3" cstate="print"/>
            <a:srcRect l="12646" t="5139" r="14363" b="7922"/>
            <a:stretch>
              <a:fillRect/>
            </a:stretch>
          </p:blipFill>
          <p:spPr bwMode="auto">
            <a:xfrm>
              <a:off x="7008228" y="1514308"/>
              <a:ext cx="5099126" cy="3410618"/>
            </a:xfrm>
            <a:prstGeom prst="rect">
              <a:avLst/>
            </a:prstGeom>
            <a:noFill/>
            <a:ln w="9525">
              <a:noFill/>
              <a:miter lim="800000"/>
              <a:headEnd/>
              <a:tailEnd/>
            </a:ln>
          </p:spPr>
        </p:pic>
        <p:sp>
          <p:nvSpPr>
            <p:cNvPr id="3" name="文本框 2">
              <a:extLst>
                <a:ext uri="{FF2B5EF4-FFF2-40B4-BE49-F238E27FC236}">
                  <a16:creationId xmlns:a16="http://schemas.microsoft.com/office/drawing/2014/main" xmlns="" id="{BF09962A-EE54-DAD6-C458-C6967CEB56A9}"/>
                </a:ext>
              </a:extLst>
            </p:cNvPr>
            <p:cNvSpPr txBox="1"/>
            <p:nvPr/>
          </p:nvSpPr>
          <p:spPr>
            <a:xfrm>
              <a:off x="8791345" y="5270370"/>
              <a:ext cx="1814920" cy="307777"/>
            </a:xfrm>
            <a:prstGeom prst="rect">
              <a:avLst/>
            </a:prstGeom>
            <a:noFill/>
          </p:spPr>
          <p:txBody>
            <a:bodyPr wrap="none" rtlCol="0">
              <a:spAutoFit/>
            </a:bodyPr>
            <a:lstStyle/>
            <a:p>
              <a:pPr algn="ctr"/>
              <a:r>
                <a:rPr lang="zh-CN" altLang="zh-CN" sz="1400" kern="0" dirty="0">
                  <a:effectLst/>
                  <a:latin typeface="Times New Roman" panose="02020603050405020304" pitchFamily="18" charset="0"/>
                  <a:ea typeface="黑体" panose="02010609060101010101" pitchFamily="49" charset="-122"/>
                  <a:cs typeface="E-HZ-PK748a2-Identity-H"/>
                </a:rPr>
                <a:t>图</a:t>
              </a:r>
              <a:r>
                <a:rPr lang="en-US" altLang="zh-CN" sz="1400" kern="0" dirty="0">
                  <a:latin typeface="Times New Roman" panose="02020603050405020304" pitchFamily="18" charset="0"/>
                  <a:ea typeface="黑体" panose="02010609060101010101" pitchFamily="49" charset="-122"/>
                  <a:cs typeface="E-HZ-PK748a2-Identity-H"/>
                </a:rPr>
                <a:t>5</a:t>
              </a:r>
              <a:r>
                <a:rPr lang="en-US" altLang="zh-CN" sz="1400" kern="0" dirty="0">
                  <a:effectLst/>
                  <a:latin typeface="Times New Roman" panose="02020603050405020304" pitchFamily="18" charset="0"/>
                  <a:ea typeface="黑体" panose="02010609060101010101" pitchFamily="49" charset="-122"/>
                  <a:cs typeface="E-HZ-PK748a2-Identity-H"/>
                </a:rPr>
                <a:t>-17 </a:t>
              </a:r>
              <a:r>
                <a:rPr lang="zh-CN" altLang="zh-CN" sz="1400" kern="0" dirty="0">
                  <a:effectLst/>
                  <a:latin typeface="Times New Roman" panose="02020603050405020304" pitchFamily="18" charset="0"/>
                  <a:ea typeface="黑体" panose="02010609060101010101" pitchFamily="49" charset="-122"/>
                  <a:cs typeface="E-HZ-PK748a2-Identity-H"/>
                </a:rPr>
                <a:t>二级页表结构</a:t>
              </a:r>
              <a:endParaRPr lang="zh-CN" altLang="zh-CN" sz="1400" kern="100" dirty="0">
                <a:effectLst/>
                <a:latin typeface="Times New Roman" panose="02020603050405020304" pitchFamily="18" charset="0"/>
                <a:ea typeface="宋体" panose="02010600030101010101" pitchFamily="2" charset="-122"/>
              </a:endParaRPr>
            </a:p>
          </p:txBody>
        </p:sp>
      </p:grpSp>
      <p:sp>
        <p:nvSpPr>
          <p:cNvPr id="7" name="文本框 6">
            <a:extLst>
              <a:ext uri="{FF2B5EF4-FFF2-40B4-BE49-F238E27FC236}">
                <a16:creationId xmlns:a16="http://schemas.microsoft.com/office/drawing/2014/main" xmlns="" id="{1391D691-258F-6D47-3BF4-A632EB953F9A}"/>
              </a:ext>
            </a:extLst>
          </p:cNvPr>
          <p:cNvSpPr txBox="1"/>
          <p:nvPr/>
        </p:nvSpPr>
        <p:spPr>
          <a:xfrm>
            <a:off x="623319" y="1191142"/>
            <a:ext cx="6096000" cy="730777"/>
          </a:xfrm>
          <a:prstGeom prst="rect">
            <a:avLst/>
          </a:prstGeom>
          <a:noFill/>
        </p:spPr>
        <p:txBody>
          <a:bodyPr wrap="square">
            <a:spAutoFit/>
          </a:bodyPr>
          <a:lstStyle/>
          <a:p>
            <a:pPr>
              <a:lnSpc>
                <a:spcPts val="2600"/>
              </a:lnSpc>
            </a:pPr>
            <a:r>
              <a:rPr lang="zh-CN" altLang="en-US" sz="1800" b="1" kern="0" dirty="0">
                <a:solidFill>
                  <a:srgbClr val="C00000"/>
                </a:solidFill>
                <a:effectLst/>
                <a:latin typeface="Microsoft YaHei" panose="020B0503020204020204" pitchFamily="34" charset="-122"/>
                <a:ea typeface="Microsoft YaHei" panose="020B0503020204020204" pitchFamily="34" charset="-122"/>
                <a:cs typeface="E-HZ-PK748a2-Identity-H"/>
              </a:rPr>
              <a:t>       </a:t>
            </a:r>
            <a:r>
              <a:rPr lang="zh-CN" altLang="zh-CN" sz="1800" b="1" kern="0" dirty="0">
                <a:solidFill>
                  <a:srgbClr val="C00000"/>
                </a:solidFill>
                <a:effectLst/>
                <a:latin typeface="Microsoft YaHei" panose="020B0503020204020204" pitchFamily="34" charset="-122"/>
                <a:ea typeface="Microsoft YaHei" panose="020B0503020204020204" pitchFamily="34" charset="-122"/>
                <a:cs typeface="E-HZ-PK748a2-Identity-H"/>
              </a:rPr>
              <a:t>多级页表</a:t>
            </a:r>
            <a:r>
              <a:rPr lang="zh-CN" altLang="en-US" b="1" kern="0" dirty="0">
                <a:solidFill>
                  <a:srgbClr val="C00000"/>
                </a:solidFill>
                <a:latin typeface="Microsoft YaHei" panose="020B0503020204020204" pitchFamily="34" charset="-122"/>
                <a:ea typeface="Microsoft YaHei" panose="020B0503020204020204" pitchFamily="34" charset="-122"/>
                <a:cs typeface="E-HZ-PK748a2-Identity-H"/>
              </a:rPr>
              <a:t>：</a:t>
            </a:r>
            <a:r>
              <a:rPr lang="zh-CN" altLang="zh-CN" sz="1800" kern="100" dirty="0">
                <a:effectLst/>
                <a:latin typeface="Microsoft YaHei" panose="020B0503020204020204" pitchFamily="34" charset="-122"/>
                <a:ea typeface="Microsoft YaHei" panose="020B0503020204020204" pitchFamily="34" charset="-122"/>
              </a:rPr>
              <a:t>大多数现代计算机系统都支持很大的地址空间，由此带来的结果是</a:t>
            </a:r>
            <a:r>
              <a:rPr lang="zh-CN" altLang="zh-CN" sz="1800" kern="100" dirty="0">
                <a:solidFill>
                  <a:srgbClr val="FF00FF"/>
                </a:solidFill>
                <a:effectLst/>
                <a:latin typeface="Microsoft YaHei" panose="020B0503020204020204" pitchFamily="34" charset="-122"/>
                <a:ea typeface="Microsoft YaHei" panose="020B0503020204020204" pitchFamily="34" charset="-122"/>
              </a:rPr>
              <a:t>页</a:t>
            </a:r>
            <a:r>
              <a:rPr lang="zh-CN" altLang="zh-CN" sz="1800" kern="100" dirty="0">
                <a:effectLst/>
                <a:latin typeface="Microsoft YaHei" panose="020B0503020204020204" pitchFamily="34" charset="-122"/>
                <a:ea typeface="Microsoft YaHei" panose="020B0503020204020204" pitchFamily="34" charset="-122"/>
              </a:rPr>
              <a:t>表本身也变得很大</a:t>
            </a:r>
            <a:endParaRPr lang="en-US" altLang="zh-CN" sz="1800" kern="100" dirty="0">
              <a:effectLst/>
              <a:latin typeface="Microsoft YaHei" panose="020B0503020204020204" pitchFamily="34" charset="-122"/>
              <a:ea typeface="Microsoft YaHei" panose="020B0503020204020204" pitchFamily="34" charset="-122"/>
            </a:endParaRPr>
          </a:p>
        </p:txBody>
      </p:sp>
      <p:sp>
        <p:nvSpPr>
          <p:cNvPr id="10" name="文本框 9">
            <a:extLst>
              <a:ext uri="{FF2B5EF4-FFF2-40B4-BE49-F238E27FC236}">
                <a16:creationId xmlns:a16="http://schemas.microsoft.com/office/drawing/2014/main" xmlns="" id="{5B675204-6128-E0EC-BF67-779A696D5103}"/>
              </a:ext>
            </a:extLst>
          </p:cNvPr>
          <p:cNvSpPr txBox="1"/>
          <p:nvPr/>
        </p:nvSpPr>
        <p:spPr>
          <a:xfrm>
            <a:off x="623318" y="5613858"/>
            <a:ext cx="6244841" cy="830997"/>
          </a:xfrm>
          <a:prstGeom prst="rect">
            <a:avLst/>
          </a:prstGeom>
          <a:noFill/>
        </p:spPr>
        <p:txBody>
          <a:bodyPr wrap="square">
            <a:spAutoFit/>
          </a:bodyPr>
          <a:lstStyle/>
          <a:p>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大多数</a:t>
            </a:r>
            <a:r>
              <a:rPr lang="en-US"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32</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位的操作系统中采用二级页表，即由页表页和页目录一起构成进程页表。图</a:t>
            </a:r>
            <a:r>
              <a:rPr lang="en-US"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5-17</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表示了二级页表结构。其中，第一级表示页目录，保存页表页的地址；第二级表示页表页，保存物理页面号</a:t>
            </a:r>
          </a:p>
        </p:txBody>
      </p:sp>
      <p:sp>
        <p:nvSpPr>
          <p:cNvPr id="6" name="文本框 5">
            <a:extLst>
              <a:ext uri="{FF2B5EF4-FFF2-40B4-BE49-F238E27FC236}">
                <a16:creationId xmlns:a16="http://schemas.microsoft.com/office/drawing/2014/main" xmlns="" id="{CEAB0D93-50A5-9B27-BAF8-246EEF4C8D3F}"/>
              </a:ext>
            </a:extLst>
          </p:cNvPr>
          <p:cNvSpPr txBox="1"/>
          <p:nvPr/>
        </p:nvSpPr>
        <p:spPr>
          <a:xfrm>
            <a:off x="623318" y="2346550"/>
            <a:ext cx="646331" cy="369332"/>
          </a:xfrm>
          <a:prstGeom prst="rect">
            <a:avLst/>
          </a:prstGeom>
          <a:noFill/>
        </p:spPr>
        <p:txBody>
          <a:bodyPr wrap="none" rtlCol="0">
            <a:spAutoFit/>
          </a:bodyPr>
          <a:lstStyle/>
          <a:p>
            <a:pPr algn="ctr"/>
            <a:r>
              <a:rPr kumimoji="1" lang="zh-CN" altLang="en-US" dirty="0">
                <a:solidFill>
                  <a:srgbClr val="9A0001"/>
                </a:solidFill>
                <a:latin typeface="Arial" panose="020B0604020202020204" pitchFamily="34" charset="0"/>
                <a:ea typeface="微软雅黑" panose="020B0503020204020204" pitchFamily="34" charset="-122"/>
                <a:cs typeface="+mn-ea"/>
                <a:sym typeface="Arial" panose="020B0604020202020204" pitchFamily="34" charset="0"/>
              </a:rPr>
              <a:t>案例</a:t>
            </a:r>
          </a:p>
        </p:txBody>
      </p:sp>
    </p:spTree>
    <p:extLst>
      <p:ext uri="{BB962C8B-B14F-4D97-AF65-F5344CB8AC3E}">
        <p14:creationId xmlns:p14="http://schemas.microsoft.com/office/powerpoint/2010/main" xmlns="" val="3537944930"/>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p:txBody>
          <a:bodyPr>
            <a:normAutofit/>
          </a:bodyPr>
          <a:lstStyle/>
          <a:p>
            <a:r>
              <a:rPr lang="en-US" altLang="zh-CN" dirty="0">
                <a:sym typeface="Arial" panose="020B0604020202020204" pitchFamily="34" charset="0"/>
              </a:rPr>
              <a:t>5.4.4</a:t>
            </a:r>
            <a:r>
              <a:rPr lang="zh-CN" altLang="en-US" dirty="0">
                <a:sym typeface="Arial" panose="020B0604020202020204" pitchFamily="34" charset="0"/>
              </a:rPr>
              <a:t>虚拟页式存储地址转换过程 </a:t>
            </a:r>
            <a:r>
              <a:rPr lang="en-US" altLang="zh-CN" dirty="0">
                <a:sym typeface="Arial" panose="020B0604020202020204" pitchFamily="34" charset="0"/>
              </a:rPr>
              <a:t>I</a:t>
            </a:r>
            <a:r>
              <a:rPr lang="zh-CN" altLang="en-US" dirty="0">
                <a:sym typeface="Arial" panose="020B0604020202020204" pitchFamily="34" charset="0"/>
              </a:rPr>
              <a:t> 页表</a:t>
            </a:r>
          </a:p>
        </p:txBody>
      </p:sp>
      <p:sp>
        <p:nvSpPr>
          <p:cNvPr id="5" name="文本框 4">
            <a:extLst>
              <a:ext uri="{FF2B5EF4-FFF2-40B4-BE49-F238E27FC236}">
                <a16:creationId xmlns:a16="http://schemas.microsoft.com/office/drawing/2014/main" xmlns="" id="{3C1AD24D-E96A-03C1-0A95-C08D7F406034}"/>
              </a:ext>
            </a:extLst>
          </p:cNvPr>
          <p:cNvSpPr txBox="1"/>
          <p:nvPr/>
        </p:nvSpPr>
        <p:spPr>
          <a:xfrm>
            <a:off x="708691" y="1138517"/>
            <a:ext cx="10232024" cy="1064202"/>
          </a:xfrm>
          <a:prstGeom prst="rect">
            <a:avLst/>
          </a:prstGeom>
          <a:noFill/>
        </p:spPr>
        <p:txBody>
          <a:bodyPr wrap="square">
            <a:spAutoFit/>
          </a:bodyPr>
          <a:lstStyle/>
          <a:p>
            <a:pPr algn="just">
              <a:lnSpc>
                <a:spcPts val="2600"/>
              </a:lnSpc>
            </a:pPr>
            <a:r>
              <a:rPr lang="zh-CN" altLang="zh-CN" sz="1800" b="1" kern="0" dirty="0">
                <a:solidFill>
                  <a:srgbClr val="9A0001"/>
                </a:solidFill>
                <a:effectLst/>
                <a:latin typeface="Microsoft YaHei" panose="020B0503020204020204" pitchFamily="34" charset="-122"/>
                <a:ea typeface="Microsoft YaHei" panose="020B0503020204020204" pitchFamily="34" charset="-122"/>
                <a:cs typeface="E-HZ-PK748a2-Identity-H"/>
              </a:rPr>
              <a:t>散列页表</a:t>
            </a:r>
            <a:r>
              <a:rPr lang="zh-CN" altLang="en-US" sz="1800" b="1" kern="0" dirty="0">
                <a:solidFill>
                  <a:srgbClr val="9A0001"/>
                </a:solidFill>
                <a:effectLst/>
                <a:latin typeface="Microsoft YaHei" panose="020B0503020204020204" pitchFamily="34" charset="-122"/>
                <a:ea typeface="Microsoft YaHei" panose="020B0503020204020204" pitchFamily="34" charset="-122"/>
                <a:cs typeface="E-HZ-PK748a2-Identity-H"/>
              </a:rPr>
              <a:t>：</a:t>
            </a:r>
            <a:r>
              <a:rPr lang="zh-CN" altLang="zh-CN" sz="1800" b="1" kern="100" dirty="0">
                <a:solidFill>
                  <a:srgbClr val="9A0001"/>
                </a:solidFill>
                <a:effectLst/>
                <a:latin typeface="Microsoft YaHei" panose="020B0503020204020204" pitchFamily="34" charset="-122"/>
                <a:ea typeface="Microsoft YaHei" panose="020B0503020204020204" pitchFamily="34" charset="-122"/>
              </a:rPr>
              <a:t>当地址空间大于</a:t>
            </a:r>
            <a:r>
              <a:rPr lang="en-US" altLang="zh-CN" sz="1800" b="1" kern="100" dirty="0">
                <a:solidFill>
                  <a:srgbClr val="9A0001"/>
                </a:solidFill>
                <a:effectLst/>
                <a:latin typeface="Microsoft YaHei" panose="020B0503020204020204" pitchFamily="34" charset="-122"/>
                <a:ea typeface="Microsoft YaHei" panose="020B0503020204020204" pitchFamily="34" charset="-122"/>
              </a:rPr>
              <a:t>32</a:t>
            </a:r>
            <a:r>
              <a:rPr lang="zh-CN" altLang="zh-CN" sz="1800" b="1" kern="100" dirty="0">
                <a:solidFill>
                  <a:srgbClr val="9A0001"/>
                </a:solidFill>
                <a:effectLst/>
                <a:latin typeface="Microsoft YaHei" panose="020B0503020204020204" pitchFamily="34" charset="-122"/>
                <a:ea typeface="Microsoft YaHei" panose="020B0503020204020204" pitchFamily="34" charset="-122"/>
              </a:rPr>
              <a:t>位时，一种常见的方法是使用以页号为散列值的散列页表。</a:t>
            </a:r>
            <a:r>
              <a:rPr lang="zh-CN" altLang="zh-CN" sz="1800" kern="100" dirty="0">
                <a:effectLst/>
                <a:latin typeface="Microsoft YaHei" panose="020B0503020204020204" pitchFamily="34" charset="-122"/>
                <a:ea typeface="Microsoft YaHei" panose="020B0503020204020204" pitchFamily="34" charset="-122"/>
              </a:rPr>
              <a:t>其中每个表项都包含一个链表，该链表中元素的散列值都指向同一个位置。这样，散列页表中的每个表项都包含三个字段</a:t>
            </a:r>
          </a:p>
        </p:txBody>
      </p:sp>
      <p:sp>
        <p:nvSpPr>
          <p:cNvPr id="4" name="矩形 3">
            <a:extLst>
              <a:ext uri="{FF2B5EF4-FFF2-40B4-BE49-F238E27FC236}">
                <a16:creationId xmlns:a16="http://schemas.microsoft.com/office/drawing/2014/main" xmlns="" id="{E6C6E2DD-191A-0008-1AB1-20464FBD9370}"/>
              </a:ext>
            </a:extLst>
          </p:cNvPr>
          <p:cNvSpPr/>
          <p:nvPr/>
        </p:nvSpPr>
        <p:spPr>
          <a:xfrm flipV="1">
            <a:off x="1162563" y="2200884"/>
            <a:ext cx="1072495" cy="5786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 name="圆角矩形 5">
            <a:extLst>
              <a:ext uri="{FF2B5EF4-FFF2-40B4-BE49-F238E27FC236}">
                <a16:creationId xmlns:a16="http://schemas.microsoft.com/office/drawing/2014/main" xmlns="" id="{0A28D2F9-B7C5-2A5D-DFE2-C1773CDFAAA7}"/>
              </a:ext>
            </a:extLst>
          </p:cNvPr>
          <p:cNvSpPr/>
          <p:nvPr/>
        </p:nvSpPr>
        <p:spPr>
          <a:xfrm>
            <a:off x="2223488" y="2548771"/>
            <a:ext cx="2174789" cy="554804"/>
          </a:xfrm>
          <a:prstGeom prst="roundRect">
            <a:avLst>
              <a:gd name="adj" fmla="val 1111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800" kern="100" dirty="0">
                <a:solidFill>
                  <a:schemeClr val="bg1"/>
                </a:solidFill>
                <a:effectLst/>
                <a:latin typeface="Microsoft YaHei" panose="020B0503020204020204" pitchFamily="34" charset="-122"/>
                <a:ea typeface="Microsoft YaHei" panose="020B0503020204020204" pitchFamily="34" charset="-122"/>
              </a:rPr>
              <a:t>虚拟页号</a:t>
            </a:r>
            <a:endParaRPr kumimoji="1" lang="zh-CN" altLang="en-US" dirty="0">
              <a:solidFill>
                <a:schemeClr val="bg1"/>
              </a:solidFill>
              <a:latin typeface="Microsoft YaHei" panose="020B0503020204020204" pitchFamily="34" charset="-122"/>
              <a:ea typeface="Microsoft YaHei" panose="020B0503020204020204" pitchFamily="34" charset="-122"/>
            </a:endParaRPr>
          </a:p>
        </p:txBody>
      </p:sp>
      <p:sp>
        <p:nvSpPr>
          <p:cNvPr id="7" name="圆角矩形 6">
            <a:extLst>
              <a:ext uri="{FF2B5EF4-FFF2-40B4-BE49-F238E27FC236}">
                <a16:creationId xmlns:a16="http://schemas.microsoft.com/office/drawing/2014/main" xmlns="" id="{FDCB314F-EEAF-2EAB-198F-66FDCCD1E8AB}"/>
              </a:ext>
            </a:extLst>
          </p:cNvPr>
          <p:cNvSpPr/>
          <p:nvPr/>
        </p:nvSpPr>
        <p:spPr>
          <a:xfrm>
            <a:off x="4737309" y="2548771"/>
            <a:ext cx="2174789" cy="554804"/>
          </a:xfrm>
          <a:prstGeom prst="roundRect">
            <a:avLst>
              <a:gd name="adj" fmla="val 1111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kumimoji="1" lang="zh-CN" altLang="en-US" kern="100" dirty="0">
                <a:solidFill>
                  <a:schemeClr val="bg1"/>
                </a:solidFill>
                <a:latin typeface="Microsoft YaHei" panose="020B0503020204020204" pitchFamily="34" charset="-122"/>
                <a:ea typeface="Microsoft YaHei" panose="020B0503020204020204" pitchFamily="34" charset="-122"/>
              </a:rPr>
              <a:t>所映射的页框号</a:t>
            </a:r>
            <a:endParaRPr kumimoji="1" lang="zh-CN" altLang="en-US" dirty="0">
              <a:solidFill>
                <a:schemeClr val="bg1"/>
              </a:solidFill>
              <a:latin typeface="Microsoft YaHei" panose="020B0503020204020204" pitchFamily="34" charset="-122"/>
              <a:ea typeface="Microsoft YaHei" panose="020B0503020204020204" pitchFamily="34" charset="-122"/>
            </a:endParaRPr>
          </a:p>
        </p:txBody>
      </p:sp>
      <p:sp>
        <p:nvSpPr>
          <p:cNvPr id="9" name="圆角矩形 8">
            <a:extLst>
              <a:ext uri="{FF2B5EF4-FFF2-40B4-BE49-F238E27FC236}">
                <a16:creationId xmlns:a16="http://schemas.microsoft.com/office/drawing/2014/main" xmlns="" id="{BFC98D95-A55A-1F46-6A6F-F0C7CC4045D8}"/>
              </a:ext>
            </a:extLst>
          </p:cNvPr>
          <p:cNvSpPr/>
          <p:nvPr/>
        </p:nvSpPr>
        <p:spPr>
          <a:xfrm>
            <a:off x="7251130" y="2548771"/>
            <a:ext cx="3477053" cy="554804"/>
          </a:xfrm>
          <a:prstGeom prst="roundRect">
            <a:avLst>
              <a:gd name="adj" fmla="val 1111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zh-CN" sz="1800" kern="100" dirty="0">
                <a:solidFill>
                  <a:schemeClr val="bg1"/>
                </a:solidFill>
                <a:effectLst/>
                <a:latin typeface="Microsoft YaHei" panose="020B0503020204020204" pitchFamily="34" charset="-122"/>
                <a:ea typeface="Microsoft YaHei" panose="020B0503020204020204" pitchFamily="34" charset="-122"/>
              </a:rPr>
              <a:t>指向链表中下一个元素的指针</a:t>
            </a:r>
            <a:endParaRPr kumimoji="1" lang="zh-CN" altLang="en-US" dirty="0">
              <a:solidFill>
                <a:schemeClr val="bg1"/>
              </a:solidFill>
              <a:latin typeface="Microsoft YaHei" panose="020B0503020204020204" pitchFamily="34" charset="-122"/>
              <a:ea typeface="Microsoft YaHei" panose="020B0503020204020204" pitchFamily="34" charset="-122"/>
            </a:endParaRPr>
          </a:p>
        </p:txBody>
      </p:sp>
      <p:sp>
        <p:nvSpPr>
          <p:cNvPr id="10" name="圆角矩形 9">
            <a:extLst>
              <a:ext uri="{FF2B5EF4-FFF2-40B4-BE49-F238E27FC236}">
                <a16:creationId xmlns:a16="http://schemas.microsoft.com/office/drawing/2014/main" xmlns="" id="{926A1863-C058-3731-A816-0C8D253AA2F8}"/>
              </a:ext>
            </a:extLst>
          </p:cNvPr>
          <p:cNvSpPr/>
          <p:nvPr/>
        </p:nvSpPr>
        <p:spPr>
          <a:xfrm>
            <a:off x="708691" y="3754427"/>
            <a:ext cx="10232023" cy="1965056"/>
          </a:xfrm>
          <a:prstGeom prst="roundRect">
            <a:avLst>
              <a:gd name="adj" fmla="val 7026"/>
            </a:avLst>
          </a:prstGeom>
          <a:solidFill>
            <a:schemeClr val="bg1"/>
          </a:solidFill>
          <a:ln>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indent="266700" algn="just">
              <a:lnSpc>
                <a:spcPts val="2400"/>
              </a:lnSpc>
            </a:pPr>
            <a:r>
              <a:rPr lang="zh-CN" altLang="zh-CN" sz="1600" kern="100" dirty="0">
                <a:solidFill>
                  <a:schemeClr val="tx1"/>
                </a:solidFill>
                <a:effectLst/>
                <a:latin typeface="Microsoft YaHei" panose="020B0503020204020204" pitchFamily="34" charset="-122"/>
                <a:ea typeface="Microsoft YaHei" panose="020B0503020204020204" pitchFamily="34" charset="-122"/>
              </a:rPr>
              <a:t>由虚拟页号得到散列值查找散列页表，并将此页号与链表中的第一个元素的字段（</a:t>
            </a:r>
            <a:r>
              <a:rPr lang="en-US" altLang="zh-CN" sz="1600" kern="100" dirty="0">
                <a:solidFill>
                  <a:schemeClr val="tx1"/>
                </a:solidFill>
                <a:effectLst/>
                <a:latin typeface="Microsoft YaHei" panose="020B0503020204020204" pitchFamily="34" charset="-122"/>
                <a:ea typeface="Microsoft YaHei" panose="020B0503020204020204" pitchFamily="34" charset="-122"/>
              </a:rPr>
              <a:t>a</a:t>
            </a:r>
            <a:r>
              <a:rPr lang="zh-CN" altLang="zh-CN" sz="1600" kern="100" dirty="0">
                <a:solidFill>
                  <a:schemeClr val="tx1"/>
                </a:solidFill>
                <a:effectLst/>
                <a:latin typeface="Microsoft YaHei" panose="020B0503020204020204" pitchFamily="34" charset="-122"/>
                <a:ea typeface="Microsoft YaHei" panose="020B0503020204020204" pitchFamily="34" charset="-122"/>
              </a:rPr>
              <a:t>）进行比较。如果匹配，则相应的页框号（字段（</a:t>
            </a:r>
            <a:r>
              <a:rPr lang="en-US" altLang="zh-CN" sz="1600" kern="100" dirty="0">
                <a:solidFill>
                  <a:schemeClr val="tx1"/>
                </a:solidFill>
                <a:effectLst/>
                <a:latin typeface="Microsoft YaHei" panose="020B0503020204020204" pitchFamily="34" charset="-122"/>
                <a:ea typeface="Microsoft YaHei" panose="020B0503020204020204" pitchFamily="34" charset="-122"/>
              </a:rPr>
              <a:t>b</a:t>
            </a:r>
            <a:r>
              <a:rPr lang="zh-CN" altLang="zh-CN" sz="1600" kern="100" dirty="0">
                <a:solidFill>
                  <a:schemeClr val="tx1"/>
                </a:solidFill>
                <a:effectLst/>
                <a:latin typeface="Microsoft YaHei" panose="020B0503020204020204" pitchFamily="34" charset="-122"/>
                <a:ea typeface="Microsoft YaHei" panose="020B0503020204020204" pitchFamily="34" charset="-122"/>
              </a:rPr>
              <a:t>））就可用于形成物理地址。如果不匹配，则沿链表依次寻找相匹配的表项</a:t>
            </a:r>
          </a:p>
          <a:p>
            <a:pPr indent="266700" algn="just">
              <a:lnSpc>
                <a:spcPts val="2400"/>
              </a:lnSpc>
            </a:pPr>
            <a:r>
              <a:rPr lang="zh-CN" altLang="zh-CN" sz="1600" kern="100" dirty="0">
                <a:solidFill>
                  <a:schemeClr val="tx1"/>
                </a:solidFill>
                <a:effectLst/>
                <a:latin typeface="Microsoft YaHei" panose="020B0503020204020204" pitchFamily="34" charset="-122"/>
                <a:ea typeface="Microsoft YaHei" panose="020B0503020204020204" pitchFamily="34" charset="-122"/>
              </a:rPr>
              <a:t>将上述方法稍作改变而得到的集群页表更适用于</a:t>
            </a:r>
            <a:r>
              <a:rPr lang="en-US" altLang="zh-CN" sz="1600" kern="100" dirty="0">
                <a:solidFill>
                  <a:schemeClr val="tx1"/>
                </a:solidFill>
                <a:effectLst/>
                <a:latin typeface="Microsoft YaHei" panose="020B0503020204020204" pitchFamily="34" charset="-122"/>
                <a:ea typeface="Microsoft YaHei" panose="020B0503020204020204" pitchFamily="34" charset="-122"/>
              </a:rPr>
              <a:t>64</a:t>
            </a:r>
            <a:r>
              <a:rPr lang="zh-CN" altLang="zh-CN" sz="1600" kern="100" dirty="0">
                <a:solidFill>
                  <a:schemeClr val="tx1"/>
                </a:solidFill>
                <a:effectLst/>
                <a:latin typeface="Microsoft YaHei" panose="020B0503020204020204" pitchFamily="34" charset="-122"/>
                <a:ea typeface="Microsoft YaHei" panose="020B0503020204020204" pitchFamily="34" charset="-122"/>
              </a:rPr>
              <a:t>位的地址空间。它与杂凑页表相似，不过其中每个表项代表了多个（例如</a:t>
            </a:r>
            <a:r>
              <a:rPr lang="en-US" altLang="zh-CN" sz="1600" kern="100" dirty="0">
                <a:solidFill>
                  <a:schemeClr val="tx1"/>
                </a:solidFill>
                <a:effectLst/>
                <a:latin typeface="Microsoft YaHei" panose="020B0503020204020204" pitchFamily="34" charset="-122"/>
                <a:ea typeface="Microsoft YaHei" panose="020B0503020204020204" pitchFamily="34" charset="-122"/>
              </a:rPr>
              <a:t>16</a:t>
            </a:r>
            <a:r>
              <a:rPr lang="zh-CN" altLang="zh-CN" sz="1600" kern="100" dirty="0">
                <a:solidFill>
                  <a:schemeClr val="tx1"/>
                </a:solidFill>
                <a:effectLst/>
                <a:latin typeface="Microsoft YaHei" panose="020B0503020204020204" pitchFamily="34" charset="-122"/>
                <a:ea typeface="Microsoft YaHei" panose="020B0503020204020204" pitchFamily="34" charset="-122"/>
              </a:rPr>
              <a:t>个）页面而不是一个。这样，一个页表项就存储了多个物理页框的映射信息。对于散布于整个地址空间的不连续内存访问来说，这种集群页表非常有效</a:t>
            </a:r>
          </a:p>
        </p:txBody>
      </p:sp>
      <p:sp>
        <p:nvSpPr>
          <p:cNvPr id="11" name="文本框 10">
            <a:extLst>
              <a:ext uri="{FF2B5EF4-FFF2-40B4-BE49-F238E27FC236}">
                <a16:creationId xmlns:a16="http://schemas.microsoft.com/office/drawing/2014/main" xmlns="" id="{96756F7A-99F3-8005-EB15-F37B25A8A1FA}"/>
              </a:ext>
            </a:extLst>
          </p:cNvPr>
          <p:cNvSpPr txBox="1"/>
          <p:nvPr/>
        </p:nvSpPr>
        <p:spPr>
          <a:xfrm>
            <a:off x="977152" y="3569760"/>
            <a:ext cx="1443319" cy="369332"/>
          </a:xfrm>
          <a:prstGeom prst="rect">
            <a:avLst/>
          </a:prstGeom>
          <a:solidFill>
            <a:schemeClr val="bg1"/>
          </a:solidFill>
        </p:spPr>
        <p:txBody>
          <a:bodyPr wrap="square">
            <a:spAutoFit/>
          </a:bodyPr>
          <a:lstStyle/>
          <a:p>
            <a:pPr algn="ctr"/>
            <a:r>
              <a:rPr lang="zh-CN" altLang="en-US" sz="1800" b="1" kern="100" dirty="0">
                <a:solidFill>
                  <a:schemeClr val="tx1"/>
                </a:solidFill>
                <a:effectLst/>
                <a:latin typeface="Microsoft YaHei" panose="020B0503020204020204" pitchFamily="34" charset="-122"/>
                <a:ea typeface="Microsoft YaHei" panose="020B0503020204020204" pitchFamily="34" charset="-122"/>
              </a:rPr>
              <a:t>使用的算法</a:t>
            </a:r>
            <a:endParaRPr lang="zh-CN" altLang="en-US" b="1" dirty="0">
              <a:latin typeface="Microsoft YaHei" panose="020B0503020204020204" pitchFamily="34" charset="-122"/>
              <a:ea typeface="Microsoft YaHei" panose="020B0503020204020204" pitchFamily="34" charset="-122"/>
            </a:endParaRPr>
          </a:p>
        </p:txBody>
      </p:sp>
    </p:spTree>
    <p:extLst>
      <p:ext uri="{BB962C8B-B14F-4D97-AF65-F5344CB8AC3E}">
        <p14:creationId xmlns:p14="http://schemas.microsoft.com/office/powerpoint/2010/main" xmlns="" val="517256734"/>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p:txBody>
          <a:bodyPr>
            <a:normAutofit/>
          </a:bodyPr>
          <a:lstStyle/>
          <a:p>
            <a:r>
              <a:rPr lang="en-US" altLang="zh-CN" dirty="0">
                <a:sym typeface="Arial" panose="020B0604020202020204" pitchFamily="34" charset="0"/>
              </a:rPr>
              <a:t>5.4.4</a:t>
            </a:r>
            <a:r>
              <a:rPr lang="zh-CN" altLang="en-US" dirty="0">
                <a:sym typeface="Arial" panose="020B0604020202020204" pitchFamily="34" charset="0"/>
              </a:rPr>
              <a:t>虚拟页式存储地址转换过程 </a:t>
            </a:r>
            <a:r>
              <a:rPr lang="en-US" altLang="zh-CN" dirty="0">
                <a:sym typeface="Arial" panose="020B0604020202020204" pitchFamily="34" charset="0"/>
              </a:rPr>
              <a:t>I</a:t>
            </a:r>
            <a:r>
              <a:rPr lang="zh-CN" altLang="en-US" dirty="0">
                <a:sym typeface="Arial" panose="020B0604020202020204" pitchFamily="34" charset="0"/>
              </a:rPr>
              <a:t> 页表</a:t>
            </a:r>
          </a:p>
        </p:txBody>
      </p:sp>
      <p:sp>
        <p:nvSpPr>
          <p:cNvPr id="5" name="文本框 4">
            <a:extLst>
              <a:ext uri="{FF2B5EF4-FFF2-40B4-BE49-F238E27FC236}">
                <a16:creationId xmlns:a16="http://schemas.microsoft.com/office/drawing/2014/main" xmlns="" id="{3C1AD24D-E96A-03C1-0A95-C08D7F406034}"/>
              </a:ext>
            </a:extLst>
          </p:cNvPr>
          <p:cNvSpPr txBox="1"/>
          <p:nvPr/>
        </p:nvSpPr>
        <p:spPr>
          <a:xfrm>
            <a:off x="735587" y="2947829"/>
            <a:ext cx="10232024" cy="3058594"/>
          </a:xfrm>
          <a:prstGeom prst="rect">
            <a:avLst/>
          </a:prstGeom>
          <a:noFill/>
        </p:spPr>
        <p:txBody>
          <a:bodyPr wrap="square">
            <a:spAutoFit/>
          </a:bodyPr>
          <a:lstStyle/>
          <a:p>
            <a:pPr indent="266700" algn="just">
              <a:lnSpc>
                <a:spcPts val="2600"/>
              </a:lnSpc>
            </a:pPr>
            <a:r>
              <a:rPr lang="zh-CN" altLang="en-US" sz="1600" kern="100" dirty="0">
                <a:solidFill>
                  <a:schemeClr val="bg1">
                    <a:lumMod val="65000"/>
                  </a:schemeClr>
                </a:solidFill>
                <a:effectLst/>
                <a:latin typeface="Microsoft YaHei" panose="020B0503020204020204" pitchFamily="34" charset="-122"/>
                <a:ea typeface="Microsoft YaHei" panose="020B0503020204020204" pitchFamily="34" charset="-122"/>
              </a:rPr>
              <a:t>  </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通常，每个进程都有与之相关的页表，进程正在使用的每个页面在页表中都有一个表项。进程根据页面的虚拟地址对其进行访问，因此这种表示方法是很自然的。但是这种方法也有其缺点，即每个页表都含有上百万个表项，仅仅为了记录内存的使用情况就消耗了大量物理内存。</a:t>
            </a:r>
          </a:p>
          <a:p>
            <a:pPr indent="266700" algn="just">
              <a:lnSpc>
                <a:spcPts val="2600"/>
              </a:lnSpc>
            </a:pPr>
            <a:r>
              <a:rPr lang="zh-CN" altLang="en-US" sz="1600" kern="100" dirty="0">
                <a:solidFill>
                  <a:schemeClr val="bg1">
                    <a:lumMod val="65000"/>
                  </a:schemeClr>
                </a:solidFill>
                <a:effectLst/>
                <a:latin typeface="Microsoft YaHei" panose="020B0503020204020204" pitchFamily="34" charset="-122"/>
                <a:ea typeface="Microsoft YaHei" panose="020B0503020204020204" pitchFamily="34" charset="-122"/>
              </a:rPr>
              <a:t>   </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为了解决这个问题，我们可以使用反置页表</a:t>
            </a:r>
            <a:r>
              <a:rPr lang="zh-CN" altLang="en-US" sz="1600" kern="100" dirty="0">
                <a:solidFill>
                  <a:schemeClr val="bg1">
                    <a:lumMod val="65000"/>
                  </a:schemeClr>
                </a:solidFill>
                <a:latin typeface="Microsoft YaHei" panose="020B0503020204020204" pitchFamily="34" charset="-122"/>
                <a:ea typeface="Microsoft YaHei" panose="020B0503020204020204" pitchFamily="34" charset="-122"/>
              </a:rPr>
              <a:t>。</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因此，整个系统中只存在一个页表，并且每个页框对应其中一个表项。由于一方面系统中只有一个页表，而另一方面系统中又存在着多个映射着物理内存的地址空间，因此需要在反置页表中存放地址空间标志符。这样就保证了一个特定进程的逻辑页面可以映射到相应的物理页框上。</a:t>
            </a:r>
            <a:r>
              <a:rPr lang="en-US"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64</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位的</a:t>
            </a:r>
            <a:r>
              <a:rPr lang="en-US"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UltraSPARC</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和</a:t>
            </a:r>
            <a:r>
              <a:rPr lang="en-US"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PowerPC</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都是使用反置页表的实例</a:t>
            </a:r>
          </a:p>
          <a:p>
            <a:pPr indent="266700" algn="just">
              <a:lnSpc>
                <a:spcPts val="2600"/>
              </a:lnSpc>
            </a:pPr>
            <a:r>
              <a:rPr lang="zh-CN" altLang="en-US" sz="1600" kern="100" dirty="0">
                <a:solidFill>
                  <a:schemeClr val="bg1">
                    <a:lumMod val="65000"/>
                  </a:schemeClr>
                </a:solidFill>
                <a:effectLst/>
                <a:latin typeface="Microsoft YaHei" panose="020B0503020204020204" pitchFamily="34" charset="-122"/>
                <a:ea typeface="Microsoft YaHei" panose="020B0503020204020204" pitchFamily="34" charset="-122"/>
              </a:rPr>
              <a:t>  </a:t>
            </a:r>
            <a:r>
              <a:rPr lang="zh-CN" altLang="zh-CN" sz="1600" kern="100" dirty="0">
                <a:solidFill>
                  <a:schemeClr val="bg1">
                    <a:lumMod val="65000"/>
                  </a:schemeClr>
                </a:solidFill>
                <a:effectLst/>
                <a:latin typeface="Microsoft YaHei" panose="020B0503020204020204" pitchFamily="34" charset="-122"/>
                <a:ea typeface="Microsoft YaHei" panose="020B0503020204020204" pitchFamily="34" charset="-122"/>
              </a:rPr>
              <a:t>尽管这种方法减少了为存放每个页表所使用的内存数量，但却增加了内存访问时的查表时间。由于反置页表是按照物理地址排序的，而在使用时却是按照虚拟地址查找，因此有可能为了寻找相匹配的表项而遍历全表</a:t>
            </a:r>
          </a:p>
        </p:txBody>
      </p:sp>
      <p:sp>
        <p:nvSpPr>
          <p:cNvPr id="3" name="文本框 2">
            <a:extLst>
              <a:ext uri="{FF2B5EF4-FFF2-40B4-BE49-F238E27FC236}">
                <a16:creationId xmlns:a16="http://schemas.microsoft.com/office/drawing/2014/main" xmlns="" id="{C940EA62-0993-9C48-9D12-8BD99A368B2D}"/>
              </a:ext>
            </a:extLst>
          </p:cNvPr>
          <p:cNvSpPr txBox="1"/>
          <p:nvPr/>
        </p:nvSpPr>
        <p:spPr>
          <a:xfrm>
            <a:off x="735587" y="1372484"/>
            <a:ext cx="10000969" cy="730777"/>
          </a:xfrm>
          <a:prstGeom prst="rect">
            <a:avLst/>
          </a:prstGeom>
          <a:noFill/>
        </p:spPr>
        <p:txBody>
          <a:bodyPr wrap="square">
            <a:spAutoFit/>
          </a:bodyPr>
          <a:lstStyle/>
          <a:p>
            <a:pPr algn="just">
              <a:lnSpc>
                <a:spcPts val="2600"/>
              </a:lnSpc>
            </a:pPr>
            <a:r>
              <a:rPr lang="zh-CN" altLang="zh-CN" sz="1800" b="1" kern="0" dirty="0">
                <a:solidFill>
                  <a:srgbClr val="9A0001"/>
                </a:solidFill>
                <a:effectLst/>
                <a:latin typeface="Microsoft YaHei" panose="020B0503020204020204" pitchFamily="34" charset="-122"/>
                <a:ea typeface="Microsoft YaHei" panose="020B0503020204020204" pitchFamily="34" charset="-122"/>
                <a:cs typeface="E-HZ-PK748a2-Identity-H"/>
              </a:rPr>
              <a:t>反置页表</a:t>
            </a:r>
            <a:r>
              <a:rPr lang="zh-CN" altLang="en-US" sz="1800" b="1" kern="0" dirty="0">
                <a:solidFill>
                  <a:srgbClr val="9A0001"/>
                </a:solidFill>
                <a:effectLst/>
                <a:latin typeface="Microsoft YaHei" panose="020B0503020204020204" pitchFamily="34" charset="-122"/>
                <a:ea typeface="Microsoft YaHei" panose="020B0503020204020204" pitchFamily="34" charset="-122"/>
                <a:cs typeface="E-HZ-PK748a2-Identity-H"/>
              </a:rPr>
              <a:t>：</a:t>
            </a:r>
            <a:r>
              <a:rPr lang="zh-CN" altLang="zh-CN" sz="1800" kern="100" dirty="0">
                <a:effectLst/>
                <a:latin typeface="Microsoft YaHei" panose="020B0503020204020204" pitchFamily="34" charset="-122"/>
                <a:ea typeface="Microsoft YaHei" panose="020B0503020204020204" pitchFamily="34" charset="-122"/>
              </a:rPr>
              <a:t>每个物理页框对应一个表项。每个表项包含与该页框相对应的虚拟页面地址，以及拥有该页面进程的信息</a:t>
            </a:r>
            <a:endParaRPr lang="zh-CN" altLang="zh-CN" sz="1800" b="1" kern="100" dirty="0">
              <a:effectLst/>
              <a:latin typeface="Microsoft YaHei" panose="020B0503020204020204" pitchFamily="34" charset="-122"/>
              <a:ea typeface="Microsoft YaHei" panose="020B0503020204020204" pitchFamily="34" charset="-122"/>
            </a:endParaRPr>
          </a:p>
        </p:txBody>
      </p:sp>
      <p:sp>
        <p:nvSpPr>
          <p:cNvPr id="2" name="文本框 1">
            <a:extLst>
              <a:ext uri="{FF2B5EF4-FFF2-40B4-BE49-F238E27FC236}">
                <a16:creationId xmlns:a16="http://schemas.microsoft.com/office/drawing/2014/main" xmlns="" id="{DBB909D2-9B16-872F-02C9-0AE2A1E48977}"/>
              </a:ext>
            </a:extLst>
          </p:cNvPr>
          <p:cNvSpPr txBox="1"/>
          <p:nvPr/>
        </p:nvSpPr>
        <p:spPr>
          <a:xfrm>
            <a:off x="735587" y="2429992"/>
            <a:ext cx="646331" cy="369332"/>
          </a:xfrm>
          <a:prstGeom prst="rect">
            <a:avLst/>
          </a:prstGeom>
          <a:noFill/>
        </p:spPr>
        <p:txBody>
          <a:bodyPr wrap="none" rtlCol="0">
            <a:spAutoFit/>
          </a:bodyPr>
          <a:lstStyle/>
          <a:p>
            <a:pPr algn="ctr"/>
            <a:r>
              <a:rPr kumimoji="1" lang="zh-CN" altLang="en-US" dirty="0">
                <a:solidFill>
                  <a:srgbClr val="9A0001"/>
                </a:solidFill>
                <a:latin typeface="Arial" panose="020B0604020202020204" pitchFamily="34" charset="0"/>
                <a:ea typeface="微软雅黑" panose="020B0503020204020204" pitchFamily="34" charset="-122"/>
                <a:cs typeface="+mn-ea"/>
                <a:sym typeface="Arial" panose="020B0604020202020204" pitchFamily="34" charset="0"/>
              </a:rPr>
              <a:t>案例</a:t>
            </a:r>
          </a:p>
        </p:txBody>
      </p:sp>
    </p:spTree>
    <p:extLst>
      <p:ext uri="{BB962C8B-B14F-4D97-AF65-F5344CB8AC3E}">
        <p14:creationId xmlns:p14="http://schemas.microsoft.com/office/powerpoint/2010/main" xmlns="" val="2661476513"/>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p:txBody>
          <a:bodyPr>
            <a:normAutofit/>
          </a:bodyPr>
          <a:lstStyle/>
          <a:p>
            <a:r>
              <a:rPr lang="en-US" altLang="zh-CN" dirty="0">
                <a:sym typeface="Arial" panose="020B0604020202020204" pitchFamily="34" charset="0"/>
              </a:rPr>
              <a:t>5.4.4</a:t>
            </a:r>
            <a:r>
              <a:rPr lang="zh-CN" altLang="en-US" dirty="0">
                <a:sym typeface="Arial" panose="020B0604020202020204" pitchFamily="34" charset="0"/>
              </a:rPr>
              <a:t>虚拟页式存储地址转换过程 </a:t>
            </a:r>
            <a:r>
              <a:rPr lang="en-US" altLang="zh-CN" dirty="0">
                <a:sym typeface="Arial" panose="020B0604020202020204" pitchFamily="34" charset="0"/>
              </a:rPr>
              <a:t>I</a:t>
            </a:r>
            <a:r>
              <a:rPr lang="zh-CN" altLang="en-US" dirty="0">
                <a:sym typeface="Arial" panose="020B0604020202020204" pitchFamily="34" charset="0"/>
              </a:rPr>
              <a:t> 页表</a:t>
            </a:r>
          </a:p>
        </p:txBody>
      </p:sp>
      <p:sp>
        <p:nvSpPr>
          <p:cNvPr id="2" name="圆角矩形 1">
            <a:extLst>
              <a:ext uri="{FF2B5EF4-FFF2-40B4-BE49-F238E27FC236}">
                <a16:creationId xmlns:a16="http://schemas.microsoft.com/office/drawing/2014/main" xmlns="" id="{EC46C166-B469-266A-7AF6-0B55EBC4C287}"/>
              </a:ext>
            </a:extLst>
          </p:cNvPr>
          <p:cNvSpPr/>
          <p:nvPr/>
        </p:nvSpPr>
        <p:spPr>
          <a:xfrm>
            <a:off x="1420511" y="2542207"/>
            <a:ext cx="10035901" cy="1134091"/>
          </a:xfrm>
          <a:prstGeom prst="roundRect">
            <a:avLst>
              <a:gd name="adj" fmla="val 7026"/>
            </a:avLst>
          </a:prstGeom>
          <a:solidFill>
            <a:schemeClr val="bg1"/>
          </a:solidFill>
          <a:ln>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US" altLang="zh-CN" dirty="0">
              <a:solidFill>
                <a:schemeClr val="tx1"/>
              </a:solidFill>
              <a:effectLst/>
              <a:latin typeface="Microsoft YaHei" panose="020B0503020204020204" pitchFamily="34" charset="-122"/>
              <a:ea typeface="Microsoft YaHei" panose="020B0503020204020204" pitchFamily="34" charset="-122"/>
            </a:endParaRPr>
          </a:p>
        </p:txBody>
      </p:sp>
      <p:sp>
        <p:nvSpPr>
          <p:cNvPr id="4" name="圆角矩形 3">
            <a:extLst>
              <a:ext uri="{FF2B5EF4-FFF2-40B4-BE49-F238E27FC236}">
                <a16:creationId xmlns:a16="http://schemas.microsoft.com/office/drawing/2014/main" xmlns="" id="{4F5CA8F1-A075-BEB3-913A-41A737DAE7C0}"/>
              </a:ext>
            </a:extLst>
          </p:cNvPr>
          <p:cNvSpPr/>
          <p:nvPr/>
        </p:nvSpPr>
        <p:spPr>
          <a:xfrm>
            <a:off x="1420512" y="4351427"/>
            <a:ext cx="10035901" cy="1134090"/>
          </a:xfrm>
          <a:prstGeom prst="roundRect">
            <a:avLst>
              <a:gd name="adj" fmla="val 7026"/>
            </a:avLst>
          </a:prstGeom>
          <a:solidFill>
            <a:schemeClr val="bg1"/>
          </a:solidFill>
          <a:ln>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US" altLang="zh-CN" dirty="0">
              <a:solidFill>
                <a:schemeClr val="tx1"/>
              </a:solidFill>
              <a:effectLst/>
              <a:latin typeface="Microsoft YaHei" panose="020B0503020204020204" pitchFamily="34" charset="-122"/>
              <a:ea typeface="Microsoft YaHei" panose="020B0503020204020204" pitchFamily="34" charset="-122"/>
            </a:endParaRPr>
          </a:p>
        </p:txBody>
      </p:sp>
      <p:sp>
        <p:nvSpPr>
          <p:cNvPr id="6" name="文本框 5">
            <a:extLst>
              <a:ext uri="{FF2B5EF4-FFF2-40B4-BE49-F238E27FC236}">
                <a16:creationId xmlns:a16="http://schemas.microsoft.com/office/drawing/2014/main" xmlns="" id="{79DE8F0A-C482-9995-91A2-49A7043F4F40}"/>
              </a:ext>
            </a:extLst>
          </p:cNvPr>
          <p:cNvSpPr txBox="1"/>
          <p:nvPr/>
        </p:nvSpPr>
        <p:spPr>
          <a:xfrm>
            <a:off x="1567838" y="2753722"/>
            <a:ext cx="9529011" cy="730777"/>
          </a:xfrm>
          <a:prstGeom prst="rect">
            <a:avLst/>
          </a:prstGeom>
          <a:noFill/>
        </p:spPr>
        <p:txBody>
          <a:bodyPr wrap="square">
            <a:spAutoFit/>
          </a:bodyPr>
          <a:lstStyle/>
          <a:p>
            <a:pPr algn="just">
              <a:lnSpc>
                <a:spcPts val="2600"/>
              </a:lnSpc>
              <a:tabLst>
                <a:tab pos="5029200" algn="l"/>
              </a:tabLst>
            </a:pPr>
            <a:r>
              <a:rPr lang="zh-CN" altLang="zh-CN" sz="1800" kern="100" dirty="0">
                <a:effectLst/>
                <a:latin typeface="Microsoft YaHei" panose="020B0503020204020204" pitchFamily="34" charset="-122"/>
                <a:ea typeface="Microsoft YaHei" panose="020B0503020204020204" pitchFamily="34" charset="-122"/>
              </a:rPr>
              <a:t>整个系统中只存在一个页表，并且每个页框对应其中一个表项</a:t>
            </a:r>
            <a:endParaRPr lang="en-US" altLang="zh-CN" sz="1800" kern="100" dirty="0">
              <a:effectLst/>
              <a:latin typeface="Microsoft YaHei" panose="020B0503020204020204" pitchFamily="34" charset="-122"/>
              <a:ea typeface="Microsoft YaHei" panose="020B0503020204020204" pitchFamily="34" charset="-122"/>
            </a:endParaRPr>
          </a:p>
          <a:p>
            <a:pPr algn="just">
              <a:lnSpc>
                <a:spcPts val="2600"/>
              </a:lnSpc>
              <a:tabLst>
                <a:tab pos="5029200" algn="l"/>
              </a:tabLst>
            </a:pPr>
            <a:r>
              <a:rPr lang="zh-CN" altLang="zh-CN" sz="1800" kern="100" dirty="0">
                <a:effectLst/>
                <a:latin typeface="Microsoft YaHei" panose="020B0503020204020204" pitchFamily="34" charset="-122"/>
                <a:ea typeface="Microsoft YaHei" panose="020B0503020204020204" pitchFamily="34" charset="-122"/>
              </a:rPr>
              <a:t>保证了一个特定进程的逻辑页面可以映射到相应的物理页框上</a:t>
            </a:r>
          </a:p>
        </p:txBody>
      </p:sp>
      <p:sp>
        <p:nvSpPr>
          <p:cNvPr id="7" name="文本框 6">
            <a:extLst>
              <a:ext uri="{FF2B5EF4-FFF2-40B4-BE49-F238E27FC236}">
                <a16:creationId xmlns:a16="http://schemas.microsoft.com/office/drawing/2014/main" xmlns="" id="{F5582CEC-02DB-427F-B6C9-B1FD0D82FEEE}"/>
              </a:ext>
            </a:extLst>
          </p:cNvPr>
          <p:cNvSpPr txBox="1"/>
          <p:nvPr/>
        </p:nvSpPr>
        <p:spPr>
          <a:xfrm>
            <a:off x="1567838" y="4595306"/>
            <a:ext cx="9529010" cy="730777"/>
          </a:xfrm>
          <a:prstGeom prst="rect">
            <a:avLst/>
          </a:prstGeom>
          <a:noFill/>
        </p:spPr>
        <p:txBody>
          <a:bodyPr wrap="square">
            <a:spAutoFit/>
          </a:bodyPr>
          <a:lstStyle/>
          <a:p>
            <a:pPr algn="just">
              <a:lnSpc>
                <a:spcPts val="2600"/>
              </a:lnSpc>
              <a:tabLst>
                <a:tab pos="5029200" algn="l"/>
              </a:tabLst>
            </a:pPr>
            <a:r>
              <a:rPr lang="zh-CN" altLang="zh-CN" sz="1800" kern="100" dirty="0">
                <a:effectLst/>
                <a:latin typeface="Microsoft YaHei" panose="020B0503020204020204" pitchFamily="34" charset="-122"/>
                <a:ea typeface="Microsoft YaHei" panose="020B0503020204020204" pitchFamily="34" charset="-122"/>
              </a:rPr>
              <a:t>增加了内存访问时的查表时间。由于反</a:t>
            </a:r>
            <a:r>
              <a:rPr lang="zh-CN" altLang="zh-CN" sz="1800" kern="100" dirty="0">
                <a:solidFill>
                  <a:srgbClr val="FF00FF"/>
                </a:solidFill>
                <a:effectLst/>
                <a:latin typeface="Microsoft YaHei" panose="020B0503020204020204" pitchFamily="34" charset="-122"/>
                <a:ea typeface="Microsoft YaHei" panose="020B0503020204020204" pitchFamily="34" charset="-122"/>
              </a:rPr>
              <a:t>置页</a:t>
            </a:r>
            <a:r>
              <a:rPr lang="zh-CN" altLang="zh-CN" sz="1800" kern="100" dirty="0">
                <a:effectLst/>
                <a:latin typeface="Microsoft YaHei" panose="020B0503020204020204" pitchFamily="34" charset="-122"/>
                <a:ea typeface="Microsoft YaHei" panose="020B0503020204020204" pitchFamily="34" charset="-122"/>
              </a:rPr>
              <a:t>表是按照物理地址排序的，而在使用时却是按照虚拟地址查找，因此有可能为了寻找相匹配的表项而遍历</a:t>
            </a:r>
            <a:r>
              <a:rPr lang="zh-CN" altLang="zh-CN" sz="1800" kern="100" dirty="0">
                <a:solidFill>
                  <a:srgbClr val="FF00FF"/>
                </a:solidFill>
                <a:effectLst/>
                <a:latin typeface="Microsoft YaHei" panose="020B0503020204020204" pitchFamily="34" charset="-122"/>
                <a:ea typeface="Microsoft YaHei" panose="020B0503020204020204" pitchFamily="34" charset="-122"/>
              </a:rPr>
              <a:t>全表</a:t>
            </a:r>
            <a:endParaRPr lang="zh-CN" altLang="zh-CN" sz="1800" kern="100" dirty="0">
              <a:effectLst/>
              <a:latin typeface="Microsoft YaHei" panose="020B0503020204020204" pitchFamily="34" charset="-122"/>
              <a:ea typeface="Microsoft YaHei" panose="020B0503020204020204" pitchFamily="34" charset="-122"/>
            </a:endParaRPr>
          </a:p>
        </p:txBody>
      </p:sp>
      <p:sp>
        <p:nvSpPr>
          <p:cNvPr id="9" name="文本框 8">
            <a:extLst>
              <a:ext uri="{FF2B5EF4-FFF2-40B4-BE49-F238E27FC236}">
                <a16:creationId xmlns:a16="http://schemas.microsoft.com/office/drawing/2014/main" xmlns="" id="{24C203ED-882A-D59F-0744-69C88473709E}"/>
              </a:ext>
            </a:extLst>
          </p:cNvPr>
          <p:cNvSpPr txBox="1"/>
          <p:nvPr/>
        </p:nvSpPr>
        <p:spPr>
          <a:xfrm>
            <a:off x="568504" y="2851253"/>
            <a:ext cx="492443" cy="605294"/>
          </a:xfrm>
          <a:prstGeom prst="rect">
            <a:avLst/>
          </a:prstGeom>
          <a:noFill/>
        </p:spPr>
        <p:txBody>
          <a:bodyPr vert="eaVert" wrap="none" rtlCol="0">
            <a:spAutoFit/>
          </a:bodyPr>
          <a:lstStyle/>
          <a:p>
            <a:pPr algn="ctr"/>
            <a:r>
              <a:rPr kumimoji="1" lang="zh-CN" altLang="en-US" sz="2000" b="1" dirty="0">
                <a:solidFill>
                  <a:srgbClr val="9A0001"/>
                </a:solidFill>
                <a:latin typeface="Arial" panose="020B0604020202020204" pitchFamily="34" charset="0"/>
                <a:ea typeface="微软雅黑" panose="020B0503020204020204" pitchFamily="34" charset="-122"/>
                <a:cs typeface="+mn-ea"/>
                <a:sym typeface="Arial" panose="020B0604020202020204" pitchFamily="34" charset="0"/>
              </a:rPr>
              <a:t>优点</a:t>
            </a:r>
          </a:p>
        </p:txBody>
      </p:sp>
      <p:sp>
        <p:nvSpPr>
          <p:cNvPr id="10" name="文本框 9">
            <a:extLst>
              <a:ext uri="{FF2B5EF4-FFF2-40B4-BE49-F238E27FC236}">
                <a16:creationId xmlns:a16="http://schemas.microsoft.com/office/drawing/2014/main" xmlns="" id="{25E6AA65-D14B-C65B-CBAE-F8D785A44CF0}"/>
              </a:ext>
            </a:extLst>
          </p:cNvPr>
          <p:cNvSpPr txBox="1"/>
          <p:nvPr/>
        </p:nvSpPr>
        <p:spPr>
          <a:xfrm>
            <a:off x="568504" y="4615824"/>
            <a:ext cx="492443" cy="605294"/>
          </a:xfrm>
          <a:prstGeom prst="rect">
            <a:avLst/>
          </a:prstGeom>
          <a:noFill/>
        </p:spPr>
        <p:txBody>
          <a:bodyPr vert="eaVert" wrap="none" rtlCol="0">
            <a:spAutoFit/>
          </a:bodyPr>
          <a:lstStyle/>
          <a:p>
            <a:pPr algn="ctr"/>
            <a:r>
              <a:rPr kumimoji="1" lang="zh-CN" altLang="en-US" sz="2000" b="1" dirty="0">
                <a:solidFill>
                  <a:srgbClr val="9A0001"/>
                </a:solidFill>
                <a:latin typeface="Arial" panose="020B0604020202020204" pitchFamily="34" charset="0"/>
                <a:ea typeface="微软雅黑" panose="020B0503020204020204" pitchFamily="34" charset="-122"/>
                <a:cs typeface="+mn-ea"/>
                <a:sym typeface="Arial" panose="020B0604020202020204" pitchFamily="34" charset="0"/>
              </a:rPr>
              <a:t>缺点</a:t>
            </a:r>
          </a:p>
        </p:txBody>
      </p:sp>
      <p:sp>
        <p:nvSpPr>
          <p:cNvPr id="5" name="文本框 4">
            <a:extLst>
              <a:ext uri="{FF2B5EF4-FFF2-40B4-BE49-F238E27FC236}">
                <a16:creationId xmlns:a16="http://schemas.microsoft.com/office/drawing/2014/main" xmlns="" id="{FE29EF7A-EE8D-756E-A0A0-0A98661A7996}"/>
              </a:ext>
            </a:extLst>
          </p:cNvPr>
          <p:cNvSpPr txBox="1"/>
          <p:nvPr/>
        </p:nvSpPr>
        <p:spPr>
          <a:xfrm>
            <a:off x="735587" y="1372484"/>
            <a:ext cx="10000969" cy="730777"/>
          </a:xfrm>
          <a:prstGeom prst="rect">
            <a:avLst/>
          </a:prstGeom>
          <a:noFill/>
        </p:spPr>
        <p:txBody>
          <a:bodyPr wrap="square">
            <a:spAutoFit/>
          </a:bodyPr>
          <a:lstStyle/>
          <a:p>
            <a:pPr algn="just">
              <a:lnSpc>
                <a:spcPts val="2600"/>
              </a:lnSpc>
            </a:pPr>
            <a:r>
              <a:rPr lang="zh-CN" altLang="zh-CN" sz="1800" b="1" kern="0" dirty="0">
                <a:solidFill>
                  <a:srgbClr val="9A0001"/>
                </a:solidFill>
                <a:effectLst/>
                <a:latin typeface="Microsoft YaHei" panose="020B0503020204020204" pitchFamily="34" charset="-122"/>
                <a:ea typeface="Microsoft YaHei" panose="020B0503020204020204" pitchFamily="34" charset="-122"/>
                <a:cs typeface="E-HZ-PK748a2-Identity-H"/>
              </a:rPr>
              <a:t>反置页表</a:t>
            </a:r>
            <a:r>
              <a:rPr lang="zh-CN" altLang="en-US" sz="1800" b="1" kern="0" dirty="0">
                <a:solidFill>
                  <a:srgbClr val="9A0001"/>
                </a:solidFill>
                <a:effectLst/>
                <a:latin typeface="Microsoft YaHei" panose="020B0503020204020204" pitchFamily="34" charset="-122"/>
                <a:ea typeface="Microsoft YaHei" panose="020B0503020204020204" pitchFamily="34" charset="-122"/>
                <a:cs typeface="E-HZ-PK748a2-Identity-H"/>
              </a:rPr>
              <a:t>：</a:t>
            </a:r>
            <a:r>
              <a:rPr lang="zh-CN" altLang="zh-CN" sz="1800" kern="100" dirty="0">
                <a:effectLst/>
                <a:latin typeface="Microsoft YaHei" panose="020B0503020204020204" pitchFamily="34" charset="-122"/>
                <a:ea typeface="Microsoft YaHei" panose="020B0503020204020204" pitchFamily="34" charset="-122"/>
              </a:rPr>
              <a:t>每个物理页框对应一个表项。每个表项包含与该页框相对应的虚拟页面地址，以及拥有该页面进程的信息</a:t>
            </a:r>
            <a:endParaRPr lang="zh-CN" altLang="zh-CN" sz="1800" b="1" kern="100" dirty="0">
              <a:effectLst/>
              <a:latin typeface="Microsoft YaHei" panose="020B0503020204020204" pitchFamily="34" charset="-122"/>
              <a:ea typeface="Microsoft YaHei" panose="020B0503020204020204" pitchFamily="34" charset="-122"/>
            </a:endParaRPr>
          </a:p>
        </p:txBody>
      </p:sp>
    </p:spTree>
    <p:extLst>
      <p:ext uri="{BB962C8B-B14F-4D97-AF65-F5344CB8AC3E}">
        <p14:creationId xmlns:p14="http://schemas.microsoft.com/office/powerpoint/2010/main" xmlns="" val="2524915917"/>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p:txBody>
          <a:bodyPr>
            <a:normAutofit/>
          </a:bodyPr>
          <a:lstStyle/>
          <a:p>
            <a:r>
              <a:rPr lang="en-US" altLang="zh-CN" dirty="0">
                <a:sym typeface="Arial" panose="020B0604020202020204" pitchFamily="34" charset="0"/>
              </a:rPr>
              <a:t>5.4.4</a:t>
            </a:r>
            <a:r>
              <a:rPr lang="zh-CN" altLang="en-US" dirty="0">
                <a:sym typeface="Arial" panose="020B0604020202020204" pitchFamily="34" charset="0"/>
              </a:rPr>
              <a:t>虚拟页式存储地址转换过程 </a:t>
            </a:r>
            <a:r>
              <a:rPr lang="en-US" altLang="zh-CN" dirty="0">
                <a:sym typeface="Arial" panose="020B0604020202020204" pitchFamily="34" charset="0"/>
              </a:rPr>
              <a:t>I</a:t>
            </a:r>
            <a:r>
              <a:rPr lang="zh-CN" altLang="en-US" dirty="0">
                <a:sym typeface="Arial" panose="020B0604020202020204" pitchFamily="34" charset="0"/>
              </a:rPr>
              <a:t> 转换检测缓冲区</a:t>
            </a:r>
            <a:r>
              <a:rPr lang="en-US" altLang="zh-CN" dirty="0">
                <a:sym typeface="Arial" panose="020B0604020202020204" pitchFamily="34" charset="0"/>
              </a:rPr>
              <a:t>(TLB)</a:t>
            </a:r>
            <a:endParaRPr lang="zh-CN" altLang="en-US" dirty="0">
              <a:sym typeface="Arial" panose="020B0604020202020204" pitchFamily="34" charset="0"/>
            </a:endParaRPr>
          </a:p>
        </p:txBody>
      </p:sp>
      <p:sp>
        <p:nvSpPr>
          <p:cNvPr id="5" name="文本框 4">
            <a:extLst>
              <a:ext uri="{FF2B5EF4-FFF2-40B4-BE49-F238E27FC236}">
                <a16:creationId xmlns:a16="http://schemas.microsoft.com/office/drawing/2014/main" xmlns="" id="{3C1AD24D-E96A-03C1-0A95-C08D7F406034}"/>
              </a:ext>
            </a:extLst>
          </p:cNvPr>
          <p:cNvSpPr txBox="1"/>
          <p:nvPr/>
        </p:nvSpPr>
        <p:spPr>
          <a:xfrm>
            <a:off x="1073650" y="2282071"/>
            <a:ext cx="6269624" cy="369332"/>
          </a:xfrm>
          <a:prstGeom prst="rect">
            <a:avLst/>
          </a:prstGeom>
          <a:noFill/>
        </p:spPr>
        <p:txBody>
          <a:bodyPr wrap="square">
            <a:spAutoFit/>
          </a:bodyPr>
          <a:lstStyle/>
          <a:p>
            <a:pPr algn="just"/>
            <a:r>
              <a:rPr lang="zh-CN" altLang="zh-CN" b="1" kern="100" dirty="0">
                <a:effectLst/>
                <a:latin typeface="Microsoft YaHei" panose="020B0503020204020204" pitchFamily="34" charset="-122"/>
                <a:ea typeface="Microsoft YaHei" panose="020B0503020204020204" pitchFamily="34" charset="-122"/>
              </a:rPr>
              <a:t>提高存取速度，有两种方法</a:t>
            </a:r>
            <a:endParaRPr lang="zh-CN" altLang="en-US" b="1" kern="100" dirty="0">
              <a:effectLst/>
              <a:latin typeface="Microsoft YaHei" panose="020B0503020204020204" pitchFamily="34" charset="-122"/>
              <a:ea typeface="Microsoft YaHei" panose="020B0503020204020204" pitchFamily="34" charset="-122"/>
            </a:endParaRPr>
          </a:p>
        </p:txBody>
      </p:sp>
      <p:grpSp>
        <p:nvGrpSpPr>
          <p:cNvPr id="6" name="组合 5">
            <a:extLst>
              <a:ext uri="{FF2B5EF4-FFF2-40B4-BE49-F238E27FC236}">
                <a16:creationId xmlns:a16="http://schemas.microsoft.com/office/drawing/2014/main" xmlns="" id="{4DA45984-36EC-CF44-6ED6-39A97C03969B}"/>
              </a:ext>
            </a:extLst>
          </p:cNvPr>
          <p:cNvGrpSpPr/>
          <p:nvPr/>
        </p:nvGrpSpPr>
        <p:grpSpPr>
          <a:xfrm>
            <a:off x="7343274" y="1846680"/>
            <a:ext cx="4800600" cy="3650536"/>
            <a:chOff x="7343274" y="1846680"/>
            <a:chExt cx="4800600" cy="3650536"/>
          </a:xfrm>
        </p:grpSpPr>
        <p:pic>
          <p:nvPicPr>
            <p:cNvPr id="2" name="图片 1" descr="5-10">
              <a:extLst>
                <a:ext uri="{FF2B5EF4-FFF2-40B4-BE49-F238E27FC236}">
                  <a16:creationId xmlns:a16="http://schemas.microsoft.com/office/drawing/2014/main" xmlns="" id="{2308ED8E-837E-E6E5-638E-4D3EC01FF9F7}"/>
                </a:ext>
              </a:extLst>
            </p:cNvPr>
            <p:cNvPicPr>
              <a:picLocks noChangeAspect="1"/>
            </p:cNvPicPr>
            <p:nvPr/>
          </p:nvPicPr>
          <p:blipFill>
            <a:blip r:embed="rId3" cstate="print"/>
            <a:srcRect l="6305" t="9804" r="4514" b="17473"/>
            <a:stretch>
              <a:fillRect/>
            </a:stretch>
          </p:blipFill>
          <p:spPr bwMode="auto">
            <a:xfrm>
              <a:off x="7343274" y="1846680"/>
              <a:ext cx="4800600" cy="2940050"/>
            </a:xfrm>
            <a:prstGeom prst="rect">
              <a:avLst/>
            </a:prstGeom>
            <a:noFill/>
            <a:ln w="9525">
              <a:noFill/>
              <a:miter lim="800000"/>
              <a:headEnd/>
              <a:tailEnd/>
            </a:ln>
          </p:spPr>
        </p:pic>
        <p:sp>
          <p:nvSpPr>
            <p:cNvPr id="4" name="文本框 3">
              <a:extLst>
                <a:ext uri="{FF2B5EF4-FFF2-40B4-BE49-F238E27FC236}">
                  <a16:creationId xmlns:a16="http://schemas.microsoft.com/office/drawing/2014/main" xmlns="" id="{F1DD8890-3D14-9CD7-4967-58805AEF85A8}"/>
                </a:ext>
              </a:extLst>
            </p:cNvPr>
            <p:cNvSpPr txBox="1"/>
            <p:nvPr/>
          </p:nvSpPr>
          <p:spPr>
            <a:xfrm>
              <a:off x="7700211" y="5189439"/>
              <a:ext cx="4235115" cy="307777"/>
            </a:xfrm>
            <a:prstGeom prst="rect">
              <a:avLst/>
            </a:prstGeom>
            <a:noFill/>
          </p:spPr>
          <p:txBody>
            <a:bodyPr wrap="square">
              <a:spAutoFit/>
            </a:bodyPr>
            <a:lstStyle/>
            <a:p>
              <a:pPr algn="ctr"/>
              <a:r>
                <a:rPr lang="zh-CN" altLang="zh-CN" sz="1400" kern="100" dirty="0">
                  <a:effectLst/>
                  <a:latin typeface="Times New Roman" panose="02020603050405020304" pitchFamily="18" charset="0"/>
                  <a:ea typeface="宋体" panose="02010600030101010101" pitchFamily="2" charset="-122"/>
                </a:rPr>
                <a:t>图</a:t>
              </a:r>
              <a:r>
                <a:rPr lang="en-US" altLang="zh-CN" sz="1400" kern="100" dirty="0">
                  <a:effectLst/>
                  <a:latin typeface="Times New Roman" panose="02020603050405020304" pitchFamily="18" charset="0"/>
                  <a:ea typeface="宋体" panose="02010600030101010101" pitchFamily="2" charset="-122"/>
                </a:rPr>
                <a:t>5-18</a:t>
              </a:r>
              <a:r>
                <a:rPr lang="zh-CN" altLang="zh-CN" sz="1400" kern="100" dirty="0">
                  <a:effectLst/>
                  <a:latin typeface="Times New Roman" panose="02020603050405020304" pitchFamily="18" charset="0"/>
                  <a:ea typeface="宋体" panose="02010600030101010101" pitchFamily="2" charset="-122"/>
                </a:rPr>
                <a:t>带有</a:t>
              </a:r>
              <a:r>
                <a:rPr lang="en-US" altLang="zh-CN" sz="1400" kern="100" dirty="0">
                  <a:effectLst/>
                  <a:latin typeface="Times New Roman" panose="02020603050405020304" pitchFamily="18" charset="0"/>
                  <a:ea typeface="宋体" panose="02010600030101010101" pitchFamily="2" charset="-122"/>
                </a:rPr>
                <a:t>TLB</a:t>
              </a:r>
              <a:r>
                <a:rPr lang="zh-CN" altLang="zh-CN" sz="1400" kern="100" dirty="0">
                  <a:effectLst/>
                  <a:latin typeface="Times New Roman" panose="02020603050405020304" pitchFamily="18" charset="0"/>
                  <a:ea typeface="宋体" panose="02010600030101010101" pitchFamily="2" charset="-122"/>
                </a:rPr>
                <a:t>的页式存储管理地址映射过程</a:t>
              </a:r>
            </a:p>
          </p:txBody>
        </p:sp>
      </p:grpSp>
      <p:sp>
        <p:nvSpPr>
          <p:cNvPr id="9" name="文本框 8">
            <a:extLst>
              <a:ext uri="{FF2B5EF4-FFF2-40B4-BE49-F238E27FC236}">
                <a16:creationId xmlns:a16="http://schemas.microsoft.com/office/drawing/2014/main" xmlns="" id="{8208D282-9D40-89DE-1305-5C2F20CC0E69}"/>
              </a:ext>
            </a:extLst>
          </p:cNvPr>
          <p:cNvSpPr txBox="1"/>
          <p:nvPr/>
        </p:nvSpPr>
        <p:spPr>
          <a:xfrm>
            <a:off x="1073650" y="2794350"/>
            <a:ext cx="6096000" cy="724622"/>
          </a:xfrm>
          <a:prstGeom prst="rect">
            <a:avLst/>
          </a:prstGeom>
          <a:noFill/>
        </p:spPr>
        <p:txBody>
          <a:bodyPr wrap="square">
            <a:spAutoFit/>
          </a:bodyPr>
          <a:lstStyle/>
          <a:p>
            <a:pPr>
              <a:lnSpc>
                <a:spcPts val="2600"/>
              </a:lnSpc>
            </a:pPr>
            <a:r>
              <a:rPr lang="zh-CN" altLang="zh-CN" sz="1600" b="1" kern="100" dirty="0">
                <a:solidFill>
                  <a:srgbClr val="9A0001"/>
                </a:solidFill>
                <a:effectLst/>
                <a:latin typeface="Microsoft YaHei" panose="020B0503020204020204" pitchFamily="34" charset="-122"/>
                <a:ea typeface="Microsoft YaHei" panose="020B0503020204020204" pitchFamily="34" charset="-122"/>
              </a:rPr>
              <a:t>一种是</a:t>
            </a:r>
            <a:r>
              <a:rPr lang="zh-CN" altLang="zh-CN" sz="1600" kern="100" dirty="0">
                <a:effectLst/>
                <a:latin typeface="Microsoft YaHei" panose="020B0503020204020204" pitchFamily="34" charset="-122"/>
                <a:ea typeface="Microsoft YaHei" panose="020B0503020204020204" pitchFamily="34" charset="-122"/>
              </a:rPr>
              <a:t>在地址映射机制中增加一组高速寄存器保存</a:t>
            </a:r>
            <a:r>
              <a:rPr lang="zh-CN" altLang="zh-CN" sz="1600" kern="100" dirty="0">
                <a:solidFill>
                  <a:srgbClr val="FF00FF"/>
                </a:solidFill>
                <a:effectLst/>
                <a:latin typeface="Microsoft YaHei" panose="020B0503020204020204" pitchFamily="34" charset="-122"/>
                <a:ea typeface="Microsoft YaHei" panose="020B0503020204020204" pitchFamily="34" charset="-122"/>
              </a:rPr>
              <a:t>页</a:t>
            </a:r>
            <a:r>
              <a:rPr lang="zh-CN" altLang="zh-CN" sz="1600" kern="100" dirty="0">
                <a:effectLst/>
                <a:latin typeface="Microsoft YaHei" panose="020B0503020204020204" pitchFamily="34" charset="-122"/>
                <a:ea typeface="Microsoft YaHei" panose="020B0503020204020204" pitchFamily="34" charset="-122"/>
              </a:rPr>
              <a:t>表，这需要大量的硬件开销，在经济上不可行</a:t>
            </a:r>
          </a:p>
        </p:txBody>
      </p:sp>
      <p:sp>
        <p:nvSpPr>
          <p:cNvPr id="11" name="文本框 10">
            <a:extLst>
              <a:ext uri="{FF2B5EF4-FFF2-40B4-BE49-F238E27FC236}">
                <a16:creationId xmlns:a16="http://schemas.microsoft.com/office/drawing/2014/main" xmlns="" id="{21921D33-6B69-FF66-C908-1E601EAA0FF7}"/>
              </a:ext>
            </a:extLst>
          </p:cNvPr>
          <p:cNvSpPr txBox="1"/>
          <p:nvPr/>
        </p:nvSpPr>
        <p:spPr>
          <a:xfrm>
            <a:off x="1073650" y="3522072"/>
            <a:ext cx="6096000" cy="724622"/>
          </a:xfrm>
          <a:prstGeom prst="rect">
            <a:avLst/>
          </a:prstGeom>
          <a:noFill/>
        </p:spPr>
        <p:txBody>
          <a:bodyPr wrap="square">
            <a:spAutoFit/>
          </a:bodyPr>
          <a:lstStyle/>
          <a:p>
            <a:pPr>
              <a:lnSpc>
                <a:spcPts val="2600"/>
              </a:lnSpc>
            </a:pPr>
            <a:r>
              <a:rPr lang="zh-CN" altLang="zh-CN" sz="1600" b="1" kern="100" dirty="0">
                <a:solidFill>
                  <a:srgbClr val="9A0001"/>
                </a:solidFill>
                <a:effectLst/>
                <a:latin typeface="Microsoft YaHei" panose="020B0503020204020204" pitchFamily="34" charset="-122"/>
                <a:ea typeface="Microsoft YaHei" panose="020B0503020204020204" pitchFamily="34" charset="-122"/>
              </a:rPr>
              <a:t>另一种方法</a:t>
            </a:r>
            <a:r>
              <a:rPr lang="zh-CN" altLang="zh-CN" sz="1600" kern="100" dirty="0">
                <a:effectLst/>
                <a:latin typeface="Microsoft YaHei" panose="020B0503020204020204" pitchFamily="34" charset="-122"/>
                <a:ea typeface="Microsoft YaHei" panose="020B0503020204020204" pitchFamily="34" charset="-122"/>
              </a:rPr>
              <a:t>是在地址映射机制中增加一个小容量的联想寄存器（</a:t>
            </a:r>
            <a:r>
              <a:rPr lang="zh-CN" altLang="zh-CN" sz="1600" kern="100" dirty="0">
                <a:solidFill>
                  <a:srgbClr val="FF0000"/>
                </a:solidFill>
                <a:effectLst/>
                <a:latin typeface="Microsoft YaHei" panose="020B0503020204020204" pitchFamily="34" charset="-122"/>
                <a:ea typeface="Microsoft YaHei" panose="020B0503020204020204" pitchFamily="34" charset="-122"/>
              </a:rPr>
              <a:t>相联</a:t>
            </a:r>
            <a:r>
              <a:rPr lang="zh-CN" altLang="zh-CN" sz="1600" kern="100" dirty="0">
                <a:effectLst/>
                <a:latin typeface="Microsoft YaHei" panose="020B0503020204020204" pitchFamily="34" charset="-122"/>
                <a:ea typeface="Microsoft YaHei" panose="020B0503020204020204" pitchFamily="34" charset="-122"/>
              </a:rPr>
              <a:t>存储器），它由高速缓冲</a:t>
            </a:r>
            <a:r>
              <a:rPr lang="zh-CN" altLang="zh-CN" sz="1600" b="1" kern="100" dirty="0">
                <a:solidFill>
                  <a:srgbClr val="9A0001"/>
                </a:solidFill>
                <a:latin typeface="Microsoft YaHei" panose="020B0503020204020204" pitchFamily="34" charset="-122"/>
                <a:ea typeface="Microsoft YaHei" panose="020B0503020204020204" pitchFamily="34" charset="-122"/>
              </a:rPr>
              <a:t>存储器</a:t>
            </a:r>
            <a:r>
              <a:rPr lang="zh-CN" altLang="zh-CN" sz="1600" kern="100" dirty="0">
                <a:effectLst/>
                <a:latin typeface="Microsoft YaHei" panose="020B0503020204020204" pitchFamily="34" charset="-122"/>
                <a:ea typeface="Microsoft YaHei" panose="020B0503020204020204" pitchFamily="34" charset="-122"/>
              </a:rPr>
              <a:t>组成</a:t>
            </a:r>
          </a:p>
        </p:txBody>
      </p:sp>
    </p:spTree>
    <p:extLst>
      <p:ext uri="{BB962C8B-B14F-4D97-AF65-F5344CB8AC3E}">
        <p14:creationId xmlns:p14="http://schemas.microsoft.com/office/powerpoint/2010/main" xmlns="" val="4168842168"/>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p:txBody>
          <a:bodyPr>
            <a:normAutofit/>
          </a:bodyPr>
          <a:lstStyle/>
          <a:p>
            <a:r>
              <a:rPr lang="en-US" altLang="zh-CN" dirty="0">
                <a:sym typeface="Arial" panose="020B0604020202020204" pitchFamily="34" charset="0"/>
              </a:rPr>
              <a:t>5.4.4</a:t>
            </a:r>
            <a:r>
              <a:rPr lang="zh-CN" altLang="en-US" dirty="0">
                <a:sym typeface="Arial" panose="020B0604020202020204" pitchFamily="34" charset="0"/>
              </a:rPr>
              <a:t>虚拟页式存储地址转换过程 </a:t>
            </a:r>
            <a:r>
              <a:rPr lang="en-US" altLang="zh-CN" dirty="0">
                <a:sym typeface="Arial" panose="020B0604020202020204" pitchFamily="34" charset="0"/>
              </a:rPr>
              <a:t>I</a:t>
            </a:r>
            <a:r>
              <a:rPr lang="zh-CN" altLang="en-US" dirty="0">
                <a:sym typeface="Arial" panose="020B0604020202020204" pitchFamily="34" charset="0"/>
              </a:rPr>
              <a:t> 转换检测缓冲区</a:t>
            </a:r>
            <a:r>
              <a:rPr lang="en-US" altLang="zh-CN" dirty="0">
                <a:sym typeface="Arial" panose="020B0604020202020204" pitchFamily="34" charset="0"/>
              </a:rPr>
              <a:t>(TLB)</a:t>
            </a:r>
            <a:endParaRPr lang="zh-CN" altLang="en-US" dirty="0">
              <a:sym typeface="Arial" panose="020B0604020202020204" pitchFamily="34" charset="0"/>
            </a:endParaRPr>
          </a:p>
        </p:txBody>
      </p:sp>
      <p:sp>
        <p:nvSpPr>
          <p:cNvPr id="5" name="文本框 4">
            <a:extLst>
              <a:ext uri="{FF2B5EF4-FFF2-40B4-BE49-F238E27FC236}">
                <a16:creationId xmlns:a16="http://schemas.microsoft.com/office/drawing/2014/main" xmlns="" id="{3C1AD24D-E96A-03C1-0A95-C08D7F406034}"/>
              </a:ext>
            </a:extLst>
          </p:cNvPr>
          <p:cNvSpPr txBox="1"/>
          <p:nvPr/>
        </p:nvSpPr>
        <p:spPr>
          <a:xfrm>
            <a:off x="442913" y="1247851"/>
            <a:ext cx="10071603" cy="369332"/>
          </a:xfrm>
          <a:prstGeom prst="rect">
            <a:avLst/>
          </a:prstGeom>
          <a:noFill/>
        </p:spPr>
        <p:txBody>
          <a:bodyPr wrap="square">
            <a:spAutoFit/>
          </a:bodyPr>
          <a:lstStyle/>
          <a:p>
            <a:pPr indent="269875" algn="just"/>
            <a:r>
              <a:rPr lang="en-US" altLang="zh-CN" sz="1800" b="1" kern="100" dirty="0">
                <a:solidFill>
                  <a:srgbClr val="9A0001"/>
                </a:solidFill>
                <a:effectLst/>
                <a:latin typeface="+mj-ea"/>
                <a:ea typeface="+mj-ea"/>
              </a:rPr>
              <a:t>TLB</a:t>
            </a:r>
            <a:r>
              <a:rPr lang="zh-CN" altLang="zh-CN" sz="1800" b="1" kern="100" dirty="0">
                <a:solidFill>
                  <a:srgbClr val="9A0001"/>
                </a:solidFill>
                <a:effectLst/>
                <a:latin typeface="+mj-ea"/>
                <a:ea typeface="+mj-ea"/>
              </a:rPr>
              <a:t>内容的更新原理如下：</a:t>
            </a:r>
          </a:p>
        </p:txBody>
      </p:sp>
      <p:sp>
        <p:nvSpPr>
          <p:cNvPr id="3" name="文本框 2">
            <a:extLst>
              <a:ext uri="{FF2B5EF4-FFF2-40B4-BE49-F238E27FC236}">
                <a16:creationId xmlns:a16="http://schemas.microsoft.com/office/drawing/2014/main" xmlns="" id="{0DC2E21F-347E-8C81-FD05-FB8732FD04CC}"/>
              </a:ext>
            </a:extLst>
          </p:cNvPr>
          <p:cNvSpPr txBox="1"/>
          <p:nvPr/>
        </p:nvSpPr>
        <p:spPr>
          <a:xfrm>
            <a:off x="721217" y="1617183"/>
            <a:ext cx="10740098" cy="2064476"/>
          </a:xfrm>
          <a:prstGeom prst="rect">
            <a:avLst/>
          </a:prstGeom>
          <a:noFill/>
        </p:spPr>
        <p:txBody>
          <a:bodyPr wrap="square">
            <a:spAutoFit/>
          </a:bodyPr>
          <a:lstStyle/>
          <a:p>
            <a:pPr algn="just">
              <a:lnSpc>
                <a:spcPts val="2600"/>
              </a:lnSpc>
            </a:pPr>
            <a:r>
              <a:rPr lang="zh-CN" altLang="en-US" sz="1800" kern="100" dirty="0">
                <a:effectLst/>
                <a:latin typeface="Microsoft YaHei" panose="020B0503020204020204" pitchFamily="34" charset="-122"/>
                <a:ea typeface="Microsoft YaHei" panose="020B0503020204020204" pitchFamily="34" charset="-122"/>
              </a:rPr>
              <a:t>       </a:t>
            </a:r>
            <a:r>
              <a:rPr lang="zh-CN" altLang="zh-CN" sz="1800" kern="100" dirty="0">
                <a:effectLst/>
                <a:latin typeface="Microsoft YaHei" panose="020B0503020204020204" pitchFamily="34" charset="-122"/>
                <a:ea typeface="Microsoft YaHei" panose="020B0503020204020204" pitchFamily="34" charset="-122"/>
              </a:rPr>
              <a:t>当某一用户程序需要存取数据时，根据该数据所在的逻辑页号在</a:t>
            </a:r>
            <a:r>
              <a:rPr lang="en-US" altLang="zh-CN" sz="1800" kern="100" dirty="0">
                <a:effectLst/>
                <a:latin typeface="Microsoft YaHei" panose="020B0503020204020204" pitchFamily="34" charset="-122"/>
                <a:ea typeface="Microsoft YaHei" panose="020B0503020204020204" pitchFamily="34" charset="-122"/>
              </a:rPr>
              <a:t>TLB</a:t>
            </a:r>
            <a:r>
              <a:rPr lang="zh-CN" altLang="zh-CN" sz="1800" kern="100" dirty="0">
                <a:effectLst/>
                <a:latin typeface="Microsoft YaHei" panose="020B0503020204020204" pitchFamily="34" charset="-122"/>
                <a:ea typeface="Microsoft YaHei" panose="020B0503020204020204" pitchFamily="34" charset="-122"/>
              </a:rPr>
              <a:t>中找出对应的物理页面号，然后拼接页内地址，以形成物理地址；如果在</a:t>
            </a:r>
            <a:r>
              <a:rPr lang="en-US" altLang="zh-CN" sz="1800" kern="100" dirty="0">
                <a:effectLst/>
                <a:latin typeface="Microsoft YaHei" panose="020B0503020204020204" pitchFamily="34" charset="-122"/>
                <a:ea typeface="Microsoft YaHei" panose="020B0503020204020204" pitchFamily="34" charset="-122"/>
              </a:rPr>
              <a:t>TLB</a:t>
            </a:r>
            <a:r>
              <a:rPr lang="zh-CN" altLang="zh-CN" sz="1800" kern="100" dirty="0">
                <a:effectLst/>
                <a:latin typeface="Microsoft YaHei" panose="020B0503020204020204" pitchFamily="34" charset="-122"/>
                <a:ea typeface="Microsoft YaHei" panose="020B0503020204020204" pitchFamily="34" charset="-122"/>
              </a:rPr>
              <a:t>中没有相应的逻辑页号，则地址映射仍然通过内存中的</a:t>
            </a:r>
            <a:r>
              <a:rPr lang="zh-CN" altLang="zh-CN" sz="1800" kern="100" dirty="0">
                <a:solidFill>
                  <a:srgbClr val="FF00FF"/>
                </a:solidFill>
                <a:effectLst/>
                <a:latin typeface="Microsoft YaHei" panose="020B0503020204020204" pitchFamily="34" charset="-122"/>
                <a:ea typeface="Microsoft YaHei" panose="020B0503020204020204" pitchFamily="34" charset="-122"/>
              </a:rPr>
              <a:t>页</a:t>
            </a:r>
            <a:r>
              <a:rPr lang="zh-CN" altLang="zh-CN" sz="1800" kern="100" dirty="0">
                <a:effectLst/>
                <a:latin typeface="Microsoft YaHei" panose="020B0503020204020204" pitchFamily="34" charset="-122"/>
                <a:ea typeface="Microsoft YaHei" panose="020B0503020204020204" pitchFamily="34" charset="-122"/>
              </a:rPr>
              <a:t>表进行；在得到物理页面号后需将该页框号</a:t>
            </a:r>
            <a:r>
              <a:rPr lang="zh-CN" altLang="zh-CN" sz="1800" kern="100" dirty="0">
                <a:solidFill>
                  <a:srgbClr val="FF00FF"/>
                </a:solidFill>
                <a:effectLst/>
                <a:latin typeface="Microsoft YaHei" panose="020B0503020204020204" pitchFamily="34" charset="-122"/>
                <a:ea typeface="Microsoft YaHei" panose="020B0503020204020204" pitchFamily="34" charset="-122"/>
              </a:rPr>
              <a:t>填</a:t>
            </a:r>
            <a:r>
              <a:rPr lang="zh-CN" altLang="zh-CN" sz="1800" kern="100" dirty="0">
                <a:effectLst/>
                <a:latin typeface="Microsoft YaHei" panose="020B0503020204020204" pitchFamily="34" charset="-122"/>
                <a:ea typeface="Microsoft YaHei" panose="020B0503020204020204" pitchFamily="34" charset="-122"/>
              </a:rPr>
              <a:t>到</a:t>
            </a:r>
            <a:r>
              <a:rPr lang="en-US" altLang="zh-CN" sz="1800" kern="100" dirty="0">
                <a:effectLst/>
                <a:latin typeface="Microsoft YaHei" panose="020B0503020204020204" pitchFamily="34" charset="-122"/>
                <a:ea typeface="Microsoft YaHei" panose="020B0503020204020204" pitchFamily="34" charset="-122"/>
              </a:rPr>
              <a:t>TLB</a:t>
            </a:r>
            <a:r>
              <a:rPr lang="zh-CN" altLang="zh-CN" sz="1800" kern="100" dirty="0">
                <a:effectLst/>
                <a:latin typeface="Microsoft YaHei" panose="020B0503020204020204" pitchFamily="34" charset="-122"/>
                <a:ea typeface="Microsoft YaHei" panose="020B0503020204020204" pitchFamily="34" charset="-122"/>
              </a:rPr>
              <a:t>的空闲单元中；若</a:t>
            </a:r>
            <a:r>
              <a:rPr lang="en-US" altLang="zh-CN" sz="1800" kern="100" dirty="0">
                <a:effectLst/>
                <a:latin typeface="Microsoft YaHei" panose="020B0503020204020204" pitchFamily="34" charset="-122"/>
                <a:ea typeface="Microsoft YaHei" panose="020B0503020204020204" pitchFamily="34" charset="-122"/>
              </a:rPr>
              <a:t>TLB</a:t>
            </a:r>
            <a:r>
              <a:rPr lang="zh-CN" altLang="zh-CN" sz="1800" kern="100" dirty="0">
                <a:effectLst/>
                <a:latin typeface="Microsoft YaHei" panose="020B0503020204020204" pitchFamily="34" charset="-122"/>
                <a:ea typeface="Microsoft YaHei" panose="020B0503020204020204" pitchFamily="34" charset="-122"/>
              </a:rPr>
              <a:t>中没有空闲单元，则根据淘汰算法淘汰某一行，再填入新得到的页框号</a:t>
            </a:r>
            <a:endParaRPr lang="en-US" altLang="zh-CN" sz="1800" kern="100" dirty="0">
              <a:effectLst/>
              <a:latin typeface="Microsoft YaHei" panose="020B0503020204020204" pitchFamily="34" charset="-122"/>
              <a:ea typeface="Microsoft YaHei" panose="020B0503020204020204" pitchFamily="34" charset="-122"/>
            </a:endParaRPr>
          </a:p>
          <a:p>
            <a:pPr algn="just">
              <a:lnSpc>
                <a:spcPts val="2600"/>
              </a:lnSpc>
            </a:pPr>
            <a:r>
              <a:rPr lang="zh-CN" altLang="en-US" kern="100" dirty="0">
                <a:latin typeface="Microsoft YaHei" panose="020B0503020204020204" pitchFamily="34" charset="-122"/>
                <a:ea typeface="Microsoft YaHei" panose="020B0503020204020204" pitchFamily="34" charset="-122"/>
              </a:rPr>
              <a:t>       </a:t>
            </a:r>
            <a:r>
              <a:rPr lang="zh-CN" altLang="zh-CN" sz="1800" kern="100" dirty="0">
                <a:effectLst/>
                <a:latin typeface="Microsoft YaHei" panose="020B0503020204020204" pitchFamily="34" charset="-122"/>
                <a:ea typeface="Microsoft YaHei" panose="020B0503020204020204" pitchFamily="34" charset="-122"/>
              </a:rPr>
              <a:t>实际上，查找</a:t>
            </a:r>
            <a:r>
              <a:rPr lang="en-US" altLang="zh-CN" sz="1800" kern="100" dirty="0">
                <a:effectLst/>
                <a:latin typeface="Microsoft YaHei" panose="020B0503020204020204" pitchFamily="34" charset="-122"/>
                <a:ea typeface="Microsoft YaHei" panose="020B0503020204020204" pitchFamily="34" charset="-122"/>
              </a:rPr>
              <a:t>TLB</a:t>
            </a:r>
            <a:r>
              <a:rPr lang="zh-CN" altLang="zh-CN" sz="1800" kern="100" dirty="0">
                <a:effectLst/>
                <a:latin typeface="Microsoft YaHei" panose="020B0503020204020204" pitchFamily="34" charset="-122"/>
                <a:ea typeface="Microsoft YaHei" panose="020B0503020204020204" pitchFamily="34" charset="-122"/>
              </a:rPr>
              <a:t>和查找内存</a:t>
            </a:r>
            <a:r>
              <a:rPr lang="zh-CN" altLang="zh-CN" sz="1800" kern="100" dirty="0">
                <a:solidFill>
                  <a:srgbClr val="FF00FF"/>
                </a:solidFill>
                <a:effectLst/>
                <a:latin typeface="Microsoft YaHei" panose="020B0503020204020204" pitchFamily="34" charset="-122"/>
                <a:ea typeface="Microsoft YaHei" panose="020B0503020204020204" pitchFamily="34" charset="-122"/>
              </a:rPr>
              <a:t>页</a:t>
            </a:r>
            <a:r>
              <a:rPr lang="zh-CN" altLang="zh-CN" sz="1800" kern="100" dirty="0">
                <a:effectLst/>
                <a:latin typeface="Microsoft YaHei" panose="020B0503020204020204" pitchFamily="34" charset="-122"/>
                <a:ea typeface="Microsoft YaHei" panose="020B0503020204020204" pitchFamily="34" charset="-122"/>
              </a:rPr>
              <a:t>表是并行进行的，一旦发现</a:t>
            </a:r>
            <a:r>
              <a:rPr lang="en-US" altLang="zh-CN" sz="1800" kern="100" dirty="0">
                <a:effectLst/>
                <a:latin typeface="Microsoft YaHei" panose="020B0503020204020204" pitchFamily="34" charset="-122"/>
                <a:ea typeface="Microsoft YaHei" panose="020B0503020204020204" pitchFamily="34" charset="-122"/>
              </a:rPr>
              <a:t>TLB</a:t>
            </a:r>
            <a:r>
              <a:rPr lang="zh-CN" altLang="zh-CN" sz="1800" kern="100" dirty="0">
                <a:effectLst/>
                <a:latin typeface="Microsoft YaHei" panose="020B0503020204020204" pitchFamily="34" charset="-122"/>
                <a:ea typeface="Microsoft YaHei" panose="020B0503020204020204" pitchFamily="34" charset="-122"/>
              </a:rPr>
              <a:t>中有与所</a:t>
            </a:r>
            <a:r>
              <a:rPr lang="zh-CN" altLang="zh-CN" sz="1800" kern="100" dirty="0">
                <a:solidFill>
                  <a:srgbClr val="FF00FF"/>
                </a:solidFill>
                <a:effectLst/>
                <a:latin typeface="Microsoft YaHei" panose="020B0503020204020204" pitchFamily="34" charset="-122"/>
                <a:ea typeface="Microsoft YaHei" panose="020B0503020204020204" pitchFamily="34" charset="-122"/>
              </a:rPr>
              <a:t>查</a:t>
            </a:r>
            <a:r>
              <a:rPr lang="zh-CN" altLang="zh-CN" sz="1800" kern="100" dirty="0">
                <a:effectLst/>
                <a:latin typeface="Microsoft YaHei" panose="020B0503020204020204" pitchFamily="34" charset="-122"/>
                <a:ea typeface="Microsoft YaHei" panose="020B0503020204020204" pitchFamily="34" charset="-122"/>
              </a:rPr>
              <a:t>页号一致的逻辑页号就停止查找内存</a:t>
            </a:r>
            <a:r>
              <a:rPr lang="zh-CN" altLang="zh-CN" sz="1800" kern="100" dirty="0">
                <a:solidFill>
                  <a:srgbClr val="FF00FF"/>
                </a:solidFill>
                <a:effectLst/>
                <a:latin typeface="Microsoft YaHei" panose="020B0503020204020204" pitchFamily="34" charset="-122"/>
                <a:ea typeface="Microsoft YaHei" panose="020B0503020204020204" pitchFamily="34" charset="-122"/>
              </a:rPr>
              <a:t>页</a:t>
            </a:r>
            <a:r>
              <a:rPr lang="zh-CN" altLang="zh-CN" sz="1800" kern="100" dirty="0">
                <a:effectLst/>
                <a:latin typeface="Microsoft YaHei" panose="020B0503020204020204" pitchFamily="34" charset="-122"/>
                <a:ea typeface="Microsoft YaHei" panose="020B0503020204020204" pitchFamily="34" charset="-122"/>
              </a:rPr>
              <a:t>表，而直接利用</a:t>
            </a:r>
            <a:r>
              <a:rPr lang="en-US" altLang="zh-CN" sz="1800" kern="100" dirty="0">
                <a:effectLst/>
                <a:latin typeface="Microsoft YaHei" panose="020B0503020204020204" pitchFamily="34" charset="-122"/>
                <a:ea typeface="Microsoft YaHei" panose="020B0503020204020204" pitchFamily="34" charset="-122"/>
              </a:rPr>
              <a:t>TLB</a:t>
            </a:r>
            <a:r>
              <a:rPr lang="zh-CN" altLang="zh-CN" sz="1800" kern="100" dirty="0">
                <a:effectLst/>
                <a:latin typeface="Microsoft YaHei" panose="020B0503020204020204" pitchFamily="34" charset="-122"/>
                <a:ea typeface="Microsoft YaHei" panose="020B0503020204020204" pitchFamily="34" charset="-122"/>
              </a:rPr>
              <a:t>中的逻辑页号</a:t>
            </a:r>
          </a:p>
        </p:txBody>
      </p:sp>
      <p:sp>
        <p:nvSpPr>
          <p:cNvPr id="4" name="文本框 3">
            <a:extLst>
              <a:ext uri="{FF2B5EF4-FFF2-40B4-BE49-F238E27FC236}">
                <a16:creationId xmlns:a16="http://schemas.microsoft.com/office/drawing/2014/main" xmlns="" id="{8A481FCD-5BD3-EA8D-B937-35F04208E1AD}"/>
              </a:ext>
            </a:extLst>
          </p:cNvPr>
          <p:cNvSpPr txBox="1"/>
          <p:nvPr/>
        </p:nvSpPr>
        <p:spPr>
          <a:xfrm>
            <a:off x="721217" y="4549955"/>
            <a:ext cx="10740098" cy="1731051"/>
          </a:xfrm>
          <a:prstGeom prst="rect">
            <a:avLst/>
          </a:prstGeom>
          <a:noFill/>
        </p:spPr>
        <p:txBody>
          <a:bodyPr wrap="square">
            <a:spAutoFit/>
          </a:bodyPr>
          <a:lstStyle/>
          <a:p>
            <a:pPr algn="just">
              <a:lnSpc>
                <a:spcPts val="2600"/>
              </a:lnSpc>
            </a:pPr>
            <a:r>
              <a:rPr lang="zh-CN" altLang="en-US" sz="1800" kern="100" dirty="0">
                <a:solidFill>
                  <a:schemeClr val="bg1">
                    <a:lumMod val="50000"/>
                  </a:schemeClr>
                </a:solidFill>
                <a:effectLst/>
                <a:latin typeface="Microsoft YaHei" panose="020B0503020204020204" pitchFamily="34" charset="-122"/>
                <a:ea typeface="Microsoft YaHei" panose="020B0503020204020204" pitchFamily="34" charset="-122"/>
              </a:rPr>
              <a:t>       </a:t>
            </a:r>
            <a:r>
              <a:rPr lang="zh-CN" altLang="zh-CN" sz="1800" kern="100" dirty="0">
                <a:solidFill>
                  <a:schemeClr val="bg1">
                    <a:lumMod val="50000"/>
                  </a:schemeClr>
                </a:solidFill>
                <a:effectLst/>
                <a:latin typeface="Microsoft YaHei" panose="020B0503020204020204" pitchFamily="34" charset="-122"/>
                <a:ea typeface="Microsoft YaHei" panose="020B0503020204020204" pitchFamily="34" charset="-122"/>
              </a:rPr>
              <a:t>假定访问内存的时间为</a:t>
            </a:r>
            <a:r>
              <a:rPr lang="en-US" altLang="zh-CN" sz="1800" kern="100" dirty="0">
                <a:solidFill>
                  <a:schemeClr val="bg1">
                    <a:lumMod val="50000"/>
                  </a:schemeClr>
                </a:solidFill>
                <a:effectLst/>
                <a:latin typeface="Microsoft YaHei" panose="020B0503020204020204" pitchFamily="34" charset="-122"/>
                <a:ea typeface="Microsoft YaHei" panose="020B0503020204020204" pitchFamily="34" charset="-122"/>
              </a:rPr>
              <a:t>200</a:t>
            </a:r>
            <a:r>
              <a:rPr lang="zh-CN" altLang="zh-CN" sz="1800" kern="100" dirty="0">
                <a:solidFill>
                  <a:schemeClr val="bg1">
                    <a:lumMod val="50000"/>
                  </a:schemeClr>
                </a:solidFill>
                <a:effectLst/>
                <a:latin typeface="Microsoft YaHei" panose="020B0503020204020204" pitchFamily="34" charset="-122"/>
                <a:ea typeface="Microsoft YaHei" panose="020B0503020204020204" pitchFamily="34" charset="-122"/>
              </a:rPr>
              <a:t>毫微秒，访问高速缓冲存储器的时间为</a:t>
            </a:r>
            <a:r>
              <a:rPr lang="en-US" altLang="zh-CN" sz="1800" kern="100" dirty="0">
                <a:solidFill>
                  <a:schemeClr val="bg1">
                    <a:lumMod val="50000"/>
                  </a:schemeClr>
                </a:solidFill>
                <a:effectLst/>
                <a:latin typeface="Microsoft YaHei" panose="020B0503020204020204" pitchFamily="34" charset="-122"/>
                <a:ea typeface="Microsoft YaHei" panose="020B0503020204020204" pitchFamily="34" charset="-122"/>
              </a:rPr>
              <a:t>40</a:t>
            </a:r>
            <a:r>
              <a:rPr lang="zh-CN" altLang="zh-CN" sz="1800" kern="100" dirty="0">
                <a:solidFill>
                  <a:schemeClr val="bg1">
                    <a:lumMod val="50000"/>
                  </a:schemeClr>
                </a:solidFill>
                <a:effectLst/>
                <a:latin typeface="Microsoft YaHei" panose="020B0503020204020204" pitchFamily="34" charset="-122"/>
                <a:ea typeface="Microsoft YaHei" panose="020B0503020204020204" pitchFamily="34" charset="-122"/>
              </a:rPr>
              <a:t>毫微秒，高速缓冲存储器为</a:t>
            </a:r>
            <a:r>
              <a:rPr lang="en-US" altLang="zh-CN" sz="1800" kern="100" dirty="0">
                <a:solidFill>
                  <a:schemeClr val="bg1">
                    <a:lumMod val="50000"/>
                  </a:schemeClr>
                </a:solidFill>
                <a:effectLst/>
                <a:latin typeface="Microsoft YaHei" panose="020B0503020204020204" pitchFamily="34" charset="-122"/>
                <a:ea typeface="Microsoft YaHei" panose="020B0503020204020204" pitchFamily="34" charset="-122"/>
              </a:rPr>
              <a:t>16</a:t>
            </a:r>
            <a:r>
              <a:rPr lang="zh-CN" altLang="zh-CN" sz="1800" kern="100" dirty="0">
                <a:solidFill>
                  <a:schemeClr val="bg1">
                    <a:lumMod val="50000"/>
                  </a:schemeClr>
                </a:solidFill>
                <a:effectLst/>
                <a:latin typeface="Microsoft YaHei" panose="020B0503020204020204" pitchFamily="34" charset="-122"/>
                <a:ea typeface="Microsoft YaHei" panose="020B0503020204020204" pitchFamily="34" charset="-122"/>
              </a:rPr>
              <a:t>个单元时，查</a:t>
            </a:r>
            <a:r>
              <a:rPr lang="en-US" altLang="zh-CN" sz="1800" kern="100" dirty="0">
                <a:solidFill>
                  <a:schemeClr val="bg1">
                    <a:lumMod val="50000"/>
                  </a:schemeClr>
                </a:solidFill>
                <a:effectLst/>
                <a:latin typeface="Microsoft YaHei" panose="020B0503020204020204" pitchFamily="34" charset="-122"/>
                <a:ea typeface="Microsoft YaHei" panose="020B0503020204020204" pitchFamily="34" charset="-122"/>
              </a:rPr>
              <a:t>TLB</a:t>
            </a:r>
            <a:r>
              <a:rPr lang="zh-CN" altLang="zh-CN" sz="1800" kern="100" dirty="0">
                <a:solidFill>
                  <a:schemeClr val="bg1">
                    <a:lumMod val="50000"/>
                  </a:schemeClr>
                </a:solidFill>
                <a:effectLst/>
                <a:latin typeface="Microsoft YaHei" panose="020B0503020204020204" pitchFamily="34" charset="-122"/>
                <a:ea typeface="Microsoft YaHei" panose="020B0503020204020204" pitchFamily="34" charset="-122"/>
              </a:rPr>
              <a:t>的命中率为</a:t>
            </a:r>
            <a:r>
              <a:rPr lang="en-US" altLang="zh-CN" sz="1800" kern="100" dirty="0">
                <a:solidFill>
                  <a:schemeClr val="bg1">
                    <a:lumMod val="50000"/>
                  </a:schemeClr>
                </a:solidFill>
                <a:effectLst/>
                <a:latin typeface="Microsoft YaHei" panose="020B0503020204020204" pitchFamily="34" charset="-122"/>
                <a:ea typeface="Microsoft YaHei" panose="020B0503020204020204" pitchFamily="34" charset="-122"/>
              </a:rPr>
              <a:t>90</a:t>
            </a:r>
            <a:r>
              <a:rPr lang="zh-CN" altLang="zh-CN" sz="1800" kern="100" dirty="0">
                <a:solidFill>
                  <a:schemeClr val="bg1">
                    <a:lumMod val="50000"/>
                  </a:schemeClr>
                </a:solidFill>
                <a:effectLst/>
                <a:latin typeface="Microsoft YaHei" panose="020B0503020204020204" pitchFamily="34" charset="-122"/>
                <a:ea typeface="Microsoft YaHei" panose="020B0503020204020204" pitchFamily="34" charset="-122"/>
              </a:rPr>
              <a:t>％。于是，按虚拟地址转换成绝对地址进行存取的平均访问时间为</a:t>
            </a:r>
          </a:p>
          <a:p>
            <a:pPr indent="533400" algn="just">
              <a:lnSpc>
                <a:spcPts val="2600"/>
              </a:lnSpc>
            </a:pPr>
            <a:r>
              <a:rPr lang="zh-CN" altLang="zh-CN" sz="1800" kern="100" dirty="0">
                <a:solidFill>
                  <a:schemeClr val="bg1">
                    <a:lumMod val="50000"/>
                  </a:schemeClr>
                </a:solidFill>
                <a:effectLst/>
                <a:latin typeface="Microsoft YaHei" panose="020B0503020204020204" pitchFamily="34" charset="-122"/>
                <a:ea typeface="Microsoft YaHei" panose="020B0503020204020204" pitchFamily="34" charset="-122"/>
              </a:rPr>
              <a:t>（</a:t>
            </a:r>
            <a:r>
              <a:rPr lang="en-US" altLang="zh-CN" sz="1800" kern="100" dirty="0">
                <a:solidFill>
                  <a:schemeClr val="bg1">
                    <a:lumMod val="50000"/>
                  </a:schemeClr>
                </a:solidFill>
                <a:effectLst/>
                <a:latin typeface="Microsoft YaHei" panose="020B0503020204020204" pitchFamily="34" charset="-122"/>
                <a:ea typeface="Microsoft YaHei" panose="020B0503020204020204" pitchFamily="34" charset="-122"/>
              </a:rPr>
              <a:t>200 </a:t>
            </a:r>
            <a:r>
              <a:rPr lang="zh-CN" altLang="zh-CN" sz="1800" kern="100" dirty="0">
                <a:solidFill>
                  <a:schemeClr val="bg1">
                    <a:lumMod val="50000"/>
                  </a:schemeClr>
                </a:solidFill>
                <a:effectLst/>
                <a:latin typeface="Microsoft YaHei" panose="020B0503020204020204" pitchFamily="34" charset="-122"/>
                <a:ea typeface="Microsoft YaHei" panose="020B0503020204020204" pitchFamily="34" charset="-122"/>
              </a:rPr>
              <a:t>＋ </a:t>
            </a:r>
            <a:r>
              <a:rPr lang="en-US" altLang="zh-CN" sz="1800" kern="100" dirty="0">
                <a:solidFill>
                  <a:schemeClr val="bg1">
                    <a:lumMod val="50000"/>
                  </a:schemeClr>
                </a:solidFill>
                <a:effectLst/>
                <a:latin typeface="Microsoft YaHei" panose="020B0503020204020204" pitchFamily="34" charset="-122"/>
                <a:ea typeface="Microsoft YaHei" panose="020B0503020204020204" pitchFamily="34" charset="-122"/>
              </a:rPr>
              <a:t>40</a:t>
            </a:r>
            <a:r>
              <a:rPr lang="zh-CN" altLang="zh-CN" sz="1800" kern="100" dirty="0">
                <a:solidFill>
                  <a:schemeClr val="bg1">
                    <a:lumMod val="50000"/>
                  </a:schemeClr>
                </a:solidFill>
                <a:effectLst/>
                <a:latin typeface="Microsoft YaHei" panose="020B0503020204020204" pitchFamily="34" charset="-122"/>
                <a:ea typeface="Microsoft YaHei" panose="020B0503020204020204" pitchFamily="34" charset="-122"/>
              </a:rPr>
              <a:t>）</a:t>
            </a:r>
            <a:r>
              <a:rPr lang="en-US" altLang="zh-CN" sz="1800" kern="100" dirty="0">
                <a:solidFill>
                  <a:schemeClr val="bg1">
                    <a:lumMod val="50000"/>
                  </a:schemeClr>
                </a:solidFill>
                <a:effectLst/>
                <a:latin typeface="Microsoft YaHei" panose="020B0503020204020204" pitchFamily="34" charset="-122"/>
                <a:ea typeface="Microsoft YaHei" panose="020B0503020204020204" pitchFamily="34" charset="-122"/>
              </a:rPr>
              <a:t>× 90</a:t>
            </a:r>
            <a:r>
              <a:rPr lang="zh-CN" altLang="zh-CN" sz="1800" kern="100" dirty="0">
                <a:solidFill>
                  <a:schemeClr val="bg1">
                    <a:lumMod val="50000"/>
                  </a:schemeClr>
                </a:solidFill>
                <a:effectLst/>
                <a:latin typeface="Microsoft YaHei" panose="020B0503020204020204" pitchFamily="34" charset="-122"/>
                <a:ea typeface="Microsoft YaHei" panose="020B0503020204020204" pitchFamily="34" charset="-122"/>
              </a:rPr>
              <a:t>％ ＋（</a:t>
            </a:r>
            <a:r>
              <a:rPr lang="en-US" altLang="zh-CN" sz="1800" kern="100" dirty="0">
                <a:solidFill>
                  <a:schemeClr val="bg1">
                    <a:lumMod val="50000"/>
                  </a:schemeClr>
                </a:solidFill>
                <a:effectLst/>
                <a:latin typeface="Microsoft YaHei" panose="020B0503020204020204" pitchFamily="34" charset="-122"/>
                <a:ea typeface="Microsoft YaHei" panose="020B0503020204020204" pitchFamily="34" charset="-122"/>
              </a:rPr>
              <a:t>200 </a:t>
            </a:r>
            <a:r>
              <a:rPr lang="zh-CN" altLang="zh-CN" sz="1800" kern="100" dirty="0">
                <a:solidFill>
                  <a:schemeClr val="bg1">
                    <a:lumMod val="50000"/>
                  </a:schemeClr>
                </a:solidFill>
                <a:effectLst/>
                <a:latin typeface="Microsoft YaHei" panose="020B0503020204020204" pitchFamily="34" charset="-122"/>
                <a:ea typeface="Microsoft YaHei" panose="020B0503020204020204" pitchFamily="34" charset="-122"/>
              </a:rPr>
              <a:t>＋ </a:t>
            </a:r>
            <a:r>
              <a:rPr lang="en-US" altLang="zh-CN" sz="1800" kern="100" dirty="0">
                <a:solidFill>
                  <a:schemeClr val="bg1">
                    <a:lumMod val="50000"/>
                  </a:schemeClr>
                </a:solidFill>
                <a:effectLst/>
                <a:latin typeface="Microsoft YaHei" panose="020B0503020204020204" pitchFamily="34" charset="-122"/>
                <a:ea typeface="Microsoft YaHei" panose="020B0503020204020204" pitchFamily="34" charset="-122"/>
              </a:rPr>
              <a:t>200</a:t>
            </a:r>
            <a:r>
              <a:rPr lang="zh-CN" altLang="zh-CN" sz="1800" kern="100" dirty="0">
                <a:solidFill>
                  <a:schemeClr val="bg1">
                    <a:lumMod val="50000"/>
                  </a:schemeClr>
                </a:solidFill>
                <a:effectLst/>
                <a:latin typeface="Microsoft YaHei" panose="020B0503020204020204" pitchFamily="34" charset="-122"/>
                <a:ea typeface="Microsoft YaHei" panose="020B0503020204020204" pitchFamily="34" charset="-122"/>
              </a:rPr>
              <a:t>）</a:t>
            </a:r>
            <a:r>
              <a:rPr lang="en-US" altLang="zh-CN" sz="1800" kern="100" dirty="0">
                <a:solidFill>
                  <a:schemeClr val="bg1">
                    <a:lumMod val="50000"/>
                  </a:schemeClr>
                </a:solidFill>
                <a:effectLst/>
                <a:latin typeface="Microsoft YaHei" panose="020B0503020204020204" pitchFamily="34" charset="-122"/>
                <a:ea typeface="Microsoft YaHei" panose="020B0503020204020204" pitchFamily="34" charset="-122"/>
              </a:rPr>
              <a:t>× 10</a:t>
            </a:r>
            <a:r>
              <a:rPr lang="zh-CN" altLang="zh-CN" sz="1800" kern="100" dirty="0">
                <a:solidFill>
                  <a:schemeClr val="bg1">
                    <a:lumMod val="50000"/>
                  </a:schemeClr>
                </a:solidFill>
                <a:effectLst/>
                <a:latin typeface="Microsoft YaHei" panose="020B0503020204020204" pitchFamily="34" charset="-122"/>
                <a:ea typeface="Microsoft YaHei" panose="020B0503020204020204" pitchFamily="34" charset="-122"/>
              </a:rPr>
              <a:t>％ ＝ </a:t>
            </a:r>
            <a:r>
              <a:rPr lang="en-US" altLang="zh-CN" sz="1800" kern="100" dirty="0">
                <a:solidFill>
                  <a:schemeClr val="bg1">
                    <a:lumMod val="50000"/>
                  </a:schemeClr>
                </a:solidFill>
                <a:effectLst/>
                <a:latin typeface="Microsoft YaHei" panose="020B0503020204020204" pitchFamily="34" charset="-122"/>
                <a:ea typeface="Microsoft YaHei" panose="020B0503020204020204" pitchFamily="34" charset="-122"/>
              </a:rPr>
              <a:t>256</a:t>
            </a:r>
            <a:r>
              <a:rPr lang="zh-CN" altLang="zh-CN" sz="1800" kern="100" dirty="0">
                <a:solidFill>
                  <a:schemeClr val="bg1">
                    <a:lumMod val="50000"/>
                  </a:schemeClr>
                </a:solidFill>
                <a:effectLst/>
                <a:latin typeface="Microsoft YaHei" panose="020B0503020204020204" pitchFamily="34" charset="-122"/>
                <a:ea typeface="Microsoft YaHei" panose="020B0503020204020204" pitchFamily="34" charset="-122"/>
              </a:rPr>
              <a:t>（毫微秒）</a:t>
            </a:r>
          </a:p>
          <a:p>
            <a:pPr algn="just">
              <a:lnSpc>
                <a:spcPts val="2600"/>
              </a:lnSpc>
            </a:pPr>
            <a:r>
              <a:rPr lang="zh-CN" altLang="zh-CN" sz="1800" kern="100" dirty="0">
                <a:solidFill>
                  <a:schemeClr val="bg1">
                    <a:lumMod val="50000"/>
                  </a:schemeClr>
                </a:solidFill>
                <a:effectLst/>
                <a:latin typeface="Microsoft YaHei" panose="020B0503020204020204" pitchFamily="34" charset="-122"/>
                <a:ea typeface="Microsoft YaHei" panose="020B0503020204020204" pitchFamily="34" charset="-122"/>
              </a:rPr>
              <a:t>不使用</a:t>
            </a:r>
            <a:r>
              <a:rPr lang="en-US" altLang="zh-CN" sz="1800" kern="100" dirty="0">
                <a:solidFill>
                  <a:schemeClr val="bg1">
                    <a:lumMod val="50000"/>
                  </a:schemeClr>
                </a:solidFill>
                <a:effectLst/>
                <a:latin typeface="Microsoft YaHei" panose="020B0503020204020204" pitchFamily="34" charset="-122"/>
                <a:ea typeface="Microsoft YaHei" panose="020B0503020204020204" pitchFamily="34" charset="-122"/>
              </a:rPr>
              <a:t>TLB</a:t>
            </a:r>
            <a:r>
              <a:rPr lang="zh-CN" altLang="zh-CN" sz="1800" kern="100" dirty="0">
                <a:solidFill>
                  <a:schemeClr val="bg1">
                    <a:lumMod val="50000"/>
                  </a:schemeClr>
                </a:solidFill>
                <a:effectLst/>
                <a:latin typeface="Microsoft YaHei" panose="020B0503020204020204" pitchFamily="34" charset="-122"/>
                <a:ea typeface="Microsoft YaHei" panose="020B0503020204020204" pitchFamily="34" charset="-122"/>
              </a:rPr>
              <a:t>需两次访问内存的时间：</a:t>
            </a:r>
            <a:r>
              <a:rPr lang="en-US" altLang="zh-CN" sz="1800" kern="100" dirty="0">
                <a:solidFill>
                  <a:schemeClr val="bg1">
                    <a:lumMod val="50000"/>
                  </a:schemeClr>
                </a:solidFill>
                <a:effectLst/>
                <a:latin typeface="Microsoft YaHei" panose="020B0503020204020204" pitchFamily="34" charset="-122"/>
                <a:ea typeface="Microsoft YaHei" panose="020B0503020204020204" pitchFamily="34" charset="-122"/>
              </a:rPr>
              <a:t>200 × 2 </a:t>
            </a:r>
            <a:r>
              <a:rPr lang="zh-CN" altLang="zh-CN" sz="1800" kern="100" dirty="0">
                <a:solidFill>
                  <a:schemeClr val="bg1">
                    <a:lumMod val="50000"/>
                  </a:schemeClr>
                </a:solidFill>
                <a:effectLst/>
                <a:latin typeface="Microsoft YaHei" panose="020B0503020204020204" pitchFamily="34" charset="-122"/>
                <a:ea typeface="Microsoft YaHei" panose="020B0503020204020204" pitchFamily="34" charset="-122"/>
              </a:rPr>
              <a:t>＝</a:t>
            </a:r>
            <a:r>
              <a:rPr lang="en-US" altLang="zh-CN" sz="1800" kern="100" dirty="0">
                <a:solidFill>
                  <a:schemeClr val="bg1">
                    <a:lumMod val="50000"/>
                  </a:schemeClr>
                </a:solidFill>
                <a:effectLst/>
                <a:latin typeface="Microsoft YaHei" panose="020B0503020204020204" pitchFamily="34" charset="-122"/>
                <a:ea typeface="Microsoft YaHei" panose="020B0503020204020204" pitchFamily="34" charset="-122"/>
              </a:rPr>
              <a:t> 400</a:t>
            </a:r>
            <a:r>
              <a:rPr lang="zh-CN" altLang="zh-CN" sz="1800" kern="100" dirty="0">
                <a:solidFill>
                  <a:schemeClr val="bg1">
                    <a:lumMod val="50000"/>
                  </a:schemeClr>
                </a:solidFill>
                <a:effectLst/>
                <a:latin typeface="Microsoft YaHei" panose="020B0503020204020204" pitchFamily="34" charset="-122"/>
                <a:ea typeface="Microsoft YaHei" panose="020B0503020204020204" pitchFamily="34" charset="-122"/>
              </a:rPr>
              <a:t>毫微秒。可见使用</a:t>
            </a:r>
            <a:r>
              <a:rPr lang="en-US" altLang="zh-CN" sz="1800" kern="100" dirty="0">
                <a:solidFill>
                  <a:schemeClr val="bg1">
                    <a:lumMod val="50000"/>
                  </a:schemeClr>
                </a:solidFill>
                <a:effectLst/>
                <a:latin typeface="Microsoft YaHei" panose="020B0503020204020204" pitchFamily="34" charset="-122"/>
                <a:ea typeface="Microsoft YaHei" panose="020B0503020204020204" pitchFamily="34" charset="-122"/>
              </a:rPr>
              <a:t>TLB</a:t>
            </a:r>
            <a:r>
              <a:rPr lang="zh-CN" altLang="zh-CN" sz="1800" kern="100" dirty="0">
                <a:solidFill>
                  <a:schemeClr val="bg1">
                    <a:lumMod val="50000"/>
                  </a:schemeClr>
                </a:solidFill>
                <a:effectLst/>
                <a:latin typeface="Microsoft YaHei" panose="020B0503020204020204" pitchFamily="34" charset="-122"/>
                <a:ea typeface="Microsoft YaHei" panose="020B0503020204020204" pitchFamily="34" charset="-122"/>
              </a:rPr>
              <a:t>与不使用</a:t>
            </a:r>
            <a:r>
              <a:rPr lang="en-US" altLang="zh-CN" sz="1800" kern="100" dirty="0">
                <a:solidFill>
                  <a:schemeClr val="bg1">
                    <a:lumMod val="50000"/>
                  </a:schemeClr>
                </a:solidFill>
                <a:effectLst/>
                <a:latin typeface="Microsoft YaHei" panose="020B0503020204020204" pitchFamily="34" charset="-122"/>
                <a:ea typeface="Microsoft YaHei" panose="020B0503020204020204" pitchFamily="34" charset="-122"/>
              </a:rPr>
              <a:t>TLB</a:t>
            </a:r>
            <a:r>
              <a:rPr lang="zh-CN" altLang="zh-CN" sz="1800" kern="100" dirty="0">
                <a:solidFill>
                  <a:schemeClr val="bg1">
                    <a:lumMod val="50000"/>
                  </a:schemeClr>
                </a:solidFill>
                <a:effectLst/>
                <a:latin typeface="Microsoft YaHei" panose="020B0503020204020204" pitchFamily="34" charset="-122"/>
                <a:ea typeface="Microsoft YaHei" panose="020B0503020204020204" pitchFamily="34" charset="-122"/>
              </a:rPr>
              <a:t>相比，访问时间下降了</a:t>
            </a:r>
            <a:r>
              <a:rPr lang="en-US" altLang="zh-CN" sz="1800" kern="100" dirty="0">
                <a:solidFill>
                  <a:schemeClr val="bg1">
                    <a:lumMod val="50000"/>
                  </a:schemeClr>
                </a:solidFill>
                <a:effectLst/>
                <a:latin typeface="Microsoft YaHei" panose="020B0503020204020204" pitchFamily="34" charset="-122"/>
                <a:ea typeface="Microsoft YaHei" panose="020B0503020204020204" pitchFamily="34" charset="-122"/>
              </a:rPr>
              <a:t>36</a:t>
            </a:r>
            <a:r>
              <a:rPr lang="zh-CN" altLang="zh-CN" sz="1800" kern="100" dirty="0">
                <a:solidFill>
                  <a:schemeClr val="bg1">
                    <a:lumMod val="50000"/>
                  </a:schemeClr>
                </a:solidFill>
                <a:effectLst/>
                <a:latin typeface="Microsoft YaHei" panose="020B0503020204020204" pitchFamily="34" charset="-122"/>
                <a:ea typeface="Microsoft YaHei" panose="020B0503020204020204" pitchFamily="34" charset="-122"/>
              </a:rPr>
              <a:t>％</a:t>
            </a:r>
          </a:p>
        </p:txBody>
      </p:sp>
      <p:sp>
        <p:nvSpPr>
          <p:cNvPr id="6" name="文本框 5">
            <a:extLst>
              <a:ext uri="{FF2B5EF4-FFF2-40B4-BE49-F238E27FC236}">
                <a16:creationId xmlns:a16="http://schemas.microsoft.com/office/drawing/2014/main" xmlns="" id="{41FA6BE3-4B6E-39A0-E60E-EF0CFE04318D}"/>
              </a:ext>
            </a:extLst>
          </p:cNvPr>
          <p:cNvSpPr txBox="1"/>
          <p:nvPr/>
        </p:nvSpPr>
        <p:spPr>
          <a:xfrm>
            <a:off x="721217" y="4180623"/>
            <a:ext cx="646331" cy="369332"/>
          </a:xfrm>
          <a:prstGeom prst="rect">
            <a:avLst/>
          </a:prstGeom>
          <a:noFill/>
        </p:spPr>
        <p:txBody>
          <a:bodyPr wrap="none" rtlCol="0">
            <a:spAutoFit/>
          </a:bodyPr>
          <a:lstStyle/>
          <a:p>
            <a:pPr algn="ctr"/>
            <a:r>
              <a:rPr kumimoji="1" lang="zh-CN" altLang="en-US" dirty="0">
                <a:solidFill>
                  <a:srgbClr val="9A0001"/>
                </a:solidFill>
                <a:latin typeface="Arial" panose="020B0604020202020204" pitchFamily="34" charset="0"/>
                <a:ea typeface="微软雅黑" panose="020B0503020204020204" pitchFamily="34" charset="-122"/>
                <a:cs typeface="+mn-ea"/>
                <a:sym typeface="Arial" panose="020B0604020202020204" pitchFamily="34" charset="0"/>
              </a:rPr>
              <a:t>案例</a:t>
            </a:r>
          </a:p>
        </p:txBody>
      </p:sp>
    </p:spTree>
    <p:extLst>
      <p:ext uri="{BB962C8B-B14F-4D97-AF65-F5344CB8AC3E}">
        <p14:creationId xmlns:p14="http://schemas.microsoft.com/office/powerpoint/2010/main" xmlns="" val="2176222187"/>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p:txBody>
          <a:bodyPr>
            <a:normAutofit/>
          </a:bodyPr>
          <a:lstStyle/>
          <a:p>
            <a:r>
              <a:rPr lang="en-US" altLang="zh-CN" dirty="0">
                <a:sym typeface="Arial" panose="020B0604020202020204" pitchFamily="34" charset="0"/>
              </a:rPr>
              <a:t>5.4.4</a:t>
            </a:r>
            <a:r>
              <a:rPr lang="zh-CN" altLang="en-US" dirty="0">
                <a:sym typeface="Arial" panose="020B0604020202020204" pitchFamily="34" charset="0"/>
              </a:rPr>
              <a:t>虚拟页式存储地址转换过程 </a:t>
            </a:r>
            <a:r>
              <a:rPr lang="en-US" altLang="zh-CN" dirty="0">
                <a:sym typeface="Arial" panose="020B0604020202020204" pitchFamily="34" charset="0"/>
              </a:rPr>
              <a:t>I</a:t>
            </a:r>
            <a:r>
              <a:rPr lang="zh-CN" altLang="en-US" dirty="0">
                <a:sym typeface="Arial" panose="020B0604020202020204" pitchFamily="34" charset="0"/>
              </a:rPr>
              <a:t> 缺页异常处理</a:t>
            </a:r>
          </a:p>
        </p:txBody>
      </p:sp>
      <p:sp>
        <p:nvSpPr>
          <p:cNvPr id="5" name="文本框 4">
            <a:extLst>
              <a:ext uri="{FF2B5EF4-FFF2-40B4-BE49-F238E27FC236}">
                <a16:creationId xmlns:a16="http://schemas.microsoft.com/office/drawing/2014/main" xmlns="" id="{3C1AD24D-E96A-03C1-0A95-C08D7F406034}"/>
              </a:ext>
            </a:extLst>
          </p:cNvPr>
          <p:cNvSpPr txBox="1"/>
          <p:nvPr/>
        </p:nvSpPr>
        <p:spPr>
          <a:xfrm>
            <a:off x="1183340" y="1991694"/>
            <a:ext cx="4912660" cy="1731051"/>
          </a:xfrm>
          <a:prstGeom prst="rect">
            <a:avLst/>
          </a:prstGeom>
          <a:noFill/>
        </p:spPr>
        <p:txBody>
          <a:bodyPr wrap="square">
            <a:spAutoFit/>
          </a:bodyPr>
          <a:lstStyle/>
          <a:p>
            <a:pPr>
              <a:lnSpc>
                <a:spcPts val="2600"/>
              </a:lnSpc>
            </a:pPr>
            <a:r>
              <a:rPr lang="zh-CN" altLang="en-US" sz="1800" kern="100" dirty="0">
                <a:effectLst/>
                <a:latin typeface="Microsoft YaHei" panose="020B0503020204020204" pitchFamily="34" charset="-122"/>
                <a:ea typeface="Microsoft YaHei" panose="020B0503020204020204" pitchFamily="34" charset="-122"/>
                <a:cs typeface="Times New Roman" panose="02020603050405020304" pitchFamily="18" charset="0"/>
              </a:rPr>
              <a:t>      </a:t>
            </a:r>
            <a:r>
              <a:rPr lang="zh-CN" altLang="zh-CN" sz="1800" kern="100" dirty="0">
                <a:effectLst/>
                <a:latin typeface="Microsoft YaHei" panose="020B0503020204020204" pitchFamily="34" charset="-122"/>
                <a:ea typeface="Microsoft YaHei" panose="020B0503020204020204" pitchFamily="34" charset="-122"/>
                <a:cs typeface="Times New Roman" panose="02020603050405020304" pitchFamily="18" charset="0"/>
              </a:rPr>
              <a:t>当发生缺页异常时，操作系统必须在内存中寻找一个新的物理页面（页框）来进行分配，若没有空闲的页框，则选择一个装有信息的物理页面将其信息移出内存，以便为即将调入的页面让出空间</a:t>
            </a:r>
          </a:p>
        </p:txBody>
      </p:sp>
      <p:grpSp>
        <p:nvGrpSpPr>
          <p:cNvPr id="2" name="组合 1">
            <a:extLst>
              <a:ext uri="{FF2B5EF4-FFF2-40B4-BE49-F238E27FC236}">
                <a16:creationId xmlns:a16="http://schemas.microsoft.com/office/drawing/2014/main" xmlns="" id="{D9FB5FA2-AD75-CA1D-B090-5D9D1BC44292}"/>
              </a:ext>
            </a:extLst>
          </p:cNvPr>
          <p:cNvGrpSpPr/>
          <p:nvPr/>
        </p:nvGrpSpPr>
        <p:grpSpPr>
          <a:xfrm>
            <a:off x="6649042" y="1356283"/>
            <a:ext cx="5038056" cy="4909465"/>
            <a:chOff x="6980736" y="1517648"/>
            <a:chExt cx="5038056" cy="4909465"/>
          </a:xfrm>
        </p:grpSpPr>
        <p:pic>
          <p:nvPicPr>
            <p:cNvPr id="3" name="图片 2" descr="5-16">
              <a:extLst>
                <a:ext uri="{FF2B5EF4-FFF2-40B4-BE49-F238E27FC236}">
                  <a16:creationId xmlns:a16="http://schemas.microsoft.com/office/drawing/2014/main" xmlns="" id="{320184A9-4218-0921-2126-5B6510FA71E6}"/>
                </a:ext>
              </a:extLst>
            </p:cNvPr>
            <p:cNvPicPr>
              <a:picLocks noChangeAspect="1"/>
            </p:cNvPicPr>
            <p:nvPr/>
          </p:nvPicPr>
          <p:blipFill>
            <a:blip r:embed="rId3" cstate="print"/>
            <a:srcRect r="20128"/>
            <a:stretch>
              <a:fillRect/>
            </a:stretch>
          </p:blipFill>
          <p:spPr bwMode="auto">
            <a:xfrm>
              <a:off x="6980736" y="1517648"/>
              <a:ext cx="5038056" cy="4732925"/>
            </a:xfrm>
            <a:prstGeom prst="rect">
              <a:avLst/>
            </a:prstGeom>
            <a:noFill/>
            <a:ln w="9525">
              <a:noFill/>
              <a:miter lim="800000"/>
              <a:headEnd/>
              <a:tailEnd/>
            </a:ln>
          </p:spPr>
        </p:pic>
        <p:sp>
          <p:nvSpPr>
            <p:cNvPr id="4" name="文本框 3">
              <a:extLst>
                <a:ext uri="{FF2B5EF4-FFF2-40B4-BE49-F238E27FC236}">
                  <a16:creationId xmlns:a16="http://schemas.microsoft.com/office/drawing/2014/main" xmlns="" id="{80470A96-7195-F728-A322-04C858210E5F}"/>
                </a:ext>
              </a:extLst>
            </p:cNvPr>
            <p:cNvSpPr txBox="1"/>
            <p:nvPr/>
          </p:nvSpPr>
          <p:spPr>
            <a:xfrm>
              <a:off x="8583358" y="6119336"/>
              <a:ext cx="2398412" cy="307777"/>
            </a:xfrm>
            <a:prstGeom prst="rect">
              <a:avLst/>
            </a:prstGeom>
            <a:noFill/>
          </p:spPr>
          <p:txBody>
            <a:bodyPr wrap="none" rtlCol="0">
              <a:spAutoFit/>
            </a:bodyPr>
            <a:lstStyle/>
            <a:p>
              <a:pPr algn="ctr"/>
              <a:r>
                <a:rPr lang="zh-CN" altLang="zh-CN" sz="1400" kern="100" dirty="0">
                  <a:effectLst/>
                  <a:latin typeface="Times New Roman" panose="02020603050405020304" pitchFamily="18" charset="0"/>
                  <a:ea typeface="宋体" panose="02010600030101010101" pitchFamily="2" charset="-122"/>
                  <a:cs typeface="Times New Roman" panose="02020603050405020304" pitchFamily="18" charset="0"/>
                </a:rPr>
                <a:t>图</a:t>
              </a:r>
              <a:r>
                <a:rPr lang="en-US" altLang="zh-CN" sz="1400" kern="100" dirty="0">
                  <a:effectLst/>
                  <a:latin typeface="Times New Roman" panose="02020603050405020304" pitchFamily="18" charset="0"/>
                  <a:ea typeface="宋体" panose="02010600030101010101" pitchFamily="2" charset="-122"/>
                  <a:cs typeface="Times New Roman" panose="02020603050405020304" pitchFamily="18" charset="0"/>
                </a:rPr>
                <a:t>5-19  </a:t>
              </a:r>
              <a:r>
                <a:rPr lang="zh-CN" altLang="zh-CN" sz="1400" kern="100" dirty="0">
                  <a:effectLst/>
                  <a:latin typeface="Times New Roman" panose="02020603050405020304" pitchFamily="18" charset="0"/>
                  <a:ea typeface="宋体" panose="02010600030101010101" pitchFamily="2" charset="-122"/>
                  <a:cs typeface="Times New Roman" panose="02020603050405020304" pitchFamily="18" charset="0"/>
                </a:rPr>
                <a:t>缺页异常处理流程图</a:t>
              </a:r>
              <a:endParaRPr lang="zh-CN" altLang="zh-CN" sz="1400" kern="100" dirty="0">
                <a:effectLst/>
                <a:latin typeface="宋体" panose="02010600030101010101" pitchFamily="2" charset="-122"/>
                <a:ea typeface="宋体" panose="02010600030101010101" pitchFamily="2" charset="-122"/>
                <a:cs typeface="Times New Roman" panose="02020603050405020304" pitchFamily="18" charset="0"/>
              </a:endParaRPr>
            </a:p>
          </p:txBody>
        </p:sp>
      </p:grpSp>
      <p:sp>
        <p:nvSpPr>
          <p:cNvPr id="7" name="文本框 6">
            <a:extLst>
              <a:ext uri="{FF2B5EF4-FFF2-40B4-BE49-F238E27FC236}">
                <a16:creationId xmlns:a16="http://schemas.microsoft.com/office/drawing/2014/main" xmlns="" id="{81EE47C3-248F-12C1-7ED3-177897A4D7E7}"/>
              </a:ext>
            </a:extLst>
          </p:cNvPr>
          <p:cNvSpPr txBox="1"/>
          <p:nvPr/>
        </p:nvSpPr>
        <p:spPr>
          <a:xfrm>
            <a:off x="1183340" y="4072043"/>
            <a:ext cx="4912660" cy="1730602"/>
          </a:xfrm>
          <a:prstGeom prst="rect">
            <a:avLst/>
          </a:prstGeom>
          <a:noFill/>
        </p:spPr>
        <p:txBody>
          <a:bodyPr wrap="square">
            <a:spAutoFit/>
          </a:bodyPr>
          <a:lstStyle/>
          <a:p>
            <a:pPr>
              <a:lnSpc>
                <a:spcPts val="2600"/>
              </a:lnSpc>
            </a:pPr>
            <a:r>
              <a:rPr lang="zh-CN" altLang="en-US" kern="100" dirty="0">
                <a:latin typeface="Microsoft YaHei" panose="020B0503020204020204" pitchFamily="34" charset="-122"/>
                <a:ea typeface="Microsoft YaHei" panose="020B0503020204020204" pitchFamily="34" charset="-122"/>
                <a:cs typeface="Times New Roman" panose="02020603050405020304" pitchFamily="18" charset="0"/>
              </a:rPr>
              <a:t>       </a:t>
            </a:r>
            <a:r>
              <a:rPr lang="zh-CN" altLang="zh-CN" kern="100" dirty="0">
                <a:latin typeface="Microsoft YaHei" panose="020B0503020204020204" pitchFamily="34" charset="-122"/>
                <a:ea typeface="Microsoft YaHei" panose="020B0503020204020204" pitchFamily="34" charset="-122"/>
                <a:cs typeface="Times New Roman" panose="02020603050405020304" pitchFamily="18" charset="0"/>
              </a:rPr>
              <a:t>如果要移走的页面在内存期间已经被修改过，就必须把它写回磁盘以更新该页在磁盘上的副本。如果该页没有被修改过，那么它在磁盘上的副本仍然是有效的，则不需要写回，调入的页面直接覆盖被淘汰的页面</a:t>
            </a:r>
            <a:endParaRPr lang="zh-CN" altLang="en-US" kern="100" dirty="0">
              <a:latin typeface="Microsoft YaHei" panose="020B0503020204020204" pitchFamily="34" charset="-122"/>
              <a:ea typeface="Microsoft YaHei" panose="020B0503020204020204" pitchFamily="34" charset="-122"/>
              <a:cs typeface="Times New Roman" panose="02020603050405020304" pitchFamily="18" charset="0"/>
            </a:endParaRPr>
          </a:p>
        </p:txBody>
      </p:sp>
    </p:spTree>
    <p:extLst>
      <p:ext uri="{BB962C8B-B14F-4D97-AF65-F5344CB8AC3E}">
        <p14:creationId xmlns:p14="http://schemas.microsoft.com/office/powerpoint/2010/main" xmlns="" val="1112806416"/>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组合 6">
            <a:extLst>
              <a:ext uri="{FF2B5EF4-FFF2-40B4-BE49-F238E27FC236}">
                <a16:creationId xmlns:a16="http://schemas.microsoft.com/office/drawing/2014/main" xmlns="" id="{9F4D0572-418C-027B-4A4D-7F0B87B0A44B}"/>
              </a:ext>
            </a:extLst>
          </p:cNvPr>
          <p:cNvGrpSpPr/>
          <p:nvPr/>
        </p:nvGrpSpPr>
        <p:grpSpPr>
          <a:xfrm>
            <a:off x="6980736" y="1517648"/>
            <a:ext cx="5038056" cy="4909465"/>
            <a:chOff x="6980736" y="1517648"/>
            <a:chExt cx="5038056" cy="4909465"/>
          </a:xfrm>
        </p:grpSpPr>
        <p:pic>
          <p:nvPicPr>
            <p:cNvPr id="2" name="图片 1" descr="5-16">
              <a:extLst>
                <a:ext uri="{FF2B5EF4-FFF2-40B4-BE49-F238E27FC236}">
                  <a16:creationId xmlns:a16="http://schemas.microsoft.com/office/drawing/2014/main" xmlns="" id="{F3789090-DD62-7D4A-FE38-58B9BBF43368}"/>
                </a:ext>
              </a:extLst>
            </p:cNvPr>
            <p:cNvPicPr>
              <a:picLocks noChangeAspect="1"/>
            </p:cNvPicPr>
            <p:nvPr/>
          </p:nvPicPr>
          <p:blipFill>
            <a:blip r:embed="rId3" cstate="print"/>
            <a:srcRect r="20128"/>
            <a:stretch>
              <a:fillRect/>
            </a:stretch>
          </p:blipFill>
          <p:spPr bwMode="auto">
            <a:xfrm>
              <a:off x="6980736" y="1517648"/>
              <a:ext cx="5038056" cy="4732925"/>
            </a:xfrm>
            <a:prstGeom prst="rect">
              <a:avLst/>
            </a:prstGeom>
            <a:noFill/>
            <a:ln w="9525">
              <a:noFill/>
              <a:miter lim="800000"/>
              <a:headEnd/>
              <a:tailEnd/>
            </a:ln>
          </p:spPr>
        </p:pic>
        <p:sp>
          <p:nvSpPr>
            <p:cNvPr id="6" name="文本框 5">
              <a:extLst>
                <a:ext uri="{FF2B5EF4-FFF2-40B4-BE49-F238E27FC236}">
                  <a16:creationId xmlns:a16="http://schemas.microsoft.com/office/drawing/2014/main" xmlns="" id="{247AC41F-E268-ECF8-AF7F-18A31051DF5F}"/>
                </a:ext>
              </a:extLst>
            </p:cNvPr>
            <p:cNvSpPr txBox="1"/>
            <p:nvPr/>
          </p:nvSpPr>
          <p:spPr>
            <a:xfrm>
              <a:off x="8583358" y="6119336"/>
              <a:ext cx="2398412" cy="307777"/>
            </a:xfrm>
            <a:prstGeom prst="rect">
              <a:avLst/>
            </a:prstGeom>
            <a:noFill/>
          </p:spPr>
          <p:txBody>
            <a:bodyPr wrap="none" rtlCol="0">
              <a:spAutoFit/>
            </a:bodyPr>
            <a:lstStyle/>
            <a:p>
              <a:pPr algn="ctr"/>
              <a:r>
                <a:rPr lang="zh-CN" altLang="zh-CN" sz="1400" kern="100" dirty="0">
                  <a:effectLst/>
                  <a:latin typeface="Times New Roman" panose="02020603050405020304" pitchFamily="18" charset="0"/>
                  <a:ea typeface="宋体" panose="02010600030101010101" pitchFamily="2" charset="-122"/>
                  <a:cs typeface="Times New Roman" panose="02020603050405020304" pitchFamily="18" charset="0"/>
                </a:rPr>
                <a:t>图</a:t>
              </a:r>
              <a:r>
                <a:rPr lang="en-US" altLang="zh-CN" sz="1400" kern="100" dirty="0">
                  <a:effectLst/>
                  <a:latin typeface="Times New Roman" panose="02020603050405020304" pitchFamily="18" charset="0"/>
                  <a:ea typeface="宋体" panose="02010600030101010101" pitchFamily="2" charset="-122"/>
                  <a:cs typeface="Times New Roman" panose="02020603050405020304" pitchFamily="18" charset="0"/>
                </a:rPr>
                <a:t>5-19  </a:t>
              </a:r>
              <a:r>
                <a:rPr lang="zh-CN" altLang="zh-CN" sz="1400" kern="100" dirty="0">
                  <a:effectLst/>
                  <a:latin typeface="Times New Roman" panose="02020603050405020304" pitchFamily="18" charset="0"/>
                  <a:ea typeface="宋体" panose="02010600030101010101" pitchFamily="2" charset="-122"/>
                  <a:cs typeface="Times New Roman" panose="02020603050405020304" pitchFamily="18" charset="0"/>
                </a:rPr>
                <a:t>缺页异常处理流程图</a:t>
              </a:r>
              <a:endParaRPr lang="zh-CN" altLang="zh-CN" sz="1400" kern="100" dirty="0">
                <a:effectLst/>
                <a:latin typeface="宋体" panose="02010600030101010101" pitchFamily="2" charset="-122"/>
                <a:ea typeface="宋体" panose="02010600030101010101" pitchFamily="2" charset="-122"/>
                <a:cs typeface="Times New Roman" panose="02020603050405020304" pitchFamily="18" charset="0"/>
              </a:endParaRPr>
            </a:p>
          </p:txBody>
        </p:sp>
      </p:grpSp>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p:txBody>
          <a:bodyPr>
            <a:normAutofit/>
          </a:bodyPr>
          <a:lstStyle/>
          <a:p>
            <a:r>
              <a:rPr lang="en-US" altLang="zh-CN" dirty="0">
                <a:sym typeface="Arial" panose="020B0604020202020204" pitchFamily="34" charset="0"/>
              </a:rPr>
              <a:t>5.4.4</a:t>
            </a:r>
            <a:r>
              <a:rPr lang="zh-CN" altLang="en-US" dirty="0">
                <a:sym typeface="Arial" panose="020B0604020202020204" pitchFamily="34" charset="0"/>
              </a:rPr>
              <a:t>虚拟页式存储地址转换过程 </a:t>
            </a:r>
            <a:r>
              <a:rPr lang="en-US" altLang="zh-CN" dirty="0">
                <a:sym typeface="Arial" panose="020B0604020202020204" pitchFamily="34" charset="0"/>
              </a:rPr>
              <a:t>I</a:t>
            </a:r>
            <a:r>
              <a:rPr lang="zh-CN" altLang="en-US" dirty="0">
                <a:sym typeface="Arial" panose="020B0604020202020204" pitchFamily="34" charset="0"/>
              </a:rPr>
              <a:t> 缺页异常处理</a:t>
            </a:r>
          </a:p>
        </p:txBody>
      </p:sp>
      <p:sp>
        <p:nvSpPr>
          <p:cNvPr id="4" name="文本框 3">
            <a:extLst>
              <a:ext uri="{FF2B5EF4-FFF2-40B4-BE49-F238E27FC236}">
                <a16:creationId xmlns:a16="http://schemas.microsoft.com/office/drawing/2014/main" xmlns="" id="{092C3589-71BC-4DA9-35D7-ED195AA198E5}"/>
              </a:ext>
            </a:extLst>
          </p:cNvPr>
          <p:cNvSpPr txBox="1"/>
          <p:nvPr/>
        </p:nvSpPr>
        <p:spPr>
          <a:xfrm>
            <a:off x="640849" y="1697581"/>
            <a:ext cx="6549091" cy="4392293"/>
          </a:xfrm>
          <a:prstGeom prst="rect">
            <a:avLst/>
          </a:prstGeom>
          <a:noFill/>
        </p:spPr>
        <p:txBody>
          <a:bodyPr wrap="square">
            <a:spAutoFit/>
          </a:bodyPr>
          <a:lstStyle/>
          <a:p>
            <a:pPr>
              <a:lnSpc>
                <a:spcPts val="2600"/>
              </a:lnSpc>
            </a:pPr>
            <a:r>
              <a:rPr lang="en-US" altLang="zh-CN" sz="1600" kern="100" dirty="0">
                <a:solidFill>
                  <a:srgbClr val="9A0001"/>
                </a:solidFill>
                <a:effectLst/>
                <a:latin typeface="Microsoft YaHei" panose="020B0503020204020204" pitchFamily="34" charset="-122"/>
                <a:ea typeface="Microsoft YaHei" panose="020B0503020204020204" pitchFamily="34" charset="-122"/>
              </a:rPr>
              <a:t>①</a:t>
            </a:r>
            <a:r>
              <a:rPr lang="zh-CN" altLang="zh-CN" sz="1600" kern="100" dirty="0">
                <a:effectLst/>
                <a:latin typeface="Microsoft YaHei" panose="020B0503020204020204" pitchFamily="34" charset="-122"/>
                <a:ea typeface="Microsoft YaHei" panose="020B0503020204020204" pitchFamily="34" charset="-122"/>
              </a:rPr>
              <a:t>根据</a:t>
            </a:r>
            <a:r>
              <a:rPr lang="zh-CN" altLang="en-US" sz="1600" kern="100" dirty="0">
                <a:effectLst/>
                <a:latin typeface="Microsoft YaHei" panose="020B0503020204020204" pitchFamily="34" charset="-122"/>
                <a:ea typeface="Microsoft YaHei" panose="020B0503020204020204" pitchFamily="34" charset="-122"/>
              </a:rPr>
              <a:t>执行</a:t>
            </a:r>
            <a:r>
              <a:rPr lang="zh-CN" altLang="zh-CN" sz="1600" kern="100" dirty="0">
                <a:effectLst/>
                <a:latin typeface="Microsoft YaHei" panose="020B0503020204020204" pitchFamily="34" charset="-122"/>
                <a:ea typeface="Microsoft YaHei" panose="020B0503020204020204" pitchFamily="34" charset="-122"/>
              </a:rPr>
              <a:t>指令中的逻辑地址</a:t>
            </a:r>
            <a:r>
              <a:rPr lang="zh-CN" altLang="zh-CN" sz="1600" kern="100" dirty="0">
                <a:solidFill>
                  <a:srgbClr val="FF00FF"/>
                </a:solidFill>
                <a:effectLst/>
                <a:latin typeface="Microsoft YaHei" panose="020B0503020204020204" pitchFamily="34" charset="-122"/>
                <a:ea typeface="Microsoft YaHei" panose="020B0503020204020204" pitchFamily="34" charset="-122"/>
              </a:rPr>
              <a:t>查</a:t>
            </a:r>
            <a:r>
              <a:rPr lang="zh-CN" altLang="zh-CN" sz="1600" kern="100" dirty="0">
                <a:effectLst/>
                <a:latin typeface="Microsoft YaHei" panose="020B0503020204020204" pitchFamily="34" charset="-122"/>
                <a:ea typeface="Microsoft YaHei" panose="020B0503020204020204" pitchFamily="34" charset="-122"/>
              </a:rPr>
              <a:t>页表的有效位，判断该页是否在内存</a:t>
            </a:r>
          </a:p>
          <a:p>
            <a:pPr>
              <a:lnSpc>
                <a:spcPts val="2600"/>
              </a:lnSpc>
            </a:pPr>
            <a:r>
              <a:rPr lang="en-US" altLang="zh-CN" sz="1600" kern="100" dirty="0">
                <a:solidFill>
                  <a:srgbClr val="9A0001"/>
                </a:solidFill>
                <a:latin typeface="Microsoft YaHei" panose="020B0503020204020204" pitchFamily="34" charset="-122"/>
                <a:ea typeface="Microsoft YaHei" panose="020B0503020204020204" pitchFamily="34" charset="-122"/>
              </a:rPr>
              <a:t>②</a:t>
            </a:r>
            <a:r>
              <a:rPr lang="zh-CN" altLang="zh-CN" sz="1600" kern="100" dirty="0">
                <a:effectLst/>
                <a:latin typeface="Microsoft YaHei" panose="020B0503020204020204" pitchFamily="34" charset="-122"/>
                <a:ea typeface="Microsoft YaHei" panose="020B0503020204020204" pitchFamily="34" charset="-122"/>
              </a:rPr>
              <a:t>该页标志为“</a:t>
            </a:r>
            <a:r>
              <a:rPr lang="en-US" altLang="zh-CN" sz="1600" kern="100" dirty="0">
                <a:effectLst/>
                <a:latin typeface="Microsoft YaHei" panose="020B0503020204020204" pitchFamily="34" charset="-122"/>
                <a:ea typeface="Microsoft YaHei" panose="020B0503020204020204" pitchFamily="34" charset="-122"/>
              </a:rPr>
              <a:t>0</a:t>
            </a:r>
            <a:r>
              <a:rPr lang="zh-CN" altLang="zh-CN" sz="1600" kern="100" dirty="0">
                <a:effectLst/>
                <a:latin typeface="Microsoft YaHei" panose="020B0503020204020204" pitchFamily="34" charset="-122"/>
                <a:ea typeface="Microsoft YaHei" panose="020B0503020204020204" pitchFamily="34" charset="-122"/>
              </a:rPr>
              <a:t>”，形成缺页异常。保留现场。中断装置通过交换</a:t>
            </a:r>
            <a:r>
              <a:rPr lang="en-US" altLang="zh-CN" sz="1600" kern="100" dirty="0">
                <a:effectLst/>
                <a:latin typeface="Microsoft YaHei" panose="020B0503020204020204" pitchFamily="34" charset="-122"/>
                <a:ea typeface="Microsoft YaHei" panose="020B0503020204020204" pitchFamily="34" charset="-122"/>
              </a:rPr>
              <a:t>PSW</a:t>
            </a:r>
            <a:r>
              <a:rPr lang="zh-CN" altLang="zh-CN" sz="1600" kern="100" dirty="0">
                <a:effectLst/>
                <a:latin typeface="Microsoft YaHei" panose="020B0503020204020204" pitchFamily="34" charset="-122"/>
                <a:ea typeface="Microsoft YaHei" panose="020B0503020204020204" pitchFamily="34" charset="-122"/>
              </a:rPr>
              <a:t>让操作系统的缺页中断处理程序占用处理器</a:t>
            </a:r>
          </a:p>
          <a:p>
            <a:pPr>
              <a:lnSpc>
                <a:spcPts val="2600"/>
              </a:lnSpc>
            </a:pPr>
            <a:r>
              <a:rPr lang="en-US" altLang="zh-CN" sz="1600" kern="100" dirty="0">
                <a:solidFill>
                  <a:srgbClr val="9A0001"/>
                </a:solidFill>
                <a:effectLst/>
                <a:latin typeface="Microsoft YaHei" panose="020B0503020204020204" pitchFamily="34" charset="-122"/>
                <a:ea typeface="Microsoft YaHei" panose="020B0503020204020204" pitchFamily="34" charset="-122"/>
              </a:rPr>
              <a:t>③</a:t>
            </a:r>
            <a:r>
              <a:rPr lang="zh-CN" altLang="zh-CN" sz="1600" kern="100" dirty="0">
                <a:effectLst/>
                <a:latin typeface="Microsoft YaHei" panose="020B0503020204020204" pitchFamily="34" charset="-122"/>
                <a:ea typeface="Microsoft YaHei" panose="020B0503020204020204" pitchFamily="34" charset="-122"/>
              </a:rPr>
              <a:t>操作系统处理缺页异常，寻找一个空闲的物理页面</a:t>
            </a:r>
          </a:p>
          <a:p>
            <a:pPr>
              <a:lnSpc>
                <a:spcPts val="2600"/>
              </a:lnSpc>
            </a:pPr>
            <a:r>
              <a:rPr lang="en-US" altLang="zh-CN" sz="1600" kern="100" dirty="0">
                <a:solidFill>
                  <a:srgbClr val="9A0001"/>
                </a:solidFill>
                <a:effectLst/>
                <a:latin typeface="Microsoft YaHei" panose="020B0503020204020204" pitchFamily="34" charset="-122"/>
                <a:ea typeface="Microsoft YaHei" panose="020B0503020204020204" pitchFamily="34" charset="-122"/>
              </a:rPr>
              <a:t>④</a:t>
            </a:r>
            <a:r>
              <a:rPr lang="zh-CN" altLang="zh-CN" sz="1600" kern="100" dirty="0">
                <a:effectLst/>
                <a:latin typeface="Microsoft YaHei" panose="020B0503020204020204" pitchFamily="34" charset="-122"/>
                <a:ea typeface="Microsoft YaHei" panose="020B0503020204020204" pitchFamily="34" charset="-122"/>
              </a:rPr>
              <a:t>若有空闲</a:t>
            </a:r>
            <a:r>
              <a:rPr lang="zh-CN" altLang="zh-CN" sz="1600" kern="100" dirty="0">
                <a:solidFill>
                  <a:srgbClr val="FF00FF"/>
                </a:solidFill>
                <a:effectLst/>
                <a:latin typeface="Microsoft YaHei" panose="020B0503020204020204" pitchFamily="34" charset="-122"/>
                <a:ea typeface="Microsoft YaHei" panose="020B0503020204020204" pitchFamily="34" charset="-122"/>
              </a:rPr>
              <a:t>页</a:t>
            </a:r>
            <a:r>
              <a:rPr lang="zh-CN" altLang="zh-CN" sz="1600" kern="100" dirty="0">
                <a:effectLst/>
                <a:latin typeface="Microsoft YaHei" panose="020B0503020204020204" pitchFamily="34" charset="-122"/>
                <a:ea typeface="Microsoft YaHei" panose="020B0503020204020204" pitchFamily="34" charset="-122"/>
              </a:rPr>
              <a:t>，则把磁盘上读出的信息装入该页面中</a:t>
            </a:r>
          </a:p>
          <a:p>
            <a:pPr>
              <a:lnSpc>
                <a:spcPts val="2600"/>
              </a:lnSpc>
            </a:pPr>
            <a:r>
              <a:rPr lang="en-US" altLang="zh-CN" sz="1600" kern="100" dirty="0">
                <a:solidFill>
                  <a:srgbClr val="9A0001"/>
                </a:solidFill>
                <a:effectLst/>
                <a:latin typeface="Microsoft YaHei" panose="020B0503020204020204" pitchFamily="34" charset="-122"/>
                <a:ea typeface="Microsoft YaHei" panose="020B0503020204020204" pitchFamily="34" charset="-122"/>
              </a:rPr>
              <a:t>⑤</a:t>
            </a:r>
            <a:r>
              <a:rPr lang="zh-CN" altLang="zh-CN" sz="1600" kern="100" dirty="0">
                <a:effectLst/>
                <a:latin typeface="Microsoft YaHei" panose="020B0503020204020204" pitchFamily="34" charset="-122"/>
                <a:ea typeface="Microsoft YaHei" panose="020B0503020204020204" pitchFamily="34" charset="-122"/>
              </a:rPr>
              <a:t>修改页表及内存分配表，表示该页已在内存</a:t>
            </a:r>
          </a:p>
          <a:p>
            <a:pPr>
              <a:lnSpc>
                <a:spcPts val="2600"/>
              </a:lnSpc>
            </a:pPr>
            <a:r>
              <a:rPr lang="en-US" altLang="zh-CN" sz="1600" kern="100" dirty="0">
                <a:solidFill>
                  <a:srgbClr val="9A0001"/>
                </a:solidFill>
                <a:effectLst/>
                <a:latin typeface="Microsoft YaHei" panose="020B0503020204020204" pitchFamily="34" charset="-122"/>
                <a:ea typeface="Microsoft YaHei" panose="020B0503020204020204" pitchFamily="34" charset="-122"/>
              </a:rPr>
              <a:t>⑥</a:t>
            </a:r>
            <a:r>
              <a:rPr lang="zh-CN" altLang="zh-CN" sz="1600" kern="100" dirty="0">
                <a:effectLst/>
                <a:latin typeface="Microsoft YaHei" panose="020B0503020204020204" pitchFamily="34" charset="-122"/>
                <a:ea typeface="Microsoft YaHei" panose="020B0503020204020204" pitchFamily="34" charset="-122"/>
              </a:rPr>
              <a:t>如果内存中无空闲</a:t>
            </a:r>
            <a:r>
              <a:rPr lang="zh-CN" altLang="zh-CN" sz="1600" kern="100" dirty="0">
                <a:solidFill>
                  <a:srgbClr val="FF00FF"/>
                </a:solidFill>
                <a:effectLst/>
                <a:latin typeface="Microsoft YaHei" panose="020B0503020204020204" pitchFamily="34" charset="-122"/>
                <a:ea typeface="Microsoft YaHei" panose="020B0503020204020204" pitchFamily="34" charset="-122"/>
              </a:rPr>
              <a:t>页</a:t>
            </a:r>
            <a:r>
              <a:rPr lang="zh-CN" altLang="zh-CN" sz="1600" kern="100" dirty="0">
                <a:effectLst/>
                <a:latin typeface="Microsoft YaHei" panose="020B0503020204020204" pitchFamily="34" charset="-122"/>
                <a:ea typeface="Microsoft YaHei" panose="020B0503020204020204" pitchFamily="34" charset="-122"/>
              </a:rPr>
              <a:t>，则按某种算法选择一个已在内存的页面，把它暂时调出内存。若在执行中该页面已被修改过，则要把该页信息重新写回到磁盘上（否则不必重新写回磁盘）。当一页被暂时调出内存后，让出的内存空间用来存放当前需要使用的页面。页面被调出或装入之后都要对页表及内存分配表作修改</a:t>
            </a:r>
          </a:p>
          <a:p>
            <a:pPr>
              <a:lnSpc>
                <a:spcPts val="2600"/>
              </a:lnSpc>
            </a:pPr>
            <a:r>
              <a:rPr lang="en-US" altLang="zh-CN" sz="1600" kern="100" dirty="0">
                <a:solidFill>
                  <a:srgbClr val="9A0001"/>
                </a:solidFill>
                <a:effectLst/>
                <a:latin typeface="Microsoft YaHei" panose="020B0503020204020204" pitchFamily="34" charset="-122"/>
                <a:ea typeface="Microsoft YaHei" panose="020B0503020204020204" pitchFamily="34" charset="-122"/>
              </a:rPr>
              <a:t>⑦</a:t>
            </a:r>
            <a:r>
              <a:rPr lang="zh-CN" altLang="zh-CN" sz="1600" kern="100" dirty="0">
                <a:effectLst/>
                <a:latin typeface="Microsoft YaHei" panose="020B0503020204020204" pitchFamily="34" charset="-122"/>
                <a:ea typeface="Microsoft YaHei" panose="020B0503020204020204" pitchFamily="34" charset="-122"/>
              </a:rPr>
              <a:t>恢复现场，重新执行被中断的指令。当重新执行该指令时，由于要访问的页面已被装入内存，所以可正常执行下去</a:t>
            </a:r>
            <a:endParaRPr lang="zh-CN" altLang="zh-CN" sz="1600" kern="100" dirty="0">
              <a:solidFill>
                <a:srgbClr val="9A0001"/>
              </a:solidFill>
              <a:effectLst/>
              <a:latin typeface="Microsoft YaHei" panose="020B0503020204020204" pitchFamily="34" charset="-122"/>
              <a:ea typeface="Microsoft YaHei" panose="020B0503020204020204" pitchFamily="34" charset="-122"/>
            </a:endParaRPr>
          </a:p>
        </p:txBody>
      </p:sp>
      <p:sp>
        <p:nvSpPr>
          <p:cNvPr id="5" name="文本框 4">
            <a:extLst>
              <a:ext uri="{FF2B5EF4-FFF2-40B4-BE49-F238E27FC236}">
                <a16:creationId xmlns:a16="http://schemas.microsoft.com/office/drawing/2014/main" xmlns="" id="{72AA2465-31F5-24D7-7D47-31476043B541}"/>
              </a:ext>
            </a:extLst>
          </p:cNvPr>
          <p:cNvSpPr txBox="1"/>
          <p:nvPr/>
        </p:nvSpPr>
        <p:spPr>
          <a:xfrm>
            <a:off x="640849" y="1211612"/>
            <a:ext cx="6096000" cy="369332"/>
          </a:xfrm>
          <a:prstGeom prst="rect">
            <a:avLst/>
          </a:prstGeom>
          <a:noFill/>
        </p:spPr>
        <p:txBody>
          <a:bodyPr wrap="square">
            <a:spAutoFit/>
          </a:bodyPr>
          <a:lstStyle/>
          <a:p>
            <a:pPr algn="just"/>
            <a:r>
              <a:rPr lang="zh-CN" altLang="zh-CN" sz="1800" b="1" kern="100" dirty="0">
                <a:solidFill>
                  <a:srgbClr val="9A0001"/>
                </a:solidFill>
                <a:effectLst/>
                <a:latin typeface="Microsoft YaHei" panose="020B0503020204020204" pitchFamily="34" charset="-122"/>
                <a:ea typeface="Microsoft YaHei" panose="020B0503020204020204" pitchFamily="34" charset="-122"/>
              </a:rPr>
              <a:t>整个缺页处理过程如下</a:t>
            </a:r>
          </a:p>
        </p:txBody>
      </p:sp>
    </p:spTree>
    <p:extLst>
      <p:ext uri="{BB962C8B-B14F-4D97-AF65-F5344CB8AC3E}">
        <p14:creationId xmlns:p14="http://schemas.microsoft.com/office/powerpoint/2010/main" xmlns="" val="965735360"/>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p:txBody>
          <a:bodyPr>
            <a:normAutofit/>
          </a:bodyPr>
          <a:lstStyle/>
          <a:p>
            <a:r>
              <a:rPr lang="en-US" altLang="zh-CN" dirty="0">
                <a:sym typeface="Arial" panose="020B0604020202020204" pitchFamily="34" charset="0"/>
              </a:rPr>
              <a:t>5.4.4</a:t>
            </a:r>
            <a:r>
              <a:rPr lang="zh-CN" altLang="en-US" dirty="0">
                <a:sym typeface="Arial" panose="020B0604020202020204" pitchFamily="34" charset="0"/>
              </a:rPr>
              <a:t>虚拟页式存储地址转换过程 </a:t>
            </a:r>
            <a:r>
              <a:rPr lang="en-US" altLang="zh-CN" dirty="0">
                <a:sym typeface="Arial" panose="020B0604020202020204" pitchFamily="34" charset="0"/>
              </a:rPr>
              <a:t>I</a:t>
            </a:r>
            <a:r>
              <a:rPr lang="zh-CN" altLang="en-US" dirty="0">
                <a:sym typeface="Arial" panose="020B0604020202020204" pitchFamily="34" charset="0"/>
              </a:rPr>
              <a:t> 页面调度策略</a:t>
            </a:r>
          </a:p>
        </p:txBody>
      </p:sp>
      <p:grpSp>
        <p:nvGrpSpPr>
          <p:cNvPr id="2" name="组合 1">
            <a:extLst>
              <a:ext uri="{FF2B5EF4-FFF2-40B4-BE49-F238E27FC236}">
                <a16:creationId xmlns:a16="http://schemas.microsoft.com/office/drawing/2014/main" xmlns="" id="{74495B00-6133-C593-79D6-B48D8ED804A4}"/>
              </a:ext>
            </a:extLst>
          </p:cNvPr>
          <p:cNvGrpSpPr/>
          <p:nvPr/>
        </p:nvGrpSpPr>
        <p:grpSpPr>
          <a:xfrm>
            <a:off x="411767" y="3398222"/>
            <a:ext cx="1497574" cy="554804"/>
            <a:chOff x="505886" y="5605796"/>
            <a:chExt cx="1497574" cy="554804"/>
          </a:xfrm>
        </p:grpSpPr>
        <p:sp>
          <p:nvSpPr>
            <p:cNvPr id="3" name="圆角矩形 2">
              <a:extLst>
                <a:ext uri="{FF2B5EF4-FFF2-40B4-BE49-F238E27FC236}">
                  <a16:creationId xmlns:a16="http://schemas.microsoft.com/office/drawing/2014/main" xmlns="" id="{3D1E0C63-DC19-4BC7-EB94-A5951F351C53}"/>
                </a:ext>
              </a:extLst>
            </p:cNvPr>
            <p:cNvSpPr/>
            <p:nvPr/>
          </p:nvSpPr>
          <p:spPr>
            <a:xfrm>
              <a:off x="505886" y="5605796"/>
              <a:ext cx="1497574" cy="554804"/>
            </a:xfrm>
            <a:prstGeom prst="roundRect">
              <a:avLst>
                <a:gd name="adj" fmla="val 1111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Microsoft YaHei" panose="020B0503020204020204" pitchFamily="34" charset="-122"/>
                <a:ea typeface="Microsoft YaHei" panose="020B0503020204020204" pitchFamily="34" charset="-122"/>
              </a:endParaRPr>
            </a:p>
          </p:txBody>
        </p:sp>
        <p:sp>
          <p:nvSpPr>
            <p:cNvPr id="5" name="文本框 4">
              <a:extLst>
                <a:ext uri="{FF2B5EF4-FFF2-40B4-BE49-F238E27FC236}">
                  <a16:creationId xmlns:a16="http://schemas.microsoft.com/office/drawing/2014/main" xmlns="" id="{A14E1F88-7559-5787-63E9-3072F547F537}"/>
                </a:ext>
              </a:extLst>
            </p:cNvPr>
            <p:cNvSpPr txBox="1"/>
            <p:nvPr/>
          </p:nvSpPr>
          <p:spPr>
            <a:xfrm>
              <a:off x="521458" y="5713921"/>
              <a:ext cx="1466429" cy="338554"/>
            </a:xfrm>
            <a:prstGeom prst="rect">
              <a:avLst/>
            </a:prstGeom>
            <a:noFill/>
          </p:spPr>
          <p:txBody>
            <a:bodyPr wrap="square">
              <a:spAutoFit/>
            </a:bodyPr>
            <a:lstStyle/>
            <a:p>
              <a:pPr algn="ctr"/>
              <a:r>
                <a:rPr lang="zh-CN" altLang="en-US" sz="1600" b="1" kern="100" dirty="0">
                  <a:solidFill>
                    <a:schemeClr val="bg1"/>
                  </a:solidFill>
                  <a:effectLst/>
                  <a:latin typeface="Microsoft YaHei" panose="020B0503020204020204" pitchFamily="34" charset="-122"/>
                  <a:ea typeface="Microsoft YaHei" panose="020B0503020204020204" pitchFamily="34" charset="-122"/>
                </a:rPr>
                <a:t>页面调度策略</a:t>
              </a:r>
              <a:endParaRPr lang="zh-CN" altLang="en-US" sz="1600" b="1" dirty="0">
                <a:solidFill>
                  <a:schemeClr val="bg1"/>
                </a:solidFill>
                <a:latin typeface="Microsoft YaHei" panose="020B0503020204020204" pitchFamily="34" charset="-122"/>
                <a:ea typeface="Microsoft YaHei" panose="020B0503020204020204" pitchFamily="34" charset="-122"/>
              </a:endParaRPr>
            </a:p>
          </p:txBody>
        </p:sp>
      </p:grpSp>
      <p:grpSp>
        <p:nvGrpSpPr>
          <p:cNvPr id="6" name="组合 5">
            <a:extLst>
              <a:ext uri="{FF2B5EF4-FFF2-40B4-BE49-F238E27FC236}">
                <a16:creationId xmlns:a16="http://schemas.microsoft.com/office/drawing/2014/main" xmlns="" id="{E1AC7AA5-DBC7-EAD1-4B6F-ED77FA24DC19}"/>
              </a:ext>
            </a:extLst>
          </p:cNvPr>
          <p:cNvGrpSpPr/>
          <p:nvPr/>
        </p:nvGrpSpPr>
        <p:grpSpPr>
          <a:xfrm>
            <a:off x="2874731" y="1812097"/>
            <a:ext cx="1266290" cy="554804"/>
            <a:chOff x="737171" y="5636574"/>
            <a:chExt cx="1266290" cy="554804"/>
          </a:xfrm>
        </p:grpSpPr>
        <p:sp>
          <p:nvSpPr>
            <p:cNvPr id="7" name="圆角矩形 6">
              <a:extLst>
                <a:ext uri="{FF2B5EF4-FFF2-40B4-BE49-F238E27FC236}">
                  <a16:creationId xmlns:a16="http://schemas.microsoft.com/office/drawing/2014/main" xmlns="" id="{51A9E753-E923-4FB3-E9AF-F515D83FEC3E}"/>
                </a:ext>
              </a:extLst>
            </p:cNvPr>
            <p:cNvSpPr/>
            <p:nvPr/>
          </p:nvSpPr>
          <p:spPr>
            <a:xfrm>
              <a:off x="737171" y="5636574"/>
              <a:ext cx="1266290" cy="554804"/>
            </a:xfrm>
            <a:prstGeom prst="roundRect">
              <a:avLst>
                <a:gd name="adj" fmla="val 1111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Microsoft YaHei" panose="020B0503020204020204" pitchFamily="34" charset="-122"/>
                <a:ea typeface="Microsoft YaHei" panose="020B0503020204020204" pitchFamily="34" charset="-122"/>
              </a:endParaRPr>
            </a:p>
          </p:txBody>
        </p:sp>
        <p:sp>
          <p:nvSpPr>
            <p:cNvPr id="9" name="文本框 8">
              <a:extLst>
                <a:ext uri="{FF2B5EF4-FFF2-40B4-BE49-F238E27FC236}">
                  <a16:creationId xmlns:a16="http://schemas.microsoft.com/office/drawing/2014/main" xmlns="" id="{0D1B6B31-3AE6-96E8-9B26-8EC18450B096}"/>
                </a:ext>
              </a:extLst>
            </p:cNvPr>
            <p:cNvSpPr txBox="1"/>
            <p:nvPr/>
          </p:nvSpPr>
          <p:spPr>
            <a:xfrm>
              <a:off x="737171" y="5713921"/>
              <a:ext cx="1266290" cy="400110"/>
            </a:xfrm>
            <a:prstGeom prst="rect">
              <a:avLst/>
            </a:prstGeom>
            <a:noFill/>
          </p:spPr>
          <p:txBody>
            <a:bodyPr wrap="square">
              <a:spAutoFit/>
            </a:bodyPr>
            <a:lstStyle/>
            <a:p>
              <a:pPr algn="ctr"/>
              <a:r>
                <a:rPr lang="zh-CN" altLang="en-US" sz="2000" b="1" kern="100" dirty="0">
                  <a:solidFill>
                    <a:schemeClr val="bg1"/>
                  </a:solidFill>
                  <a:effectLst/>
                  <a:latin typeface="Microsoft YaHei" panose="020B0503020204020204" pitchFamily="34" charset="-122"/>
                  <a:ea typeface="Microsoft YaHei" panose="020B0503020204020204" pitchFamily="34" charset="-122"/>
                </a:rPr>
                <a:t>调入策略</a:t>
              </a:r>
              <a:endParaRPr lang="zh-CN" altLang="en-US" sz="2000" b="1" dirty="0">
                <a:solidFill>
                  <a:schemeClr val="bg1"/>
                </a:solidFill>
                <a:latin typeface="Microsoft YaHei" panose="020B0503020204020204" pitchFamily="34" charset="-122"/>
                <a:ea typeface="Microsoft YaHei" panose="020B0503020204020204" pitchFamily="34" charset="-122"/>
              </a:endParaRPr>
            </a:p>
          </p:txBody>
        </p:sp>
      </p:grpSp>
      <p:grpSp>
        <p:nvGrpSpPr>
          <p:cNvPr id="10" name="组合 9">
            <a:extLst>
              <a:ext uri="{FF2B5EF4-FFF2-40B4-BE49-F238E27FC236}">
                <a16:creationId xmlns:a16="http://schemas.microsoft.com/office/drawing/2014/main" xmlns="" id="{6EB1B3D4-D394-A730-D6FB-2233EA4AF287}"/>
              </a:ext>
            </a:extLst>
          </p:cNvPr>
          <p:cNvGrpSpPr/>
          <p:nvPr/>
        </p:nvGrpSpPr>
        <p:grpSpPr>
          <a:xfrm>
            <a:off x="2874731" y="3404061"/>
            <a:ext cx="1266290" cy="554804"/>
            <a:chOff x="737171" y="5636574"/>
            <a:chExt cx="1266290" cy="554804"/>
          </a:xfrm>
        </p:grpSpPr>
        <p:sp>
          <p:nvSpPr>
            <p:cNvPr id="11" name="圆角矩形 10">
              <a:extLst>
                <a:ext uri="{FF2B5EF4-FFF2-40B4-BE49-F238E27FC236}">
                  <a16:creationId xmlns:a16="http://schemas.microsoft.com/office/drawing/2014/main" xmlns="" id="{5DBCD94E-15C5-E00A-63E3-A32D1F7B741E}"/>
                </a:ext>
              </a:extLst>
            </p:cNvPr>
            <p:cNvSpPr/>
            <p:nvPr/>
          </p:nvSpPr>
          <p:spPr>
            <a:xfrm>
              <a:off x="737171" y="5636574"/>
              <a:ext cx="1266290" cy="554804"/>
            </a:xfrm>
            <a:prstGeom prst="roundRect">
              <a:avLst>
                <a:gd name="adj" fmla="val 1111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Microsoft YaHei" panose="020B0503020204020204" pitchFamily="34" charset="-122"/>
                <a:ea typeface="Microsoft YaHei" panose="020B0503020204020204" pitchFamily="34" charset="-122"/>
              </a:endParaRPr>
            </a:p>
          </p:txBody>
        </p:sp>
        <p:sp>
          <p:nvSpPr>
            <p:cNvPr id="12" name="文本框 11">
              <a:extLst>
                <a:ext uri="{FF2B5EF4-FFF2-40B4-BE49-F238E27FC236}">
                  <a16:creationId xmlns:a16="http://schemas.microsoft.com/office/drawing/2014/main" xmlns="" id="{9AF4EA7B-A4A3-C87A-5D04-557A82E0AE3A}"/>
                </a:ext>
              </a:extLst>
            </p:cNvPr>
            <p:cNvSpPr txBox="1"/>
            <p:nvPr/>
          </p:nvSpPr>
          <p:spPr>
            <a:xfrm>
              <a:off x="737171" y="5713921"/>
              <a:ext cx="1266290" cy="400110"/>
            </a:xfrm>
            <a:prstGeom prst="rect">
              <a:avLst/>
            </a:prstGeom>
            <a:noFill/>
          </p:spPr>
          <p:txBody>
            <a:bodyPr wrap="square">
              <a:spAutoFit/>
            </a:bodyPr>
            <a:lstStyle/>
            <a:p>
              <a:pPr algn="ctr"/>
              <a:r>
                <a:rPr lang="zh-CN" altLang="en-US" sz="2000" b="1" dirty="0">
                  <a:solidFill>
                    <a:schemeClr val="bg1"/>
                  </a:solidFill>
                  <a:latin typeface="Microsoft YaHei" panose="020B0503020204020204" pitchFamily="34" charset="-122"/>
                  <a:ea typeface="Microsoft YaHei" panose="020B0503020204020204" pitchFamily="34" charset="-122"/>
                </a:rPr>
                <a:t>置页策略</a:t>
              </a:r>
            </a:p>
          </p:txBody>
        </p:sp>
      </p:grpSp>
      <p:grpSp>
        <p:nvGrpSpPr>
          <p:cNvPr id="13" name="组合 12">
            <a:extLst>
              <a:ext uri="{FF2B5EF4-FFF2-40B4-BE49-F238E27FC236}">
                <a16:creationId xmlns:a16="http://schemas.microsoft.com/office/drawing/2014/main" xmlns="" id="{932F84C4-8C29-6CE8-5EDC-D72C598BCB12}"/>
              </a:ext>
            </a:extLst>
          </p:cNvPr>
          <p:cNvGrpSpPr/>
          <p:nvPr/>
        </p:nvGrpSpPr>
        <p:grpSpPr>
          <a:xfrm>
            <a:off x="2874731" y="4996025"/>
            <a:ext cx="1266290" cy="554804"/>
            <a:chOff x="737171" y="5636574"/>
            <a:chExt cx="1266290" cy="554804"/>
          </a:xfrm>
        </p:grpSpPr>
        <p:sp>
          <p:nvSpPr>
            <p:cNvPr id="14" name="圆角矩形 13">
              <a:extLst>
                <a:ext uri="{FF2B5EF4-FFF2-40B4-BE49-F238E27FC236}">
                  <a16:creationId xmlns:a16="http://schemas.microsoft.com/office/drawing/2014/main" xmlns="" id="{0D246939-9967-CC66-96ED-E6890EF87704}"/>
                </a:ext>
              </a:extLst>
            </p:cNvPr>
            <p:cNvSpPr/>
            <p:nvPr/>
          </p:nvSpPr>
          <p:spPr>
            <a:xfrm>
              <a:off x="737171" y="5636574"/>
              <a:ext cx="1266290" cy="554804"/>
            </a:xfrm>
            <a:prstGeom prst="roundRect">
              <a:avLst>
                <a:gd name="adj" fmla="val 1111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Microsoft YaHei" panose="020B0503020204020204" pitchFamily="34" charset="-122"/>
                <a:ea typeface="Microsoft YaHei" panose="020B0503020204020204" pitchFamily="34" charset="-122"/>
              </a:endParaRPr>
            </a:p>
          </p:txBody>
        </p:sp>
        <p:sp>
          <p:nvSpPr>
            <p:cNvPr id="15" name="文本框 14">
              <a:extLst>
                <a:ext uri="{FF2B5EF4-FFF2-40B4-BE49-F238E27FC236}">
                  <a16:creationId xmlns:a16="http://schemas.microsoft.com/office/drawing/2014/main" xmlns="" id="{0FEC2780-6D90-19DF-C70D-EE5C7C909026}"/>
                </a:ext>
              </a:extLst>
            </p:cNvPr>
            <p:cNvSpPr txBox="1"/>
            <p:nvPr/>
          </p:nvSpPr>
          <p:spPr>
            <a:xfrm>
              <a:off x="737171" y="5713921"/>
              <a:ext cx="1266290" cy="400110"/>
            </a:xfrm>
            <a:prstGeom prst="rect">
              <a:avLst/>
            </a:prstGeom>
            <a:noFill/>
          </p:spPr>
          <p:txBody>
            <a:bodyPr wrap="square">
              <a:spAutoFit/>
            </a:bodyPr>
            <a:lstStyle/>
            <a:p>
              <a:pPr algn="ctr"/>
              <a:r>
                <a:rPr lang="zh-CN" altLang="en-US" sz="2000" b="1" dirty="0">
                  <a:solidFill>
                    <a:schemeClr val="bg1"/>
                  </a:solidFill>
                  <a:latin typeface="Microsoft YaHei" panose="020B0503020204020204" pitchFamily="34" charset="-122"/>
                  <a:ea typeface="Microsoft YaHei" panose="020B0503020204020204" pitchFamily="34" charset="-122"/>
                </a:rPr>
                <a:t>置换策略</a:t>
              </a:r>
            </a:p>
          </p:txBody>
        </p:sp>
      </p:grpSp>
      <p:sp>
        <p:nvSpPr>
          <p:cNvPr id="16" name="圆角矩形 15">
            <a:extLst>
              <a:ext uri="{FF2B5EF4-FFF2-40B4-BE49-F238E27FC236}">
                <a16:creationId xmlns:a16="http://schemas.microsoft.com/office/drawing/2014/main" xmlns="" id="{40C59306-FB03-DFF0-0F07-ED8454ECC9F0}"/>
              </a:ext>
            </a:extLst>
          </p:cNvPr>
          <p:cNvSpPr/>
          <p:nvPr/>
        </p:nvSpPr>
        <p:spPr>
          <a:xfrm>
            <a:off x="4372304" y="1544385"/>
            <a:ext cx="6831724" cy="1090227"/>
          </a:xfrm>
          <a:prstGeom prst="roundRect">
            <a:avLst>
              <a:gd name="adj" fmla="val 7026"/>
            </a:avLst>
          </a:prstGeom>
          <a:solidFill>
            <a:schemeClr val="bg1"/>
          </a:solidFill>
          <a:ln>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ts val="2600"/>
              </a:lnSpc>
            </a:pPr>
            <a:r>
              <a:rPr lang="zh-CN" altLang="zh-CN" sz="1600" kern="100" dirty="0">
                <a:solidFill>
                  <a:schemeClr val="tx1"/>
                </a:solidFill>
                <a:latin typeface="Microsoft YaHei" panose="020B0503020204020204" pitchFamily="34" charset="-122"/>
                <a:ea typeface="Microsoft YaHei" panose="020B0503020204020204" pitchFamily="34" charset="-122"/>
              </a:rPr>
              <a:t>虚拟存储器的调入策略决定了什么时候将一个页面由外存调入内存之中</a:t>
            </a:r>
            <a:endParaRPr lang="en-US" altLang="zh-CN" sz="1600" kern="100" dirty="0">
              <a:solidFill>
                <a:schemeClr val="tx1"/>
              </a:solidFill>
              <a:latin typeface="Microsoft YaHei" panose="020B0503020204020204" pitchFamily="34" charset="-122"/>
              <a:ea typeface="Microsoft YaHei" panose="020B0503020204020204" pitchFamily="34" charset="-122"/>
            </a:endParaRPr>
          </a:p>
        </p:txBody>
      </p:sp>
      <p:sp>
        <p:nvSpPr>
          <p:cNvPr id="17" name="圆角矩形 16">
            <a:extLst>
              <a:ext uri="{FF2B5EF4-FFF2-40B4-BE49-F238E27FC236}">
                <a16:creationId xmlns:a16="http://schemas.microsoft.com/office/drawing/2014/main" xmlns="" id="{A1EBA953-E12C-9AA8-C37A-1364A6AB40A7}"/>
              </a:ext>
            </a:extLst>
          </p:cNvPr>
          <p:cNvSpPr/>
          <p:nvPr/>
        </p:nvSpPr>
        <p:spPr>
          <a:xfrm>
            <a:off x="4372304" y="2928646"/>
            <a:ext cx="6831724" cy="1591964"/>
          </a:xfrm>
          <a:prstGeom prst="roundRect">
            <a:avLst>
              <a:gd name="adj" fmla="val 7026"/>
            </a:avLst>
          </a:prstGeom>
          <a:solidFill>
            <a:schemeClr val="bg1"/>
          </a:solidFill>
          <a:ln>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ts val="2600"/>
              </a:lnSpc>
            </a:pPr>
            <a:r>
              <a:rPr lang="zh-CN" altLang="zh-CN" sz="1600" kern="100" dirty="0">
                <a:solidFill>
                  <a:schemeClr val="tx1"/>
                </a:solidFill>
                <a:latin typeface="Microsoft YaHei" panose="020B0503020204020204" pitchFamily="34" charset="-122"/>
                <a:ea typeface="Microsoft YaHei" panose="020B0503020204020204" pitchFamily="34" charset="-122"/>
              </a:rPr>
              <a:t>当线程产生缺页时，内存管理器还必须确定将调入的虚拟页放在物理内存的何处。用于确定最佳位置的一组规则称为“置页策略”。选择页框应使</a:t>
            </a:r>
            <a:r>
              <a:rPr lang="en-US" altLang="zh-CN" sz="1600" kern="100" dirty="0">
                <a:solidFill>
                  <a:schemeClr val="tx1"/>
                </a:solidFill>
                <a:latin typeface="Microsoft YaHei" panose="020B0503020204020204" pitchFamily="34" charset="-122"/>
                <a:ea typeface="Microsoft YaHei" panose="020B0503020204020204" pitchFamily="34" charset="-122"/>
              </a:rPr>
              <a:t>CPU</a:t>
            </a:r>
            <a:r>
              <a:rPr lang="zh-CN" altLang="zh-CN" sz="1600" kern="100" dirty="0">
                <a:solidFill>
                  <a:schemeClr val="tx1"/>
                </a:solidFill>
                <a:latin typeface="Microsoft YaHei" panose="020B0503020204020204" pitchFamily="34" charset="-122"/>
                <a:ea typeface="Microsoft YaHei" panose="020B0503020204020204" pitchFamily="34" charset="-122"/>
              </a:rPr>
              <a:t>、内存和高速缓存不必要的震荡最小，因此</a:t>
            </a:r>
            <a:r>
              <a:rPr lang="en-US" altLang="zh-CN" sz="1600" kern="100" dirty="0">
                <a:solidFill>
                  <a:schemeClr val="tx1"/>
                </a:solidFill>
                <a:latin typeface="Microsoft YaHei" panose="020B0503020204020204" pitchFamily="34" charset="-122"/>
                <a:ea typeface="Microsoft YaHei" panose="020B0503020204020204" pitchFamily="34" charset="-122"/>
              </a:rPr>
              <a:t>Windows Server 2003 </a:t>
            </a:r>
            <a:r>
              <a:rPr lang="zh-CN" altLang="zh-CN" sz="1600" kern="100" dirty="0">
                <a:solidFill>
                  <a:schemeClr val="tx1"/>
                </a:solidFill>
                <a:latin typeface="Microsoft YaHei" panose="020B0503020204020204" pitchFamily="34" charset="-122"/>
                <a:ea typeface="Microsoft YaHei" panose="020B0503020204020204" pitchFamily="34" charset="-122"/>
              </a:rPr>
              <a:t>需要考虑</a:t>
            </a:r>
            <a:r>
              <a:rPr lang="en-US" altLang="zh-CN" sz="1600" kern="100" dirty="0">
                <a:solidFill>
                  <a:schemeClr val="tx1"/>
                </a:solidFill>
                <a:latin typeface="Microsoft YaHei" panose="020B0503020204020204" pitchFamily="34" charset="-122"/>
                <a:ea typeface="Microsoft YaHei" panose="020B0503020204020204" pitchFamily="34" charset="-122"/>
              </a:rPr>
              <a:t>CPU</a:t>
            </a:r>
            <a:r>
              <a:rPr lang="zh-CN" altLang="zh-CN" sz="1600" kern="100" dirty="0">
                <a:solidFill>
                  <a:schemeClr val="tx1"/>
                </a:solidFill>
                <a:latin typeface="Microsoft YaHei" panose="020B0503020204020204" pitchFamily="34" charset="-122"/>
                <a:ea typeface="Microsoft YaHei" panose="020B0503020204020204" pitchFamily="34" charset="-122"/>
              </a:rPr>
              <a:t>内存高速缓存的大小</a:t>
            </a:r>
          </a:p>
        </p:txBody>
      </p:sp>
      <p:sp>
        <p:nvSpPr>
          <p:cNvPr id="18" name="圆角矩形 17">
            <a:extLst>
              <a:ext uri="{FF2B5EF4-FFF2-40B4-BE49-F238E27FC236}">
                <a16:creationId xmlns:a16="http://schemas.microsoft.com/office/drawing/2014/main" xmlns="" id="{BBEA6B49-D636-A46A-98A6-20CB50AE524B}"/>
              </a:ext>
            </a:extLst>
          </p:cNvPr>
          <p:cNvSpPr/>
          <p:nvPr/>
        </p:nvSpPr>
        <p:spPr>
          <a:xfrm>
            <a:off x="4372304" y="4639931"/>
            <a:ext cx="6831724" cy="1347367"/>
          </a:xfrm>
          <a:prstGeom prst="roundRect">
            <a:avLst>
              <a:gd name="adj" fmla="val 7026"/>
            </a:avLst>
          </a:prstGeom>
          <a:solidFill>
            <a:schemeClr val="bg1"/>
          </a:solidFill>
          <a:ln>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ts val="2600"/>
              </a:lnSpc>
            </a:pPr>
            <a:r>
              <a:rPr lang="zh-CN" altLang="zh-CN" sz="1600" kern="100" dirty="0">
                <a:solidFill>
                  <a:schemeClr val="tx1"/>
                </a:solidFill>
                <a:latin typeface="Microsoft YaHei" panose="020B0503020204020204" pitchFamily="34" charset="-122"/>
                <a:ea typeface="Microsoft YaHei" panose="020B0503020204020204" pitchFamily="34" charset="-122"/>
              </a:rPr>
              <a:t>如果缺页发生时物理内存已满，“置换策略”被用于确定哪个物理页面必须从内存中移出为新的页面腾出空位。在虚拟页式存储管理方案中，存在有两种页面分配策略，即固定和可变分配策略</a:t>
            </a:r>
          </a:p>
        </p:txBody>
      </p:sp>
      <p:cxnSp>
        <p:nvCxnSpPr>
          <p:cNvPr id="19" name="直线连接符 18">
            <a:extLst>
              <a:ext uri="{FF2B5EF4-FFF2-40B4-BE49-F238E27FC236}">
                <a16:creationId xmlns:a16="http://schemas.microsoft.com/office/drawing/2014/main" xmlns="" id="{02478FEA-1DFB-9217-B590-259479666E39}"/>
              </a:ext>
            </a:extLst>
          </p:cNvPr>
          <p:cNvCxnSpPr>
            <a:cxnSpLocks/>
            <a:stCxn id="5" idx="3"/>
            <a:endCxn id="9" idx="1"/>
          </p:cNvCxnSpPr>
          <p:nvPr/>
        </p:nvCxnSpPr>
        <p:spPr>
          <a:xfrm flipV="1">
            <a:off x="1893768" y="2089499"/>
            <a:ext cx="980963" cy="1586125"/>
          </a:xfrm>
          <a:prstGeom prst="line">
            <a:avLst/>
          </a:prstGeom>
        </p:spPr>
        <p:style>
          <a:lnRef idx="1">
            <a:schemeClr val="accent1"/>
          </a:lnRef>
          <a:fillRef idx="0">
            <a:schemeClr val="accent1"/>
          </a:fillRef>
          <a:effectRef idx="0">
            <a:schemeClr val="accent1"/>
          </a:effectRef>
          <a:fontRef idx="minor">
            <a:schemeClr val="tx1"/>
          </a:fontRef>
        </p:style>
      </p:cxnSp>
      <p:cxnSp>
        <p:nvCxnSpPr>
          <p:cNvPr id="20" name="直线连接符 19">
            <a:extLst>
              <a:ext uri="{FF2B5EF4-FFF2-40B4-BE49-F238E27FC236}">
                <a16:creationId xmlns:a16="http://schemas.microsoft.com/office/drawing/2014/main" xmlns="" id="{B6A2CBB2-60F3-3991-B6D7-B9BA7556585A}"/>
              </a:ext>
            </a:extLst>
          </p:cNvPr>
          <p:cNvCxnSpPr>
            <a:cxnSpLocks/>
            <a:endCxn id="15" idx="1"/>
          </p:cNvCxnSpPr>
          <p:nvPr/>
        </p:nvCxnSpPr>
        <p:spPr>
          <a:xfrm>
            <a:off x="1909341" y="3718872"/>
            <a:ext cx="965390" cy="1554555"/>
          </a:xfrm>
          <a:prstGeom prst="line">
            <a:avLst/>
          </a:prstGeom>
        </p:spPr>
        <p:style>
          <a:lnRef idx="1">
            <a:schemeClr val="accent1"/>
          </a:lnRef>
          <a:fillRef idx="0">
            <a:schemeClr val="accent1"/>
          </a:fillRef>
          <a:effectRef idx="0">
            <a:schemeClr val="accent1"/>
          </a:effectRef>
          <a:fontRef idx="minor">
            <a:schemeClr val="tx1"/>
          </a:fontRef>
        </p:style>
      </p:cxnSp>
      <p:cxnSp>
        <p:nvCxnSpPr>
          <p:cNvPr id="21" name="直线连接符 20">
            <a:extLst>
              <a:ext uri="{FF2B5EF4-FFF2-40B4-BE49-F238E27FC236}">
                <a16:creationId xmlns:a16="http://schemas.microsoft.com/office/drawing/2014/main" xmlns="" id="{CBFE0768-5DAD-7CD3-09F4-76F0C377419E}"/>
              </a:ext>
            </a:extLst>
          </p:cNvPr>
          <p:cNvCxnSpPr>
            <a:cxnSpLocks/>
            <a:endCxn id="12" idx="1"/>
          </p:cNvCxnSpPr>
          <p:nvPr/>
        </p:nvCxnSpPr>
        <p:spPr>
          <a:xfrm flipV="1">
            <a:off x="1909341" y="3681463"/>
            <a:ext cx="965390" cy="23085"/>
          </a:xfrm>
          <a:prstGeom prst="line">
            <a:avLst/>
          </a:prstGeom>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1871001552"/>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p:txBody>
          <a:bodyPr>
            <a:normAutofit/>
          </a:bodyPr>
          <a:lstStyle/>
          <a:p>
            <a:r>
              <a:rPr lang="en-US" altLang="zh-CN" dirty="0">
                <a:sym typeface="Arial" panose="020B0604020202020204" pitchFamily="34" charset="0"/>
              </a:rPr>
              <a:t>5.4.4</a:t>
            </a:r>
            <a:r>
              <a:rPr lang="zh-CN" altLang="en-US" dirty="0">
                <a:sym typeface="Arial" panose="020B0604020202020204" pitchFamily="34" charset="0"/>
              </a:rPr>
              <a:t>虚拟页式存储地址转换过程 </a:t>
            </a:r>
            <a:r>
              <a:rPr lang="en-US" altLang="zh-CN" dirty="0">
                <a:sym typeface="Arial" panose="020B0604020202020204" pitchFamily="34" charset="0"/>
              </a:rPr>
              <a:t>I</a:t>
            </a:r>
            <a:r>
              <a:rPr lang="zh-CN" altLang="en-US" dirty="0">
                <a:sym typeface="Arial" panose="020B0604020202020204" pitchFamily="34" charset="0"/>
              </a:rPr>
              <a:t> 页面调度策略</a:t>
            </a:r>
          </a:p>
        </p:txBody>
      </p:sp>
      <p:grpSp>
        <p:nvGrpSpPr>
          <p:cNvPr id="2" name="组合 1">
            <a:extLst>
              <a:ext uri="{FF2B5EF4-FFF2-40B4-BE49-F238E27FC236}">
                <a16:creationId xmlns:a16="http://schemas.microsoft.com/office/drawing/2014/main" xmlns="" id="{74495B00-6133-C593-79D6-B48D8ED804A4}"/>
              </a:ext>
            </a:extLst>
          </p:cNvPr>
          <p:cNvGrpSpPr/>
          <p:nvPr/>
        </p:nvGrpSpPr>
        <p:grpSpPr>
          <a:xfrm>
            <a:off x="442913" y="3607895"/>
            <a:ext cx="1497574" cy="554804"/>
            <a:chOff x="505886" y="5605796"/>
            <a:chExt cx="1497574" cy="554804"/>
          </a:xfrm>
        </p:grpSpPr>
        <p:sp>
          <p:nvSpPr>
            <p:cNvPr id="3" name="圆角矩形 2">
              <a:extLst>
                <a:ext uri="{FF2B5EF4-FFF2-40B4-BE49-F238E27FC236}">
                  <a16:creationId xmlns:a16="http://schemas.microsoft.com/office/drawing/2014/main" xmlns="" id="{3D1E0C63-DC19-4BC7-EB94-A5951F351C53}"/>
                </a:ext>
              </a:extLst>
            </p:cNvPr>
            <p:cNvSpPr/>
            <p:nvPr/>
          </p:nvSpPr>
          <p:spPr>
            <a:xfrm>
              <a:off x="505886" y="5605796"/>
              <a:ext cx="1497574" cy="554804"/>
            </a:xfrm>
            <a:prstGeom prst="roundRect">
              <a:avLst>
                <a:gd name="adj" fmla="val 1111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dirty="0">
                <a:latin typeface="Microsoft YaHei" panose="020B0503020204020204" pitchFamily="34" charset="-122"/>
                <a:ea typeface="Microsoft YaHei" panose="020B0503020204020204" pitchFamily="34" charset="-122"/>
              </a:endParaRPr>
            </a:p>
          </p:txBody>
        </p:sp>
        <p:sp>
          <p:nvSpPr>
            <p:cNvPr id="5" name="文本框 4">
              <a:extLst>
                <a:ext uri="{FF2B5EF4-FFF2-40B4-BE49-F238E27FC236}">
                  <a16:creationId xmlns:a16="http://schemas.microsoft.com/office/drawing/2014/main" xmlns="" id="{A14E1F88-7559-5787-63E9-3072F547F537}"/>
                </a:ext>
              </a:extLst>
            </p:cNvPr>
            <p:cNvSpPr txBox="1"/>
            <p:nvPr/>
          </p:nvSpPr>
          <p:spPr>
            <a:xfrm>
              <a:off x="521458" y="5713921"/>
              <a:ext cx="1466429" cy="338554"/>
            </a:xfrm>
            <a:prstGeom prst="rect">
              <a:avLst/>
            </a:prstGeom>
            <a:noFill/>
          </p:spPr>
          <p:txBody>
            <a:bodyPr wrap="square">
              <a:spAutoFit/>
            </a:bodyPr>
            <a:lstStyle/>
            <a:p>
              <a:pPr algn="ctr"/>
              <a:r>
                <a:rPr lang="zh-CN" altLang="en-US" sz="1600" b="1" kern="100" dirty="0">
                  <a:solidFill>
                    <a:schemeClr val="bg1"/>
                  </a:solidFill>
                  <a:effectLst/>
                  <a:latin typeface="Microsoft YaHei" panose="020B0503020204020204" pitchFamily="34" charset="-122"/>
                  <a:ea typeface="Microsoft YaHei" panose="020B0503020204020204" pitchFamily="34" charset="-122"/>
                </a:rPr>
                <a:t>调入策略</a:t>
              </a:r>
              <a:endParaRPr lang="zh-CN" altLang="en-US" sz="1600" b="1" dirty="0">
                <a:solidFill>
                  <a:schemeClr val="bg1"/>
                </a:solidFill>
                <a:latin typeface="Microsoft YaHei" panose="020B0503020204020204" pitchFamily="34" charset="-122"/>
                <a:ea typeface="Microsoft YaHei" panose="020B0503020204020204" pitchFamily="34" charset="-122"/>
              </a:endParaRPr>
            </a:p>
          </p:txBody>
        </p:sp>
      </p:grpSp>
      <p:grpSp>
        <p:nvGrpSpPr>
          <p:cNvPr id="6" name="组合 5">
            <a:extLst>
              <a:ext uri="{FF2B5EF4-FFF2-40B4-BE49-F238E27FC236}">
                <a16:creationId xmlns:a16="http://schemas.microsoft.com/office/drawing/2014/main" xmlns="" id="{E1AC7AA5-DBC7-EAD1-4B6F-ED77FA24DC19}"/>
              </a:ext>
            </a:extLst>
          </p:cNvPr>
          <p:cNvGrpSpPr/>
          <p:nvPr/>
        </p:nvGrpSpPr>
        <p:grpSpPr>
          <a:xfrm>
            <a:off x="2874731" y="2950614"/>
            <a:ext cx="1266290" cy="554804"/>
            <a:chOff x="737171" y="5636574"/>
            <a:chExt cx="1266290" cy="554804"/>
          </a:xfrm>
        </p:grpSpPr>
        <p:sp>
          <p:nvSpPr>
            <p:cNvPr id="7" name="圆角矩形 6">
              <a:extLst>
                <a:ext uri="{FF2B5EF4-FFF2-40B4-BE49-F238E27FC236}">
                  <a16:creationId xmlns:a16="http://schemas.microsoft.com/office/drawing/2014/main" xmlns="" id="{51A9E753-E923-4FB3-E9AF-F515D83FEC3E}"/>
                </a:ext>
              </a:extLst>
            </p:cNvPr>
            <p:cNvSpPr/>
            <p:nvPr/>
          </p:nvSpPr>
          <p:spPr>
            <a:xfrm>
              <a:off x="737171" y="5636574"/>
              <a:ext cx="1266290" cy="554804"/>
            </a:xfrm>
            <a:prstGeom prst="roundRect">
              <a:avLst>
                <a:gd name="adj" fmla="val 1111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Microsoft YaHei" panose="020B0503020204020204" pitchFamily="34" charset="-122"/>
                <a:ea typeface="Microsoft YaHei" panose="020B0503020204020204" pitchFamily="34" charset="-122"/>
              </a:endParaRPr>
            </a:p>
          </p:txBody>
        </p:sp>
        <p:sp>
          <p:nvSpPr>
            <p:cNvPr id="9" name="文本框 8">
              <a:extLst>
                <a:ext uri="{FF2B5EF4-FFF2-40B4-BE49-F238E27FC236}">
                  <a16:creationId xmlns:a16="http://schemas.microsoft.com/office/drawing/2014/main" xmlns="" id="{0D1B6B31-3AE6-96E8-9B26-8EC18450B096}"/>
                </a:ext>
              </a:extLst>
            </p:cNvPr>
            <p:cNvSpPr txBox="1"/>
            <p:nvPr/>
          </p:nvSpPr>
          <p:spPr>
            <a:xfrm>
              <a:off x="737171" y="5713921"/>
              <a:ext cx="1266290" cy="400110"/>
            </a:xfrm>
            <a:prstGeom prst="rect">
              <a:avLst/>
            </a:prstGeom>
            <a:noFill/>
          </p:spPr>
          <p:txBody>
            <a:bodyPr wrap="square">
              <a:spAutoFit/>
            </a:bodyPr>
            <a:lstStyle/>
            <a:p>
              <a:pPr algn="ctr"/>
              <a:r>
                <a:rPr lang="zh-CN" altLang="en-US" sz="2000" b="1" dirty="0">
                  <a:solidFill>
                    <a:schemeClr val="bg1"/>
                  </a:solidFill>
                  <a:latin typeface="Microsoft YaHei" panose="020B0503020204020204" pitchFamily="34" charset="-122"/>
                  <a:ea typeface="Microsoft YaHei" panose="020B0503020204020204" pitchFamily="34" charset="-122"/>
                </a:rPr>
                <a:t>请求调页</a:t>
              </a:r>
            </a:p>
          </p:txBody>
        </p:sp>
      </p:grpSp>
      <p:grpSp>
        <p:nvGrpSpPr>
          <p:cNvPr id="10" name="组合 9">
            <a:extLst>
              <a:ext uri="{FF2B5EF4-FFF2-40B4-BE49-F238E27FC236}">
                <a16:creationId xmlns:a16="http://schemas.microsoft.com/office/drawing/2014/main" xmlns="" id="{6EB1B3D4-D394-A730-D6FB-2233EA4AF287}"/>
              </a:ext>
            </a:extLst>
          </p:cNvPr>
          <p:cNvGrpSpPr/>
          <p:nvPr/>
        </p:nvGrpSpPr>
        <p:grpSpPr>
          <a:xfrm>
            <a:off x="2874731" y="4542578"/>
            <a:ext cx="1266290" cy="554804"/>
            <a:chOff x="737171" y="5636574"/>
            <a:chExt cx="1266290" cy="554804"/>
          </a:xfrm>
        </p:grpSpPr>
        <p:sp>
          <p:nvSpPr>
            <p:cNvPr id="11" name="圆角矩形 10">
              <a:extLst>
                <a:ext uri="{FF2B5EF4-FFF2-40B4-BE49-F238E27FC236}">
                  <a16:creationId xmlns:a16="http://schemas.microsoft.com/office/drawing/2014/main" xmlns="" id="{5DBCD94E-15C5-E00A-63E3-A32D1F7B741E}"/>
                </a:ext>
              </a:extLst>
            </p:cNvPr>
            <p:cNvSpPr/>
            <p:nvPr/>
          </p:nvSpPr>
          <p:spPr>
            <a:xfrm>
              <a:off x="737171" y="5636574"/>
              <a:ext cx="1266290" cy="554804"/>
            </a:xfrm>
            <a:prstGeom prst="roundRect">
              <a:avLst>
                <a:gd name="adj" fmla="val 1111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Microsoft YaHei" panose="020B0503020204020204" pitchFamily="34" charset="-122"/>
                <a:ea typeface="Microsoft YaHei" panose="020B0503020204020204" pitchFamily="34" charset="-122"/>
              </a:endParaRPr>
            </a:p>
          </p:txBody>
        </p:sp>
        <p:sp>
          <p:nvSpPr>
            <p:cNvPr id="12" name="文本框 11">
              <a:extLst>
                <a:ext uri="{FF2B5EF4-FFF2-40B4-BE49-F238E27FC236}">
                  <a16:creationId xmlns:a16="http://schemas.microsoft.com/office/drawing/2014/main" xmlns="" id="{9AF4EA7B-A4A3-C87A-5D04-557A82E0AE3A}"/>
                </a:ext>
              </a:extLst>
            </p:cNvPr>
            <p:cNvSpPr txBox="1"/>
            <p:nvPr/>
          </p:nvSpPr>
          <p:spPr>
            <a:xfrm>
              <a:off x="737171" y="5713921"/>
              <a:ext cx="1266290" cy="400110"/>
            </a:xfrm>
            <a:prstGeom prst="rect">
              <a:avLst/>
            </a:prstGeom>
            <a:noFill/>
          </p:spPr>
          <p:txBody>
            <a:bodyPr wrap="square">
              <a:spAutoFit/>
            </a:bodyPr>
            <a:lstStyle/>
            <a:p>
              <a:pPr algn="ctr"/>
              <a:r>
                <a:rPr lang="zh-CN" altLang="zh-CN" sz="2000" b="1" kern="100" dirty="0">
                  <a:solidFill>
                    <a:schemeClr val="bg1"/>
                  </a:solidFill>
                  <a:effectLst/>
                  <a:latin typeface="Microsoft YaHei" panose="020B0503020204020204" pitchFamily="34" charset="-122"/>
                  <a:ea typeface="Microsoft YaHei" panose="020B0503020204020204" pitchFamily="34" charset="-122"/>
                </a:rPr>
                <a:t>预调页</a:t>
              </a:r>
              <a:endParaRPr lang="zh-CN" altLang="en-US" sz="2000" b="1" dirty="0">
                <a:solidFill>
                  <a:schemeClr val="bg1"/>
                </a:solidFill>
                <a:latin typeface="Microsoft YaHei" panose="020B0503020204020204" pitchFamily="34" charset="-122"/>
                <a:ea typeface="Microsoft YaHei" panose="020B0503020204020204" pitchFamily="34" charset="-122"/>
              </a:endParaRPr>
            </a:p>
          </p:txBody>
        </p:sp>
      </p:grpSp>
      <p:sp>
        <p:nvSpPr>
          <p:cNvPr id="16" name="圆角矩形 15">
            <a:extLst>
              <a:ext uri="{FF2B5EF4-FFF2-40B4-BE49-F238E27FC236}">
                <a16:creationId xmlns:a16="http://schemas.microsoft.com/office/drawing/2014/main" xmlns="" id="{40C59306-FB03-DFF0-0F07-ED8454ECC9F0}"/>
              </a:ext>
            </a:extLst>
          </p:cNvPr>
          <p:cNvSpPr/>
          <p:nvPr/>
        </p:nvSpPr>
        <p:spPr>
          <a:xfrm>
            <a:off x="4372304" y="2682902"/>
            <a:ext cx="6831724" cy="1090227"/>
          </a:xfrm>
          <a:prstGeom prst="roundRect">
            <a:avLst>
              <a:gd name="adj" fmla="val 7026"/>
            </a:avLst>
          </a:prstGeom>
          <a:solidFill>
            <a:schemeClr val="bg1"/>
          </a:solidFill>
          <a:ln>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ts val="2600"/>
              </a:lnSpc>
            </a:pPr>
            <a:r>
              <a:rPr lang="zh-CN" altLang="zh-CN" sz="1600" kern="100" dirty="0">
                <a:solidFill>
                  <a:schemeClr val="tx1"/>
                </a:solidFill>
                <a:latin typeface="Microsoft YaHei" panose="020B0503020204020204" pitchFamily="34" charset="-122"/>
                <a:ea typeface="Microsoft YaHei" panose="020B0503020204020204" pitchFamily="34" charset="-122"/>
              </a:rPr>
              <a:t>只调入发生缺页时所需的页面。这种调入策略实现简单，但容易产生较多的缺页异常，造成对外存</a:t>
            </a:r>
            <a:r>
              <a:rPr lang="en-US" altLang="zh-CN" sz="1600" kern="100" dirty="0">
                <a:solidFill>
                  <a:schemeClr val="tx1"/>
                </a:solidFill>
                <a:latin typeface="Microsoft YaHei" panose="020B0503020204020204" pitchFamily="34" charset="-122"/>
                <a:ea typeface="Microsoft YaHei" panose="020B0503020204020204" pitchFamily="34" charset="-122"/>
              </a:rPr>
              <a:t>I/O</a:t>
            </a:r>
            <a:r>
              <a:rPr lang="zh-CN" altLang="zh-CN" sz="1600" kern="100" dirty="0">
                <a:solidFill>
                  <a:schemeClr val="tx1"/>
                </a:solidFill>
                <a:latin typeface="Microsoft YaHei" panose="020B0503020204020204" pitchFamily="34" charset="-122"/>
                <a:ea typeface="Microsoft YaHei" panose="020B0503020204020204" pitchFamily="34" charset="-122"/>
              </a:rPr>
              <a:t>次数多，时间开销过大，容易产生颠簸现象</a:t>
            </a:r>
            <a:endParaRPr lang="en-US" altLang="zh-CN" sz="1600" kern="100" dirty="0">
              <a:solidFill>
                <a:schemeClr val="tx1"/>
              </a:solidFill>
              <a:latin typeface="Microsoft YaHei" panose="020B0503020204020204" pitchFamily="34" charset="-122"/>
              <a:ea typeface="Microsoft YaHei" panose="020B0503020204020204" pitchFamily="34" charset="-122"/>
            </a:endParaRPr>
          </a:p>
        </p:txBody>
      </p:sp>
      <p:sp>
        <p:nvSpPr>
          <p:cNvPr id="17" name="圆角矩形 16">
            <a:extLst>
              <a:ext uri="{FF2B5EF4-FFF2-40B4-BE49-F238E27FC236}">
                <a16:creationId xmlns:a16="http://schemas.microsoft.com/office/drawing/2014/main" xmlns="" id="{A1EBA953-E12C-9AA8-C37A-1364A6AB40A7}"/>
              </a:ext>
            </a:extLst>
          </p:cNvPr>
          <p:cNvSpPr/>
          <p:nvPr/>
        </p:nvSpPr>
        <p:spPr>
          <a:xfrm>
            <a:off x="4372304" y="4067163"/>
            <a:ext cx="6831724" cy="1591964"/>
          </a:xfrm>
          <a:prstGeom prst="roundRect">
            <a:avLst>
              <a:gd name="adj" fmla="val 7026"/>
            </a:avLst>
          </a:prstGeom>
          <a:solidFill>
            <a:schemeClr val="bg1"/>
          </a:solidFill>
          <a:ln>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ts val="2600"/>
              </a:lnSpc>
            </a:pPr>
            <a:r>
              <a:rPr lang="zh-CN" altLang="zh-CN" sz="1600" kern="100" dirty="0">
                <a:solidFill>
                  <a:schemeClr val="tx1"/>
                </a:solidFill>
                <a:latin typeface="Microsoft YaHei" panose="020B0503020204020204" pitchFamily="34" charset="-122"/>
                <a:ea typeface="Microsoft YaHei" panose="020B0503020204020204" pitchFamily="34" charset="-122"/>
              </a:rPr>
              <a:t>在发生缺页需要调入某页时，一次调入该页以及相邻的几个页。这种策略提高了调页的</a:t>
            </a:r>
            <a:r>
              <a:rPr lang="en-US" altLang="zh-CN" sz="1600" kern="100" dirty="0">
                <a:solidFill>
                  <a:schemeClr val="tx1"/>
                </a:solidFill>
                <a:latin typeface="Microsoft YaHei" panose="020B0503020204020204" pitchFamily="34" charset="-122"/>
                <a:ea typeface="Microsoft YaHei" panose="020B0503020204020204" pitchFamily="34" charset="-122"/>
              </a:rPr>
              <a:t>I/O</a:t>
            </a:r>
            <a:r>
              <a:rPr lang="zh-CN" altLang="zh-CN" sz="1600" kern="100" dirty="0">
                <a:solidFill>
                  <a:schemeClr val="tx1"/>
                </a:solidFill>
                <a:latin typeface="Microsoft YaHei" panose="020B0503020204020204" pitchFamily="34" charset="-122"/>
                <a:ea typeface="Microsoft YaHei" panose="020B0503020204020204" pitchFamily="34" charset="-122"/>
              </a:rPr>
              <a:t>效率，减少了</a:t>
            </a:r>
            <a:r>
              <a:rPr lang="en-US" altLang="zh-CN" sz="1600" kern="100" dirty="0">
                <a:solidFill>
                  <a:schemeClr val="tx1"/>
                </a:solidFill>
                <a:latin typeface="Microsoft YaHei" panose="020B0503020204020204" pitchFamily="34" charset="-122"/>
                <a:ea typeface="Microsoft YaHei" panose="020B0503020204020204" pitchFamily="34" charset="-122"/>
              </a:rPr>
              <a:t>I/O</a:t>
            </a:r>
            <a:r>
              <a:rPr lang="zh-CN" altLang="zh-CN" sz="1600" kern="100" dirty="0">
                <a:solidFill>
                  <a:schemeClr val="tx1"/>
                </a:solidFill>
                <a:latin typeface="Microsoft YaHei" panose="020B0503020204020204" pitchFamily="34" charset="-122"/>
                <a:ea typeface="Microsoft YaHei" panose="020B0503020204020204" pitchFamily="34" charset="-122"/>
              </a:rPr>
              <a:t>次数。但由于这是一种基于局部性原理的预测，若调入的页在以后很少被访问，则造成浪费。这种方式常在程序装入时使用</a:t>
            </a:r>
          </a:p>
        </p:txBody>
      </p:sp>
      <p:cxnSp>
        <p:nvCxnSpPr>
          <p:cNvPr id="19" name="直线连接符 18">
            <a:extLst>
              <a:ext uri="{FF2B5EF4-FFF2-40B4-BE49-F238E27FC236}">
                <a16:creationId xmlns:a16="http://schemas.microsoft.com/office/drawing/2014/main" xmlns="" id="{02478FEA-1DFB-9217-B590-259479666E39}"/>
              </a:ext>
            </a:extLst>
          </p:cNvPr>
          <p:cNvCxnSpPr>
            <a:cxnSpLocks/>
            <a:stCxn id="5" idx="3"/>
            <a:endCxn id="9" idx="1"/>
          </p:cNvCxnSpPr>
          <p:nvPr/>
        </p:nvCxnSpPr>
        <p:spPr>
          <a:xfrm flipV="1">
            <a:off x="1924914" y="3228016"/>
            <a:ext cx="949817" cy="657281"/>
          </a:xfrm>
          <a:prstGeom prst="line">
            <a:avLst/>
          </a:prstGeom>
        </p:spPr>
        <p:style>
          <a:lnRef idx="1">
            <a:schemeClr val="accent1"/>
          </a:lnRef>
          <a:fillRef idx="0">
            <a:schemeClr val="accent1"/>
          </a:fillRef>
          <a:effectRef idx="0">
            <a:schemeClr val="accent1"/>
          </a:effectRef>
          <a:fontRef idx="minor">
            <a:schemeClr val="tx1"/>
          </a:fontRef>
        </p:style>
      </p:cxnSp>
      <p:cxnSp>
        <p:nvCxnSpPr>
          <p:cNvPr id="21" name="直线连接符 20">
            <a:extLst>
              <a:ext uri="{FF2B5EF4-FFF2-40B4-BE49-F238E27FC236}">
                <a16:creationId xmlns:a16="http://schemas.microsoft.com/office/drawing/2014/main" xmlns="" id="{CBFE0768-5DAD-7CD3-09F4-76F0C377419E}"/>
              </a:ext>
            </a:extLst>
          </p:cNvPr>
          <p:cNvCxnSpPr>
            <a:cxnSpLocks/>
            <a:stCxn id="5" idx="3"/>
            <a:endCxn id="12" idx="1"/>
          </p:cNvCxnSpPr>
          <p:nvPr/>
        </p:nvCxnSpPr>
        <p:spPr>
          <a:xfrm>
            <a:off x="1924914" y="3885297"/>
            <a:ext cx="949817" cy="934683"/>
          </a:xfrm>
          <a:prstGeom prst="line">
            <a:avLst/>
          </a:prstGeom>
        </p:spPr>
        <p:style>
          <a:lnRef idx="1">
            <a:schemeClr val="accent1"/>
          </a:lnRef>
          <a:fillRef idx="0">
            <a:schemeClr val="accent1"/>
          </a:fillRef>
          <a:effectRef idx="0">
            <a:schemeClr val="accent1"/>
          </a:effectRef>
          <a:fontRef idx="minor">
            <a:schemeClr val="tx1"/>
          </a:fontRef>
        </p:style>
      </p:cxnSp>
      <p:sp>
        <p:nvSpPr>
          <p:cNvPr id="24" name="文本框 23">
            <a:extLst>
              <a:ext uri="{FF2B5EF4-FFF2-40B4-BE49-F238E27FC236}">
                <a16:creationId xmlns:a16="http://schemas.microsoft.com/office/drawing/2014/main" xmlns="" id="{22EC0219-FF7D-8FDB-6949-113C49F61A70}"/>
              </a:ext>
            </a:extLst>
          </p:cNvPr>
          <p:cNvSpPr txBox="1"/>
          <p:nvPr/>
        </p:nvSpPr>
        <p:spPr>
          <a:xfrm>
            <a:off x="528916" y="1369600"/>
            <a:ext cx="10675112" cy="730777"/>
          </a:xfrm>
          <a:prstGeom prst="rect">
            <a:avLst/>
          </a:prstGeom>
          <a:noFill/>
        </p:spPr>
        <p:txBody>
          <a:bodyPr wrap="square">
            <a:spAutoFit/>
          </a:bodyPr>
          <a:lstStyle/>
          <a:p>
            <a:pPr>
              <a:lnSpc>
                <a:spcPts val="2600"/>
              </a:lnSpc>
            </a:pPr>
            <a:r>
              <a:rPr lang="zh-CN" altLang="en-US" sz="1600" kern="100" dirty="0">
                <a:solidFill>
                  <a:srgbClr val="9A0001"/>
                </a:solidFill>
                <a:latin typeface="Microsoft YaHei" panose="020B0503020204020204" pitchFamily="34" charset="-122"/>
                <a:ea typeface="Microsoft YaHei" panose="020B0503020204020204" pitchFamily="34" charset="-122"/>
              </a:rPr>
              <a:t>        </a:t>
            </a:r>
            <a:r>
              <a:rPr lang="zh-CN" altLang="zh-CN" sz="1800" kern="100" dirty="0">
                <a:effectLst/>
                <a:latin typeface="Microsoft YaHei" panose="020B0503020204020204" pitchFamily="34" charset="-122"/>
                <a:ea typeface="Microsoft YaHei" panose="020B0503020204020204" pitchFamily="34" charset="-122"/>
              </a:rPr>
              <a:t>虚拟存储器的调入策略决定了什么时候将一个页面由外存调入内存之中。在虚拟页式管理中有两种常用调入策略</a:t>
            </a:r>
          </a:p>
        </p:txBody>
      </p:sp>
    </p:spTree>
    <p:extLst>
      <p:ext uri="{BB962C8B-B14F-4D97-AF65-F5344CB8AC3E}">
        <p14:creationId xmlns:p14="http://schemas.microsoft.com/office/powerpoint/2010/main" xmlns="" val="764625883"/>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p:txBody>
          <a:bodyPr>
            <a:normAutofit/>
          </a:bodyPr>
          <a:lstStyle/>
          <a:p>
            <a:r>
              <a:rPr lang="en-US" altLang="zh-CN" dirty="0">
                <a:sym typeface="Arial" panose="020B0604020202020204" pitchFamily="34" charset="0"/>
              </a:rPr>
              <a:t>5.4.4</a:t>
            </a:r>
            <a:r>
              <a:rPr lang="zh-CN" altLang="en-US" dirty="0">
                <a:sym typeface="Arial" panose="020B0604020202020204" pitchFamily="34" charset="0"/>
              </a:rPr>
              <a:t>虚拟页式存储地址转换过程 </a:t>
            </a:r>
            <a:r>
              <a:rPr lang="en-US" altLang="zh-CN" dirty="0">
                <a:sym typeface="Arial" panose="020B0604020202020204" pitchFamily="34" charset="0"/>
              </a:rPr>
              <a:t>I</a:t>
            </a:r>
            <a:r>
              <a:rPr lang="zh-CN" altLang="en-US" dirty="0">
                <a:sym typeface="Arial" panose="020B0604020202020204" pitchFamily="34" charset="0"/>
              </a:rPr>
              <a:t> 页面调度策略</a:t>
            </a:r>
          </a:p>
        </p:txBody>
      </p:sp>
      <p:grpSp>
        <p:nvGrpSpPr>
          <p:cNvPr id="2" name="组合 1">
            <a:extLst>
              <a:ext uri="{FF2B5EF4-FFF2-40B4-BE49-F238E27FC236}">
                <a16:creationId xmlns:a16="http://schemas.microsoft.com/office/drawing/2014/main" xmlns="" id="{74495B00-6133-C593-79D6-B48D8ED804A4}"/>
              </a:ext>
            </a:extLst>
          </p:cNvPr>
          <p:cNvGrpSpPr/>
          <p:nvPr/>
        </p:nvGrpSpPr>
        <p:grpSpPr>
          <a:xfrm>
            <a:off x="442913" y="4025355"/>
            <a:ext cx="1497574" cy="554804"/>
            <a:chOff x="505886" y="5605796"/>
            <a:chExt cx="1497574" cy="554804"/>
          </a:xfrm>
        </p:grpSpPr>
        <p:sp>
          <p:nvSpPr>
            <p:cNvPr id="3" name="圆角矩形 2">
              <a:extLst>
                <a:ext uri="{FF2B5EF4-FFF2-40B4-BE49-F238E27FC236}">
                  <a16:creationId xmlns:a16="http://schemas.microsoft.com/office/drawing/2014/main" xmlns="" id="{3D1E0C63-DC19-4BC7-EB94-A5951F351C53}"/>
                </a:ext>
              </a:extLst>
            </p:cNvPr>
            <p:cNvSpPr/>
            <p:nvPr/>
          </p:nvSpPr>
          <p:spPr>
            <a:xfrm>
              <a:off x="505886" y="5605796"/>
              <a:ext cx="1497574" cy="554804"/>
            </a:xfrm>
            <a:prstGeom prst="roundRect">
              <a:avLst>
                <a:gd name="adj" fmla="val 1111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Microsoft YaHei" panose="020B0503020204020204" pitchFamily="34" charset="-122"/>
                <a:ea typeface="Microsoft YaHei" panose="020B0503020204020204" pitchFamily="34" charset="-122"/>
              </a:endParaRPr>
            </a:p>
          </p:txBody>
        </p:sp>
        <p:sp>
          <p:nvSpPr>
            <p:cNvPr id="5" name="文本框 4">
              <a:extLst>
                <a:ext uri="{FF2B5EF4-FFF2-40B4-BE49-F238E27FC236}">
                  <a16:creationId xmlns:a16="http://schemas.microsoft.com/office/drawing/2014/main" xmlns="" id="{A14E1F88-7559-5787-63E9-3072F547F537}"/>
                </a:ext>
              </a:extLst>
            </p:cNvPr>
            <p:cNvSpPr txBox="1"/>
            <p:nvPr/>
          </p:nvSpPr>
          <p:spPr>
            <a:xfrm>
              <a:off x="521458" y="5713921"/>
              <a:ext cx="1466429" cy="338554"/>
            </a:xfrm>
            <a:prstGeom prst="rect">
              <a:avLst/>
            </a:prstGeom>
            <a:noFill/>
          </p:spPr>
          <p:txBody>
            <a:bodyPr wrap="square">
              <a:spAutoFit/>
            </a:bodyPr>
            <a:lstStyle/>
            <a:p>
              <a:pPr algn="ctr"/>
              <a:r>
                <a:rPr lang="zh-CN" altLang="en-US" sz="1600" b="1" kern="100" dirty="0">
                  <a:solidFill>
                    <a:schemeClr val="bg1"/>
                  </a:solidFill>
                  <a:latin typeface="Microsoft YaHei" panose="020B0503020204020204" pitchFamily="34" charset="-122"/>
                  <a:ea typeface="Microsoft YaHei" panose="020B0503020204020204" pitchFamily="34" charset="-122"/>
                </a:rPr>
                <a:t>置换</a:t>
              </a:r>
              <a:r>
                <a:rPr lang="zh-CN" altLang="en-US" sz="1600" b="1" kern="100" dirty="0">
                  <a:solidFill>
                    <a:schemeClr val="bg1"/>
                  </a:solidFill>
                  <a:effectLst/>
                  <a:latin typeface="Microsoft YaHei" panose="020B0503020204020204" pitchFamily="34" charset="-122"/>
                  <a:ea typeface="Microsoft YaHei" panose="020B0503020204020204" pitchFamily="34" charset="-122"/>
                </a:rPr>
                <a:t>策略</a:t>
              </a:r>
              <a:endParaRPr lang="zh-CN" altLang="en-US" sz="1600" b="1" dirty="0">
                <a:solidFill>
                  <a:schemeClr val="bg1"/>
                </a:solidFill>
                <a:latin typeface="Microsoft YaHei" panose="020B0503020204020204" pitchFamily="34" charset="-122"/>
                <a:ea typeface="Microsoft YaHei" panose="020B0503020204020204" pitchFamily="34" charset="-122"/>
              </a:endParaRPr>
            </a:p>
          </p:txBody>
        </p:sp>
      </p:grpSp>
      <p:grpSp>
        <p:nvGrpSpPr>
          <p:cNvPr id="6" name="组合 5">
            <a:extLst>
              <a:ext uri="{FF2B5EF4-FFF2-40B4-BE49-F238E27FC236}">
                <a16:creationId xmlns:a16="http://schemas.microsoft.com/office/drawing/2014/main" xmlns="" id="{E1AC7AA5-DBC7-EAD1-4B6F-ED77FA24DC19}"/>
              </a:ext>
            </a:extLst>
          </p:cNvPr>
          <p:cNvGrpSpPr/>
          <p:nvPr/>
        </p:nvGrpSpPr>
        <p:grpSpPr>
          <a:xfrm>
            <a:off x="2905877" y="2439230"/>
            <a:ext cx="1266290" cy="554804"/>
            <a:chOff x="737171" y="5636574"/>
            <a:chExt cx="1266290" cy="554804"/>
          </a:xfrm>
        </p:grpSpPr>
        <p:sp>
          <p:nvSpPr>
            <p:cNvPr id="7" name="圆角矩形 6">
              <a:extLst>
                <a:ext uri="{FF2B5EF4-FFF2-40B4-BE49-F238E27FC236}">
                  <a16:creationId xmlns:a16="http://schemas.microsoft.com/office/drawing/2014/main" xmlns="" id="{51A9E753-E923-4FB3-E9AF-F515D83FEC3E}"/>
                </a:ext>
              </a:extLst>
            </p:cNvPr>
            <p:cNvSpPr/>
            <p:nvPr/>
          </p:nvSpPr>
          <p:spPr>
            <a:xfrm>
              <a:off x="737171" y="5636574"/>
              <a:ext cx="1266290" cy="554804"/>
            </a:xfrm>
            <a:prstGeom prst="roundRect">
              <a:avLst>
                <a:gd name="adj" fmla="val 1111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Microsoft YaHei" panose="020B0503020204020204" pitchFamily="34" charset="-122"/>
                <a:ea typeface="Microsoft YaHei" panose="020B0503020204020204" pitchFamily="34" charset="-122"/>
              </a:endParaRPr>
            </a:p>
          </p:txBody>
        </p:sp>
        <p:sp>
          <p:nvSpPr>
            <p:cNvPr id="9" name="文本框 8">
              <a:extLst>
                <a:ext uri="{FF2B5EF4-FFF2-40B4-BE49-F238E27FC236}">
                  <a16:creationId xmlns:a16="http://schemas.microsoft.com/office/drawing/2014/main" xmlns="" id="{0D1B6B31-3AE6-96E8-9B26-8EC18450B096}"/>
                </a:ext>
              </a:extLst>
            </p:cNvPr>
            <p:cNvSpPr txBox="1"/>
            <p:nvPr/>
          </p:nvSpPr>
          <p:spPr>
            <a:xfrm>
              <a:off x="737171" y="5667753"/>
              <a:ext cx="1266290" cy="492443"/>
            </a:xfrm>
            <a:prstGeom prst="rect">
              <a:avLst/>
            </a:prstGeom>
            <a:noFill/>
          </p:spPr>
          <p:txBody>
            <a:bodyPr wrap="square">
              <a:spAutoFit/>
            </a:bodyPr>
            <a:lstStyle/>
            <a:p>
              <a:pPr algn="ctr"/>
              <a:r>
                <a:rPr lang="zh-CN" altLang="zh-CN" sz="1300" kern="100" dirty="0">
                  <a:solidFill>
                    <a:schemeClr val="bg1"/>
                  </a:solidFill>
                  <a:effectLst/>
                  <a:latin typeface="Microsoft YaHei" panose="020B0503020204020204" pitchFamily="34" charset="-122"/>
                  <a:ea typeface="Microsoft YaHei" panose="020B0503020204020204" pitchFamily="34" charset="-122"/>
                  <a:cs typeface="Times New Roman" panose="02020603050405020304" pitchFamily="18" charset="0"/>
                </a:rPr>
                <a:t>固定分配局部置换</a:t>
              </a:r>
              <a:r>
                <a:rPr lang="zh-CN" altLang="zh-CN" sz="1300" dirty="0">
                  <a:solidFill>
                    <a:schemeClr val="bg1"/>
                  </a:solidFill>
                  <a:effectLst/>
                  <a:latin typeface="Microsoft YaHei" panose="020B0503020204020204" pitchFamily="34" charset="-122"/>
                  <a:ea typeface="Microsoft YaHei" panose="020B0503020204020204" pitchFamily="34" charset="-122"/>
                </a:rPr>
                <a:t> </a:t>
              </a:r>
              <a:endParaRPr lang="zh-CN" altLang="en-US" sz="1300" b="1" dirty="0">
                <a:solidFill>
                  <a:schemeClr val="bg1"/>
                </a:solidFill>
                <a:latin typeface="Microsoft YaHei" panose="020B0503020204020204" pitchFamily="34" charset="-122"/>
                <a:ea typeface="Microsoft YaHei" panose="020B0503020204020204" pitchFamily="34" charset="-122"/>
              </a:endParaRPr>
            </a:p>
          </p:txBody>
        </p:sp>
      </p:grpSp>
      <p:grpSp>
        <p:nvGrpSpPr>
          <p:cNvPr id="10" name="组合 9">
            <a:extLst>
              <a:ext uri="{FF2B5EF4-FFF2-40B4-BE49-F238E27FC236}">
                <a16:creationId xmlns:a16="http://schemas.microsoft.com/office/drawing/2014/main" xmlns="" id="{6EB1B3D4-D394-A730-D6FB-2233EA4AF287}"/>
              </a:ext>
            </a:extLst>
          </p:cNvPr>
          <p:cNvGrpSpPr/>
          <p:nvPr/>
        </p:nvGrpSpPr>
        <p:grpSpPr>
          <a:xfrm>
            <a:off x="2905877" y="4031194"/>
            <a:ext cx="1266290" cy="554804"/>
            <a:chOff x="737171" y="5636574"/>
            <a:chExt cx="1266290" cy="554804"/>
          </a:xfrm>
        </p:grpSpPr>
        <p:sp>
          <p:nvSpPr>
            <p:cNvPr id="11" name="圆角矩形 10">
              <a:extLst>
                <a:ext uri="{FF2B5EF4-FFF2-40B4-BE49-F238E27FC236}">
                  <a16:creationId xmlns:a16="http://schemas.microsoft.com/office/drawing/2014/main" xmlns="" id="{5DBCD94E-15C5-E00A-63E3-A32D1F7B741E}"/>
                </a:ext>
              </a:extLst>
            </p:cNvPr>
            <p:cNvSpPr/>
            <p:nvPr/>
          </p:nvSpPr>
          <p:spPr>
            <a:xfrm>
              <a:off x="737171" y="5636574"/>
              <a:ext cx="1266290" cy="554804"/>
            </a:xfrm>
            <a:prstGeom prst="roundRect">
              <a:avLst>
                <a:gd name="adj" fmla="val 1111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Microsoft YaHei" panose="020B0503020204020204" pitchFamily="34" charset="-122"/>
                <a:ea typeface="Microsoft YaHei" panose="020B0503020204020204" pitchFamily="34" charset="-122"/>
              </a:endParaRPr>
            </a:p>
          </p:txBody>
        </p:sp>
        <p:sp>
          <p:nvSpPr>
            <p:cNvPr id="12" name="文本框 11">
              <a:extLst>
                <a:ext uri="{FF2B5EF4-FFF2-40B4-BE49-F238E27FC236}">
                  <a16:creationId xmlns:a16="http://schemas.microsoft.com/office/drawing/2014/main" xmlns="" id="{9AF4EA7B-A4A3-C87A-5D04-557A82E0AE3A}"/>
                </a:ext>
              </a:extLst>
            </p:cNvPr>
            <p:cNvSpPr txBox="1"/>
            <p:nvPr/>
          </p:nvSpPr>
          <p:spPr>
            <a:xfrm>
              <a:off x="737171" y="5658558"/>
              <a:ext cx="1266290" cy="492443"/>
            </a:xfrm>
            <a:prstGeom prst="rect">
              <a:avLst/>
            </a:prstGeom>
            <a:noFill/>
          </p:spPr>
          <p:txBody>
            <a:bodyPr wrap="square">
              <a:spAutoFit/>
            </a:bodyPr>
            <a:lstStyle/>
            <a:p>
              <a:pPr algn="ctr"/>
              <a:r>
                <a:rPr lang="zh-CN" altLang="zh-CN" sz="1300" kern="100" dirty="0">
                  <a:solidFill>
                    <a:schemeClr val="bg1"/>
                  </a:solidFill>
                  <a:effectLst/>
                  <a:latin typeface="Microsoft YaHei" panose="020B0503020204020204" pitchFamily="34" charset="-122"/>
                  <a:ea typeface="Microsoft YaHei" panose="020B0503020204020204" pitchFamily="34" charset="-122"/>
                  <a:cs typeface="Times New Roman" panose="02020603050405020304" pitchFamily="18" charset="0"/>
                </a:rPr>
                <a:t>可变分配全局置换</a:t>
              </a:r>
              <a:r>
                <a:rPr lang="zh-CN" altLang="zh-CN" sz="1300" dirty="0">
                  <a:solidFill>
                    <a:schemeClr val="bg1"/>
                  </a:solidFill>
                  <a:effectLst/>
                  <a:latin typeface="Microsoft YaHei" panose="020B0503020204020204" pitchFamily="34" charset="-122"/>
                  <a:ea typeface="Microsoft YaHei" panose="020B0503020204020204" pitchFamily="34" charset="-122"/>
                </a:rPr>
                <a:t> </a:t>
              </a:r>
              <a:endParaRPr lang="zh-CN" altLang="en-US" sz="1300" b="1" dirty="0">
                <a:solidFill>
                  <a:schemeClr val="bg1"/>
                </a:solidFill>
                <a:latin typeface="Microsoft YaHei" panose="020B0503020204020204" pitchFamily="34" charset="-122"/>
                <a:ea typeface="Microsoft YaHei" panose="020B0503020204020204" pitchFamily="34" charset="-122"/>
              </a:endParaRPr>
            </a:p>
          </p:txBody>
        </p:sp>
      </p:grpSp>
      <p:grpSp>
        <p:nvGrpSpPr>
          <p:cNvPr id="13" name="组合 12">
            <a:extLst>
              <a:ext uri="{FF2B5EF4-FFF2-40B4-BE49-F238E27FC236}">
                <a16:creationId xmlns:a16="http://schemas.microsoft.com/office/drawing/2014/main" xmlns="" id="{932F84C4-8C29-6CE8-5EDC-D72C598BCB12}"/>
              </a:ext>
            </a:extLst>
          </p:cNvPr>
          <p:cNvGrpSpPr/>
          <p:nvPr/>
        </p:nvGrpSpPr>
        <p:grpSpPr>
          <a:xfrm>
            <a:off x="2905877" y="5623158"/>
            <a:ext cx="1266290" cy="569790"/>
            <a:chOff x="737171" y="5636574"/>
            <a:chExt cx="1266290" cy="569790"/>
          </a:xfrm>
        </p:grpSpPr>
        <p:sp>
          <p:nvSpPr>
            <p:cNvPr id="14" name="圆角矩形 13">
              <a:extLst>
                <a:ext uri="{FF2B5EF4-FFF2-40B4-BE49-F238E27FC236}">
                  <a16:creationId xmlns:a16="http://schemas.microsoft.com/office/drawing/2014/main" xmlns="" id="{0D246939-9967-CC66-96ED-E6890EF87704}"/>
                </a:ext>
              </a:extLst>
            </p:cNvPr>
            <p:cNvSpPr/>
            <p:nvPr/>
          </p:nvSpPr>
          <p:spPr>
            <a:xfrm>
              <a:off x="737171" y="5636574"/>
              <a:ext cx="1266290" cy="554804"/>
            </a:xfrm>
            <a:prstGeom prst="roundRect">
              <a:avLst>
                <a:gd name="adj" fmla="val 1111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latin typeface="Microsoft YaHei" panose="020B0503020204020204" pitchFamily="34" charset="-122"/>
                <a:ea typeface="Microsoft YaHei" panose="020B0503020204020204" pitchFamily="34" charset="-122"/>
              </a:endParaRPr>
            </a:p>
          </p:txBody>
        </p:sp>
        <p:sp>
          <p:nvSpPr>
            <p:cNvPr id="15" name="文本框 14">
              <a:extLst>
                <a:ext uri="{FF2B5EF4-FFF2-40B4-BE49-F238E27FC236}">
                  <a16:creationId xmlns:a16="http://schemas.microsoft.com/office/drawing/2014/main" xmlns="" id="{0FEC2780-6D90-19DF-C70D-EE5C7C909026}"/>
                </a:ext>
              </a:extLst>
            </p:cNvPr>
            <p:cNvSpPr txBox="1"/>
            <p:nvPr/>
          </p:nvSpPr>
          <p:spPr>
            <a:xfrm>
              <a:off x="737171" y="5713921"/>
              <a:ext cx="1266290" cy="492443"/>
            </a:xfrm>
            <a:prstGeom prst="rect">
              <a:avLst/>
            </a:prstGeom>
            <a:noFill/>
          </p:spPr>
          <p:txBody>
            <a:bodyPr wrap="square">
              <a:spAutoFit/>
            </a:bodyPr>
            <a:lstStyle/>
            <a:p>
              <a:pPr algn="ctr"/>
              <a:r>
                <a:rPr lang="zh-CN" altLang="zh-CN" sz="1300" kern="100" dirty="0">
                  <a:solidFill>
                    <a:schemeClr val="bg1"/>
                  </a:solidFill>
                  <a:effectLst/>
                  <a:latin typeface="Microsoft YaHei" panose="020B0503020204020204" pitchFamily="34" charset="-122"/>
                  <a:ea typeface="Microsoft YaHei" panose="020B0503020204020204" pitchFamily="34" charset="-122"/>
                  <a:cs typeface="Times New Roman" panose="02020603050405020304" pitchFamily="18" charset="0"/>
                </a:rPr>
                <a:t>可变分配局部置换</a:t>
              </a:r>
              <a:r>
                <a:rPr lang="zh-CN" altLang="zh-CN" sz="1300" dirty="0">
                  <a:solidFill>
                    <a:schemeClr val="bg1"/>
                  </a:solidFill>
                  <a:effectLst/>
                  <a:latin typeface="Microsoft YaHei" panose="020B0503020204020204" pitchFamily="34" charset="-122"/>
                  <a:ea typeface="Microsoft YaHei" panose="020B0503020204020204" pitchFamily="34" charset="-122"/>
                </a:rPr>
                <a:t> </a:t>
              </a:r>
              <a:endParaRPr lang="zh-CN" altLang="en-US" sz="1300" b="1" dirty="0">
                <a:solidFill>
                  <a:schemeClr val="bg1"/>
                </a:solidFill>
                <a:latin typeface="Microsoft YaHei" panose="020B0503020204020204" pitchFamily="34" charset="-122"/>
                <a:ea typeface="Microsoft YaHei" panose="020B0503020204020204" pitchFamily="34" charset="-122"/>
              </a:endParaRPr>
            </a:p>
          </p:txBody>
        </p:sp>
      </p:grpSp>
      <p:sp>
        <p:nvSpPr>
          <p:cNvPr id="16" name="圆角矩形 15">
            <a:extLst>
              <a:ext uri="{FF2B5EF4-FFF2-40B4-BE49-F238E27FC236}">
                <a16:creationId xmlns:a16="http://schemas.microsoft.com/office/drawing/2014/main" xmlns="" id="{40C59306-FB03-DFF0-0F07-ED8454ECC9F0}"/>
              </a:ext>
            </a:extLst>
          </p:cNvPr>
          <p:cNvSpPr/>
          <p:nvPr/>
        </p:nvSpPr>
        <p:spPr>
          <a:xfrm>
            <a:off x="4403450" y="2171518"/>
            <a:ext cx="6831724" cy="1090227"/>
          </a:xfrm>
          <a:prstGeom prst="roundRect">
            <a:avLst>
              <a:gd name="adj" fmla="val 7026"/>
            </a:avLst>
          </a:prstGeom>
          <a:solidFill>
            <a:schemeClr val="bg1"/>
          </a:solidFill>
          <a:ln>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zh-CN" sz="1500" kern="100" dirty="0">
                <a:solidFill>
                  <a:schemeClr val="tx1"/>
                </a:solidFill>
                <a:effectLst/>
                <a:latin typeface="Microsoft YaHei" panose="020B0503020204020204" pitchFamily="34" charset="-122"/>
                <a:ea typeface="Microsoft YaHei" panose="020B0503020204020204" pitchFamily="34" charset="-122"/>
              </a:rPr>
              <a:t>根据进程的类型，为每一进程分配固定的页数的内存空间，在整个运行期间都不再改变。采用该策略时，如果进程在运行中出现缺页，则只能从分配给该进程的页面中选出一个换出，然后再调入一页，以保证分配给该进程的内存空间总数不变</a:t>
            </a:r>
          </a:p>
        </p:txBody>
      </p:sp>
      <p:sp>
        <p:nvSpPr>
          <p:cNvPr id="17" name="圆角矩形 16">
            <a:extLst>
              <a:ext uri="{FF2B5EF4-FFF2-40B4-BE49-F238E27FC236}">
                <a16:creationId xmlns:a16="http://schemas.microsoft.com/office/drawing/2014/main" xmlns="" id="{A1EBA953-E12C-9AA8-C37A-1364A6AB40A7}"/>
              </a:ext>
            </a:extLst>
          </p:cNvPr>
          <p:cNvSpPr/>
          <p:nvPr/>
        </p:nvSpPr>
        <p:spPr>
          <a:xfrm>
            <a:off x="4403450" y="3555779"/>
            <a:ext cx="6831724" cy="1591964"/>
          </a:xfrm>
          <a:prstGeom prst="roundRect">
            <a:avLst>
              <a:gd name="adj" fmla="val 7026"/>
            </a:avLst>
          </a:prstGeom>
          <a:solidFill>
            <a:schemeClr val="bg1"/>
          </a:solidFill>
          <a:ln>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zh-CN" altLang="zh-CN" sz="1500" kern="100" dirty="0">
                <a:solidFill>
                  <a:schemeClr val="tx1"/>
                </a:solidFill>
                <a:effectLst/>
                <a:latin typeface="Microsoft YaHei" panose="020B0503020204020204" pitchFamily="34" charset="-122"/>
                <a:ea typeface="Microsoft YaHei" panose="020B0503020204020204" pitchFamily="34" charset="-122"/>
              </a:rPr>
              <a:t>采用这种策略时，先为系统中的每一进程分配一定数量的内存空间，操作系统本身也保持一个空闲物理页面的队列。当某进程发生缺页时，由系统的空闲物理页面队列中取出物理页面分配给该进程。但当空闲物理页面队列中的物理页面用完时，操作系统才从所有内存中按规定的置换算法选择一页调出。该页可能是系统中任意一个进程的页</a:t>
            </a:r>
          </a:p>
        </p:txBody>
      </p:sp>
      <p:sp>
        <p:nvSpPr>
          <p:cNvPr id="18" name="圆角矩形 17">
            <a:extLst>
              <a:ext uri="{FF2B5EF4-FFF2-40B4-BE49-F238E27FC236}">
                <a16:creationId xmlns:a16="http://schemas.microsoft.com/office/drawing/2014/main" xmlns="" id="{BBEA6B49-D636-A46A-98A6-20CB50AE524B}"/>
              </a:ext>
            </a:extLst>
          </p:cNvPr>
          <p:cNvSpPr/>
          <p:nvPr/>
        </p:nvSpPr>
        <p:spPr>
          <a:xfrm>
            <a:off x="4403450" y="5267064"/>
            <a:ext cx="6831724" cy="1347367"/>
          </a:xfrm>
          <a:prstGeom prst="roundRect">
            <a:avLst>
              <a:gd name="adj" fmla="val 7026"/>
            </a:avLst>
          </a:prstGeom>
          <a:solidFill>
            <a:schemeClr val="bg1"/>
          </a:solidFill>
          <a:ln>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zh-CN" altLang="zh-CN" sz="1500" kern="100" dirty="0">
                <a:solidFill>
                  <a:schemeClr val="tx1"/>
                </a:solidFill>
                <a:effectLst/>
                <a:latin typeface="Microsoft YaHei" panose="020B0503020204020204" pitchFamily="34" charset="-122"/>
                <a:ea typeface="Microsoft YaHei" panose="020B0503020204020204" pitchFamily="34" charset="-122"/>
              </a:rPr>
              <a:t>同样基于进程的类型，为每一进程分配一定数目的内存空间。但当某进程发生缺页时，只允许从分配给该进程的页面中选出一页换出，这样就不影响其他进程的运行。如果进程在运行的过程中，频繁的发生缺页，则系统再为该进程增加分配若干物理页面，直到进程的缺页率降低到适当程度为止</a:t>
            </a:r>
          </a:p>
        </p:txBody>
      </p:sp>
      <p:cxnSp>
        <p:nvCxnSpPr>
          <p:cNvPr id="19" name="直线连接符 18">
            <a:extLst>
              <a:ext uri="{FF2B5EF4-FFF2-40B4-BE49-F238E27FC236}">
                <a16:creationId xmlns:a16="http://schemas.microsoft.com/office/drawing/2014/main" xmlns="" id="{02478FEA-1DFB-9217-B590-259479666E39}"/>
              </a:ext>
            </a:extLst>
          </p:cNvPr>
          <p:cNvCxnSpPr>
            <a:cxnSpLocks/>
            <a:stCxn id="5" idx="3"/>
            <a:endCxn id="9" idx="1"/>
          </p:cNvCxnSpPr>
          <p:nvPr/>
        </p:nvCxnSpPr>
        <p:spPr>
          <a:xfrm flipV="1">
            <a:off x="1924914" y="2716631"/>
            <a:ext cx="980963" cy="1586126"/>
          </a:xfrm>
          <a:prstGeom prst="line">
            <a:avLst/>
          </a:prstGeom>
        </p:spPr>
        <p:style>
          <a:lnRef idx="1">
            <a:schemeClr val="accent1"/>
          </a:lnRef>
          <a:fillRef idx="0">
            <a:schemeClr val="accent1"/>
          </a:fillRef>
          <a:effectRef idx="0">
            <a:schemeClr val="accent1"/>
          </a:effectRef>
          <a:fontRef idx="minor">
            <a:schemeClr val="tx1"/>
          </a:fontRef>
        </p:style>
      </p:cxnSp>
      <p:cxnSp>
        <p:nvCxnSpPr>
          <p:cNvPr id="20" name="直线连接符 19">
            <a:extLst>
              <a:ext uri="{FF2B5EF4-FFF2-40B4-BE49-F238E27FC236}">
                <a16:creationId xmlns:a16="http://schemas.microsoft.com/office/drawing/2014/main" xmlns="" id="{B6A2CBB2-60F3-3991-B6D7-B9BA7556585A}"/>
              </a:ext>
            </a:extLst>
          </p:cNvPr>
          <p:cNvCxnSpPr>
            <a:cxnSpLocks/>
            <a:endCxn id="15" idx="1"/>
          </p:cNvCxnSpPr>
          <p:nvPr/>
        </p:nvCxnSpPr>
        <p:spPr>
          <a:xfrm>
            <a:off x="1940487" y="4346005"/>
            <a:ext cx="965390" cy="1600722"/>
          </a:xfrm>
          <a:prstGeom prst="line">
            <a:avLst/>
          </a:prstGeom>
        </p:spPr>
        <p:style>
          <a:lnRef idx="1">
            <a:schemeClr val="accent1"/>
          </a:lnRef>
          <a:fillRef idx="0">
            <a:schemeClr val="accent1"/>
          </a:fillRef>
          <a:effectRef idx="0">
            <a:schemeClr val="accent1"/>
          </a:effectRef>
          <a:fontRef idx="minor">
            <a:schemeClr val="tx1"/>
          </a:fontRef>
        </p:style>
      </p:cxnSp>
      <p:cxnSp>
        <p:nvCxnSpPr>
          <p:cNvPr id="21" name="直线连接符 20">
            <a:extLst>
              <a:ext uri="{FF2B5EF4-FFF2-40B4-BE49-F238E27FC236}">
                <a16:creationId xmlns:a16="http://schemas.microsoft.com/office/drawing/2014/main" xmlns="" id="{CBFE0768-5DAD-7CD3-09F4-76F0C377419E}"/>
              </a:ext>
            </a:extLst>
          </p:cNvPr>
          <p:cNvCxnSpPr>
            <a:cxnSpLocks/>
            <a:endCxn id="12" idx="1"/>
          </p:cNvCxnSpPr>
          <p:nvPr/>
        </p:nvCxnSpPr>
        <p:spPr>
          <a:xfrm>
            <a:off x="1940487" y="4276318"/>
            <a:ext cx="965390" cy="23082"/>
          </a:xfrm>
          <a:prstGeom prst="line">
            <a:avLst/>
          </a:prstGeom>
        </p:spPr>
        <p:style>
          <a:lnRef idx="1">
            <a:schemeClr val="accent1"/>
          </a:lnRef>
          <a:fillRef idx="0">
            <a:schemeClr val="accent1"/>
          </a:fillRef>
          <a:effectRef idx="0">
            <a:schemeClr val="accent1"/>
          </a:effectRef>
          <a:fontRef idx="minor">
            <a:schemeClr val="tx1"/>
          </a:fontRef>
        </p:style>
      </p:cxnSp>
      <p:sp>
        <p:nvSpPr>
          <p:cNvPr id="22" name="文本框 21">
            <a:extLst>
              <a:ext uri="{FF2B5EF4-FFF2-40B4-BE49-F238E27FC236}">
                <a16:creationId xmlns:a16="http://schemas.microsoft.com/office/drawing/2014/main" xmlns="" id="{EE067947-AAEA-AB76-E562-B53C14AA5BD1}"/>
              </a:ext>
            </a:extLst>
          </p:cNvPr>
          <p:cNvSpPr txBox="1"/>
          <p:nvPr/>
        </p:nvSpPr>
        <p:spPr>
          <a:xfrm>
            <a:off x="458485" y="1173599"/>
            <a:ext cx="11026789" cy="730777"/>
          </a:xfrm>
          <a:prstGeom prst="rect">
            <a:avLst/>
          </a:prstGeom>
          <a:noFill/>
        </p:spPr>
        <p:txBody>
          <a:bodyPr wrap="square">
            <a:spAutoFit/>
          </a:bodyPr>
          <a:lstStyle/>
          <a:p>
            <a:pPr>
              <a:lnSpc>
                <a:spcPts val="2600"/>
              </a:lnSpc>
            </a:pPr>
            <a:r>
              <a:rPr lang="zh-CN" altLang="en-US" sz="1800" kern="100" dirty="0">
                <a:effectLst/>
                <a:latin typeface="Microsoft YaHei" panose="020B0503020204020204" pitchFamily="34" charset="-122"/>
                <a:ea typeface="Microsoft YaHei" panose="020B0503020204020204" pitchFamily="34" charset="-122"/>
                <a:cs typeface="Times New Roman" panose="02020603050405020304" pitchFamily="18" charset="0"/>
              </a:rPr>
              <a:t>       </a:t>
            </a:r>
            <a:r>
              <a:rPr lang="zh-CN" altLang="zh-CN" sz="1800" kern="100" dirty="0">
                <a:effectLst/>
                <a:latin typeface="Microsoft YaHei" panose="020B0503020204020204" pitchFamily="34" charset="-122"/>
                <a:ea typeface="Microsoft YaHei" panose="020B0503020204020204" pitchFamily="34" charset="-122"/>
                <a:cs typeface="Times New Roman" panose="02020603050405020304" pitchFamily="18" charset="0"/>
              </a:rPr>
              <a:t>如果缺页发生时物理内存已满，“置换策略”被用于确定哪个物理页面必须从内存中移出为新的页面腾出空位。在虚拟页式存储</a:t>
            </a:r>
            <a:r>
              <a:rPr lang="zh-CN" altLang="zh-CN" kern="100" dirty="0">
                <a:solidFill>
                  <a:srgbClr val="9A0001"/>
                </a:solidFill>
                <a:latin typeface="Microsoft YaHei" panose="020B0503020204020204" pitchFamily="34" charset="-122"/>
                <a:ea typeface="Microsoft YaHei" panose="020B0503020204020204" pitchFamily="34" charset="-122"/>
              </a:rPr>
              <a:t>管理</a:t>
            </a:r>
            <a:r>
              <a:rPr lang="zh-CN" altLang="zh-CN" sz="1800" kern="100" dirty="0">
                <a:effectLst/>
                <a:latin typeface="Microsoft YaHei" panose="020B0503020204020204" pitchFamily="34" charset="-122"/>
                <a:ea typeface="Microsoft YaHei" panose="020B0503020204020204" pitchFamily="34" charset="-122"/>
                <a:cs typeface="Times New Roman" panose="02020603050405020304" pitchFamily="18" charset="0"/>
              </a:rPr>
              <a:t>方案中，</a:t>
            </a:r>
            <a:r>
              <a:rPr lang="zh-CN" altLang="zh-CN" sz="1800" kern="100" dirty="0">
                <a:solidFill>
                  <a:srgbClr val="9A0001"/>
                </a:solidFill>
                <a:effectLst/>
                <a:latin typeface="Microsoft YaHei" panose="020B0503020204020204" pitchFamily="34" charset="-122"/>
                <a:ea typeface="Microsoft YaHei" panose="020B0503020204020204" pitchFamily="34" charset="-122"/>
                <a:cs typeface="Times New Roman" panose="02020603050405020304" pitchFamily="18" charset="0"/>
              </a:rPr>
              <a:t>存在有两种页面分配策略，即固定和可变分配策略</a:t>
            </a:r>
            <a:endParaRPr lang="zh-CN" altLang="en-US" dirty="0">
              <a:solidFill>
                <a:srgbClr val="9A0001"/>
              </a:solidFill>
              <a:latin typeface="Microsoft YaHei" panose="020B0503020204020204" pitchFamily="34" charset="-122"/>
              <a:ea typeface="Microsoft YaHei" panose="020B0503020204020204" pitchFamily="34" charset="-122"/>
            </a:endParaRPr>
          </a:p>
        </p:txBody>
      </p:sp>
    </p:spTree>
    <p:extLst>
      <p:ext uri="{BB962C8B-B14F-4D97-AF65-F5344CB8AC3E}">
        <p14:creationId xmlns:p14="http://schemas.microsoft.com/office/powerpoint/2010/main" xmlns="" val="3374831996"/>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p:txBody>
          <a:bodyPr>
            <a:normAutofit/>
          </a:bodyPr>
          <a:lstStyle/>
          <a:p>
            <a:r>
              <a:rPr lang="en-US" altLang="zh-CN" dirty="0">
                <a:sym typeface="Arial" panose="020B0604020202020204" pitchFamily="34" charset="0"/>
              </a:rPr>
              <a:t>5.4.4</a:t>
            </a:r>
            <a:r>
              <a:rPr lang="zh-CN" altLang="en-US" dirty="0">
                <a:sym typeface="Arial" panose="020B0604020202020204" pitchFamily="34" charset="0"/>
              </a:rPr>
              <a:t>虚拟页式存储地址转换过程 </a:t>
            </a:r>
            <a:r>
              <a:rPr lang="en-US" altLang="zh-CN" dirty="0">
                <a:sym typeface="Arial" panose="020B0604020202020204" pitchFamily="34" charset="0"/>
              </a:rPr>
              <a:t>I</a:t>
            </a:r>
            <a:r>
              <a:rPr lang="zh-CN" altLang="en-US" dirty="0">
                <a:sym typeface="Arial" panose="020B0604020202020204" pitchFamily="34" charset="0"/>
              </a:rPr>
              <a:t> 页面置换算法</a:t>
            </a:r>
          </a:p>
        </p:txBody>
      </p:sp>
      <p:sp>
        <p:nvSpPr>
          <p:cNvPr id="4" name="文本框 3">
            <a:extLst>
              <a:ext uri="{FF2B5EF4-FFF2-40B4-BE49-F238E27FC236}">
                <a16:creationId xmlns:a16="http://schemas.microsoft.com/office/drawing/2014/main" xmlns="" id="{092C3589-71BC-4DA9-35D7-ED195AA198E5}"/>
              </a:ext>
            </a:extLst>
          </p:cNvPr>
          <p:cNvSpPr txBox="1"/>
          <p:nvPr/>
        </p:nvSpPr>
        <p:spPr>
          <a:xfrm>
            <a:off x="640848" y="1225689"/>
            <a:ext cx="10909468" cy="730777"/>
          </a:xfrm>
          <a:prstGeom prst="rect">
            <a:avLst/>
          </a:prstGeom>
          <a:noFill/>
        </p:spPr>
        <p:txBody>
          <a:bodyPr wrap="square">
            <a:spAutoFit/>
          </a:bodyPr>
          <a:lstStyle/>
          <a:p>
            <a:pPr>
              <a:lnSpc>
                <a:spcPts val="2600"/>
              </a:lnSpc>
            </a:pPr>
            <a:r>
              <a:rPr lang="zh-CN" altLang="en-US" sz="1800" kern="100" dirty="0">
                <a:effectLst/>
                <a:latin typeface="Microsoft YaHei" panose="020B0503020204020204" pitchFamily="34" charset="-122"/>
                <a:ea typeface="Microsoft YaHei" panose="020B0503020204020204" pitchFamily="34" charset="-122"/>
                <a:cs typeface="Times New Roman" panose="02020603050405020304" pitchFamily="18" charset="0"/>
              </a:rPr>
              <a:t>       </a:t>
            </a:r>
            <a:r>
              <a:rPr lang="zh-CN" altLang="zh-CN" sz="1800" kern="100" dirty="0">
                <a:effectLst/>
                <a:latin typeface="Microsoft YaHei" panose="020B0503020204020204" pitchFamily="34" charset="-122"/>
                <a:ea typeface="Microsoft YaHei" panose="020B0503020204020204" pitchFamily="34" charset="-122"/>
                <a:cs typeface="Times New Roman" panose="02020603050405020304" pitchFamily="18" charset="0"/>
              </a:rPr>
              <a:t>每次发生缺页时，当然可以随机选择一个页面置换。但是如果一个经常使用的页被置换出去，很有可能它很快又要被调入内存，带来不必要的额外开销。所以选择不常使用的页面会使系统性能好得多</a:t>
            </a:r>
          </a:p>
        </p:txBody>
      </p:sp>
      <p:sp>
        <p:nvSpPr>
          <p:cNvPr id="3" name="文本框 2">
            <a:extLst>
              <a:ext uri="{FF2B5EF4-FFF2-40B4-BE49-F238E27FC236}">
                <a16:creationId xmlns:a16="http://schemas.microsoft.com/office/drawing/2014/main" xmlns="" id="{3CC054AC-667A-F92F-0067-79936F51F2C3}"/>
              </a:ext>
            </a:extLst>
          </p:cNvPr>
          <p:cNvSpPr txBox="1"/>
          <p:nvPr/>
        </p:nvSpPr>
        <p:spPr>
          <a:xfrm>
            <a:off x="640848" y="3108408"/>
            <a:ext cx="10798117" cy="730777"/>
          </a:xfrm>
          <a:prstGeom prst="rect">
            <a:avLst/>
          </a:prstGeom>
          <a:noFill/>
        </p:spPr>
        <p:txBody>
          <a:bodyPr wrap="square">
            <a:spAutoFit/>
          </a:bodyPr>
          <a:lstStyle/>
          <a:p>
            <a:pPr>
              <a:lnSpc>
                <a:spcPts val="2600"/>
              </a:lnSpc>
            </a:pPr>
            <a:r>
              <a:rPr lang="zh-CN" altLang="en-US" kern="100" dirty="0">
                <a:latin typeface="Microsoft YaHei" panose="020B0503020204020204" pitchFamily="34" charset="-122"/>
                <a:ea typeface="Microsoft YaHei" panose="020B0503020204020204" pitchFamily="34" charset="-122"/>
                <a:cs typeface="Times New Roman" panose="02020603050405020304" pitchFamily="18" charset="0"/>
              </a:rPr>
              <a:t>      </a:t>
            </a:r>
            <a:r>
              <a:rPr lang="zh-CN" altLang="zh-CN" kern="100" dirty="0">
                <a:latin typeface="Microsoft YaHei" panose="020B0503020204020204" pitchFamily="34" charset="-122"/>
                <a:ea typeface="Microsoft YaHei" panose="020B0503020204020204" pitchFamily="34" charset="-122"/>
                <a:cs typeface="Times New Roman" panose="02020603050405020304" pitchFamily="18" charset="0"/>
              </a:rPr>
              <a:t>页面置换算法的优劣将会影响虚拟存储系统的性能，进而影响整个系统的性能。下面将介绍几个主要的页面置换算法</a:t>
            </a:r>
          </a:p>
        </p:txBody>
      </p:sp>
      <p:sp>
        <p:nvSpPr>
          <p:cNvPr id="6" name="文本框 5">
            <a:extLst>
              <a:ext uri="{FF2B5EF4-FFF2-40B4-BE49-F238E27FC236}">
                <a16:creationId xmlns:a16="http://schemas.microsoft.com/office/drawing/2014/main" xmlns="" id="{9047CF9F-92B6-70CE-FF04-BC796D5EA89A}"/>
              </a:ext>
            </a:extLst>
          </p:cNvPr>
          <p:cNvSpPr txBox="1"/>
          <p:nvPr/>
        </p:nvSpPr>
        <p:spPr>
          <a:xfrm>
            <a:off x="640848" y="2169159"/>
            <a:ext cx="10699506" cy="730777"/>
          </a:xfrm>
          <a:prstGeom prst="rect">
            <a:avLst/>
          </a:prstGeom>
          <a:noFill/>
        </p:spPr>
        <p:txBody>
          <a:bodyPr wrap="square">
            <a:spAutoFit/>
          </a:bodyPr>
          <a:lstStyle/>
          <a:p>
            <a:pPr>
              <a:lnSpc>
                <a:spcPts val="2600"/>
              </a:lnSpc>
            </a:pPr>
            <a:r>
              <a:rPr lang="zh-CN" altLang="en-US" kern="100" dirty="0">
                <a:latin typeface="Microsoft YaHei" panose="020B0503020204020204" pitchFamily="34" charset="-122"/>
                <a:ea typeface="Microsoft YaHei" panose="020B0503020204020204" pitchFamily="34" charset="-122"/>
                <a:cs typeface="Times New Roman" panose="02020603050405020304" pitchFamily="18" charset="0"/>
              </a:rPr>
              <a:t>       </a:t>
            </a:r>
            <a:r>
              <a:rPr lang="zh-CN" altLang="zh-CN" kern="100" dirty="0">
                <a:latin typeface="Microsoft YaHei" panose="020B0503020204020204" pitchFamily="34" charset="-122"/>
                <a:ea typeface="Microsoft YaHei" panose="020B0503020204020204" pitchFamily="34" charset="-122"/>
                <a:cs typeface="Times New Roman" panose="02020603050405020304" pitchFamily="18" charset="0"/>
              </a:rPr>
              <a:t>如果刚被调出的页面又立即要用，因而又要把它装入，而装入不久又被选中调出，调出不久又被装入，如此反复，使调度非常频繁。这种现象称为“抖动”或称“颠簸”</a:t>
            </a:r>
          </a:p>
        </p:txBody>
      </p:sp>
      <p:sp>
        <p:nvSpPr>
          <p:cNvPr id="7" name="圆角矩形 6">
            <a:extLst>
              <a:ext uri="{FF2B5EF4-FFF2-40B4-BE49-F238E27FC236}">
                <a16:creationId xmlns:a16="http://schemas.microsoft.com/office/drawing/2014/main" xmlns="" id="{5923F2C5-FF09-4F09-A645-EDD18CFEFE5C}"/>
              </a:ext>
            </a:extLst>
          </p:cNvPr>
          <p:cNvSpPr/>
          <p:nvPr/>
        </p:nvSpPr>
        <p:spPr>
          <a:xfrm>
            <a:off x="760748" y="4557197"/>
            <a:ext cx="10378820" cy="1180829"/>
          </a:xfrm>
          <a:prstGeom prst="roundRect">
            <a:avLst>
              <a:gd name="adj" fmla="val 7026"/>
            </a:avLst>
          </a:prstGeom>
          <a:solidFill>
            <a:schemeClr val="bg1"/>
          </a:solidFill>
          <a:ln>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ts val="2600"/>
              </a:lnSpc>
            </a:pPr>
            <a:r>
              <a:rPr lang="zh-CN" altLang="zh-CN" kern="100" dirty="0">
                <a:solidFill>
                  <a:schemeClr val="tx1"/>
                </a:solidFill>
                <a:latin typeface="Microsoft YaHei" panose="020B0503020204020204" pitchFamily="34" charset="-122"/>
                <a:ea typeface="Microsoft YaHei" panose="020B0503020204020204" pitchFamily="34" charset="-122"/>
                <a:cs typeface="Times New Roman" panose="02020603050405020304" pitchFamily="18" charset="0"/>
              </a:rPr>
              <a:t>该算法淘汰以后不再需要的，或者在最长时间以后才会用到的页面。这一算法一般不可能实现，但它可以作为衡量其他页面淘汰算法优劣的一个标准</a:t>
            </a:r>
          </a:p>
        </p:txBody>
      </p:sp>
      <p:sp>
        <p:nvSpPr>
          <p:cNvPr id="9" name="文本框 8">
            <a:extLst>
              <a:ext uri="{FF2B5EF4-FFF2-40B4-BE49-F238E27FC236}">
                <a16:creationId xmlns:a16="http://schemas.microsoft.com/office/drawing/2014/main" xmlns="" id="{7A996831-F18C-28E2-54E5-67209B919681}"/>
              </a:ext>
            </a:extLst>
          </p:cNvPr>
          <p:cNvSpPr txBox="1"/>
          <p:nvPr/>
        </p:nvSpPr>
        <p:spPr>
          <a:xfrm>
            <a:off x="886801" y="4348725"/>
            <a:ext cx="3278225" cy="369332"/>
          </a:xfrm>
          <a:prstGeom prst="rect">
            <a:avLst/>
          </a:prstGeom>
          <a:solidFill>
            <a:schemeClr val="bg1"/>
          </a:solidFill>
        </p:spPr>
        <p:txBody>
          <a:bodyPr wrap="square">
            <a:spAutoFit/>
          </a:bodyPr>
          <a:lstStyle/>
          <a:p>
            <a:pPr indent="266700" algn="just"/>
            <a:r>
              <a:rPr lang="zh-CN" altLang="zh-CN" sz="1800" b="1" kern="100" dirty="0">
                <a:solidFill>
                  <a:srgbClr val="9A0001"/>
                </a:solidFill>
                <a:effectLst/>
                <a:latin typeface="Microsoft YaHei" panose="020B0503020204020204" pitchFamily="34" charset="-122"/>
                <a:ea typeface="Microsoft YaHei" panose="020B0503020204020204" pitchFamily="34" charset="-122"/>
              </a:rPr>
              <a:t>理想页面置换算法（</a:t>
            </a:r>
            <a:r>
              <a:rPr lang="en-US" altLang="zh-CN" sz="1800" b="1" kern="100" dirty="0">
                <a:solidFill>
                  <a:srgbClr val="9A0001"/>
                </a:solidFill>
                <a:effectLst/>
                <a:latin typeface="Microsoft YaHei" panose="020B0503020204020204" pitchFamily="34" charset="-122"/>
                <a:ea typeface="Microsoft YaHei" panose="020B0503020204020204" pitchFamily="34" charset="-122"/>
              </a:rPr>
              <a:t>OPT</a:t>
            </a:r>
            <a:r>
              <a:rPr lang="zh-CN" altLang="zh-CN" sz="1800" b="1" kern="100" dirty="0">
                <a:solidFill>
                  <a:srgbClr val="9A0001"/>
                </a:solidFill>
                <a:effectLst/>
                <a:latin typeface="Microsoft YaHei" panose="020B0503020204020204" pitchFamily="34" charset="-122"/>
                <a:ea typeface="Microsoft YaHei" panose="020B0503020204020204" pitchFamily="34" charset="-122"/>
              </a:rPr>
              <a:t>）</a:t>
            </a:r>
          </a:p>
        </p:txBody>
      </p:sp>
    </p:spTree>
    <p:extLst>
      <p:ext uri="{BB962C8B-B14F-4D97-AF65-F5344CB8AC3E}">
        <p14:creationId xmlns:p14="http://schemas.microsoft.com/office/powerpoint/2010/main" xmlns="" val="3749967803"/>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p:txBody>
          <a:bodyPr>
            <a:normAutofit/>
          </a:bodyPr>
          <a:lstStyle/>
          <a:p>
            <a:r>
              <a:rPr lang="en-US" altLang="zh-CN" dirty="0">
                <a:sym typeface="Arial" panose="020B0604020202020204" pitchFamily="34" charset="0"/>
              </a:rPr>
              <a:t>5.4.4</a:t>
            </a:r>
            <a:r>
              <a:rPr lang="zh-CN" altLang="en-US" dirty="0">
                <a:sym typeface="Arial" panose="020B0604020202020204" pitchFamily="34" charset="0"/>
              </a:rPr>
              <a:t>虚拟页式存储地址转换过程 </a:t>
            </a:r>
            <a:r>
              <a:rPr lang="en-US" altLang="zh-CN" dirty="0">
                <a:sym typeface="Arial" panose="020B0604020202020204" pitchFamily="34" charset="0"/>
              </a:rPr>
              <a:t>I</a:t>
            </a:r>
            <a:r>
              <a:rPr lang="zh-CN" altLang="en-US" dirty="0">
                <a:sym typeface="Arial" panose="020B0604020202020204" pitchFamily="34" charset="0"/>
              </a:rPr>
              <a:t> 页面置换算法</a:t>
            </a:r>
          </a:p>
        </p:txBody>
      </p:sp>
      <p:sp>
        <p:nvSpPr>
          <p:cNvPr id="7" name="圆角矩形 6">
            <a:extLst>
              <a:ext uri="{FF2B5EF4-FFF2-40B4-BE49-F238E27FC236}">
                <a16:creationId xmlns:a16="http://schemas.microsoft.com/office/drawing/2014/main" xmlns="" id="{5923F2C5-FF09-4F09-A645-EDD18CFEFE5C}"/>
              </a:ext>
            </a:extLst>
          </p:cNvPr>
          <p:cNvSpPr/>
          <p:nvPr/>
        </p:nvSpPr>
        <p:spPr>
          <a:xfrm>
            <a:off x="585015" y="1553407"/>
            <a:ext cx="10378820" cy="938782"/>
          </a:xfrm>
          <a:prstGeom prst="roundRect">
            <a:avLst>
              <a:gd name="adj" fmla="val 7026"/>
            </a:avLst>
          </a:prstGeom>
          <a:solidFill>
            <a:schemeClr val="bg1"/>
          </a:solidFill>
          <a:ln>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lnSpc>
                <a:spcPts val="2600"/>
              </a:lnSpc>
            </a:pPr>
            <a:r>
              <a:rPr lang="zh-CN" altLang="zh-CN" sz="1800" kern="100" dirty="0">
                <a:solidFill>
                  <a:schemeClr val="tx1"/>
                </a:solidFill>
                <a:effectLst/>
                <a:latin typeface="Microsoft YaHei" panose="020B0503020204020204" pitchFamily="34" charset="-122"/>
                <a:ea typeface="Microsoft YaHei" panose="020B0503020204020204" pitchFamily="34" charset="-122"/>
              </a:rPr>
              <a:t>先进先出页面置换算法总是选择最先装入内存的一页调出，或者说是把驻留在内存中时间最长的一页调出</a:t>
            </a:r>
          </a:p>
        </p:txBody>
      </p:sp>
      <p:sp>
        <p:nvSpPr>
          <p:cNvPr id="9" name="文本框 8">
            <a:extLst>
              <a:ext uri="{FF2B5EF4-FFF2-40B4-BE49-F238E27FC236}">
                <a16:creationId xmlns:a16="http://schemas.microsoft.com/office/drawing/2014/main" xmlns="" id="{7A996831-F18C-28E2-54E5-67209B919681}"/>
              </a:ext>
            </a:extLst>
          </p:cNvPr>
          <p:cNvSpPr txBox="1"/>
          <p:nvPr/>
        </p:nvSpPr>
        <p:spPr>
          <a:xfrm>
            <a:off x="711068" y="1344934"/>
            <a:ext cx="5384932" cy="369332"/>
          </a:xfrm>
          <a:prstGeom prst="rect">
            <a:avLst/>
          </a:prstGeom>
          <a:solidFill>
            <a:schemeClr val="bg1"/>
          </a:solidFill>
        </p:spPr>
        <p:txBody>
          <a:bodyPr wrap="square">
            <a:spAutoFit/>
          </a:bodyPr>
          <a:lstStyle/>
          <a:p>
            <a:r>
              <a:rPr lang="zh-CN" altLang="zh-CN" sz="1800" b="1" kern="100" dirty="0">
                <a:solidFill>
                  <a:srgbClr val="9A0001"/>
                </a:solidFill>
                <a:effectLst/>
                <a:latin typeface="Microsoft YaHei" panose="020B0503020204020204" pitchFamily="34" charset="-122"/>
                <a:ea typeface="Microsoft YaHei" panose="020B0503020204020204" pitchFamily="34" charset="-122"/>
                <a:cs typeface="Times New Roman" panose="02020603050405020304" pitchFamily="18" charset="0"/>
              </a:rPr>
              <a:t>先进先出页面置换算法（</a:t>
            </a:r>
            <a:r>
              <a:rPr lang="en-US" altLang="zh-CN" sz="1800" b="1" kern="100" dirty="0">
                <a:solidFill>
                  <a:srgbClr val="9A0001"/>
                </a:solidFill>
                <a:effectLst/>
                <a:latin typeface="Microsoft YaHei" panose="020B0503020204020204" pitchFamily="34" charset="-122"/>
                <a:ea typeface="Microsoft YaHei" panose="020B0503020204020204" pitchFamily="34" charset="-122"/>
                <a:cs typeface="Times New Roman" panose="02020603050405020304" pitchFamily="18" charset="0"/>
              </a:rPr>
              <a:t>FIFO</a:t>
            </a:r>
            <a:r>
              <a:rPr lang="zh-CN" altLang="zh-CN" sz="1800" b="1" kern="100" dirty="0">
                <a:solidFill>
                  <a:srgbClr val="9A0001"/>
                </a:solidFill>
                <a:effectLst/>
                <a:latin typeface="Microsoft YaHei" panose="020B0503020204020204" pitchFamily="34" charset="-122"/>
                <a:ea typeface="Microsoft YaHei" panose="020B0503020204020204" pitchFamily="34" charset="-122"/>
                <a:cs typeface="Times New Roman" panose="02020603050405020304" pitchFamily="18" charset="0"/>
              </a:rPr>
              <a:t>：</a:t>
            </a:r>
            <a:r>
              <a:rPr lang="en-US" altLang="zh-CN" sz="1800" b="1" kern="100" dirty="0">
                <a:solidFill>
                  <a:srgbClr val="9A0001"/>
                </a:solidFill>
                <a:effectLst/>
                <a:latin typeface="Microsoft YaHei" panose="020B0503020204020204" pitchFamily="34" charset="-122"/>
                <a:ea typeface="Microsoft YaHei" panose="020B0503020204020204" pitchFamily="34" charset="-122"/>
                <a:cs typeface="Times New Roman" panose="02020603050405020304" pitchFamily="18" charset="0"/>
              </a:rPr>
              <a:t>First-In First-Out</a:t>
            </a:r>
            <a:r>
              <a:rPr lang="zh-CN" altLang="zh-CN" sz="1800" b="1" kern="100" dirty="0">
                <a:solidFill>
                  <a:srgbClr val="9A0001"/>
                </a:solidFill>
                <a:effectLst/>
                <a:latin typeface="Microsoft YaHei" panose="020B0503020204020204" pitchFamily="34" charset="-122"/>
                <a:ea typeface="Microsoft YaHei" panose="020B0503020204020204" pitchFamily="34" charset="-122"/>
                <a:cs typeface="Times New Roman" panose="02020603050405020304" pitchFamily="18" charset="0"/>
              </a:rPr>
              <a:t>）</a:t>
            </a:r>
          </a:p>
        </p:txBody>
      </p:sp>
      <p:sp>
        <p:nvSpPr>
          <p:cNvPr id="11" name="文本框 10">
            <a:extLst>
              <a:ext uri="{FF2B5EF4-FFF2-40B4-BE49-F238E27FC236}">
                <a16:creationId xmlns:a16="http://schemas.microsoft.com/office/drawing/2014/main" xmlns="" id="{373F1395-458A-9FF5-E93A-86AC342DA9D2}"/>
              </a:ext>
            </a:extLst>
          </p:cNvPr>
          <p:cNvSpPr txBox="1"/>
          <p:nvPr/>
        </p:nvSpPr>
        <p:spPr>
          <a:xfrm>
            <a:off x="648041" y="2794564"/>
            <a:ext cx="10252767" cy="2064476"/>
          </a:xfrm>
          <a:prstGeom prst="rect">
            <a:avLst/>
          </a:prstGeom>
          <a:noFill/>
        </p:spPr>
        <p:txBody>
          <a:bodyPr wrap="square">
            <a:spAutoFit/>
          </a:bodyPr>
          <a:lstStyle/>
          <a:p>
            <a:pPr>
              <a:lnSpc>
                <a:spcPts val="2600"/>
              </a:lnSpc>
            </a:pPr>
            <a:r>
              <a:rPr lang="zh-CN" altLang="en-US" sz="1800" b="1" kern="100" dirty="0">
                <a:solidFill>
                  <a:srgbClr val="9A0001"/>
                </a:solidFill>
                <a:effectLst/>
                <a:latin typeface="Microsoft YaHei" panose="020B0503020204020204" pitchFamily="34" charset="-122"/>
                <a:ea typeface="Microsoft YaHei" panose="020B0503020204020204" pitchFamily="34" charset="-122"/>
                <a:cs typeface="Times New Roman" panose="02020603050405020304" pitchFamily="18" charset="0"/>
              </a:rPr>
              <a:t>      实现方案：</a:t>
            </a:r>
            <a:r>
              <a:rPr lang="zh-CN" altLang="zh-CN" sz="1800" kern="100" dirty="0">
                <a:solidFill>
                  <a:schemeClr val="bg1">
                    <a:lumMod val="65000"/>
                  </a:schemeClr>
                </a:solidFill>
                <a:effectLst/>
                <a:latin typeface="Microsoft YaHei" panose="020B0503020204020204" pitchFamily="34" charset="-122"/>
                <a:ea typeface="Microsoft YaHei" panose="020B0503020204020204" pitchFamily="34" charset="-122"/>
                <a:cs typeface="Times New Roman" panose="02020603050405020304" pitchFamily="18" charset="0"/>
              </a:rPr>
              <a:t>把装入内存的那些页面的页号按进入的先后次序排好队列，每次总是调出队首的页，当装入一个新页后，把新页的页号排入队尾。由操作系统维护一个所有当前在内存中的页面的链表，最老的页面在头上，最新的页面在表尾。当发生缺页时，淘汰表头的页面并把新调入的页面加到表尾。</a:t>
            </a:r>
          </a:p>
          <a:p>
            <a:pPr>
              <a:lnSpc>
                <a:spcPts val="2600"/>
              </a:lnSpc>
            </a:pPr>
            <a:r>
              <a:rPr lang="zh-CN" altLang="zh-CN" sz="1800" kern="100" dirty="0">
                <a:solidFill>
                  <a:schemeClr val="bg1">
                    <a:lumMod val="65000"/>
                  </a:schemeClr>
                </a:solidFill>
                <a:effectLst/>
                <a:latin typeface="Microsoft YaHei" panose="020B0503020204020204" pitchFamily="34" charset="-122"/>
                <a:ea typeface="Microsoft YaHei" panose="020B0503020204020204" pitchFamily="34" charset="-122"/>
                <a:cs typeface="Times New Roman" panose="02020603050405020304" pitchFamily="18" charset="0"/>
              </a:rPr>
              <a:t>在具体实现时，可用指针</a:t>
            </a:r>
            <a:r>
              <a:rPr lang="en-US" altLang="zh-CN" sz="1800" kern="100" dirty="0">
                <a:solidFill>
                  <a:schemeClr val="bg1">
                    <a:lumMod val="65000"/>
                  </a:schemeClr>
                </a:solidFill>
                <a:effectLst/>
                <a:latin typeface="Microsoft YaHei" panose="020B0503020204020204" pitchFamily="34" charset="-122"/>
                <a:ea typeface="Microsoft YaHei" panose="020B0503020204020204" pitchFamily="34" charset="-122"/>
              </a:rPr>
              <a:t>K</a:t>
            </a:r>
            <a:r>
              <a:rPr lang="zh-CN" altLang="zh-CN" sz="1800" kern="100" dirty="0">
                <a:solidFill>
                  <a:schemeClr val="bg1">
                    <a:lumMod val="65000"/>
                  </a:schemeClr>
                </a:solidFill>
                <a:effectLst/>
                <a:latin typeface="Microsoft YaHei" panose="020B0503020204020204" pitchFamily="34" charset="-122"/>
                <a:ea typeface="Microsoft YaHei" panose="020B0503020204020204" pitchFamily="34" charset="-122"/>
                <a:cs typeface="Times New Roman" panose="02020603050405020304" pitchFamily="18" charset="0"/>
              </a:rPr>
              <a:t>指示最早被装入内存的那页在队列中的位置，每次总是选择指针</a:t>
            </a:r>
            <a:r>
              <a:rPr lang="en-US" altLang="zh-CN" sz="1800" kern="100" dirty="0">
                <a:solidFill>
                  <a:schemeClr val="bg1">
                    <a:lumMod val="65000"/>
                  </a:schemeClr>
                </a:solidFill>
                <a:effectLst/>
                <a:latin typeface="Microsoft YaHei" panose="020B0503020204020204" pitchFamily="34" charset="-122"/>
                <a:ea typeface="Microsoft YaHei" panose="020B0503020204020204" pitchFamily="34" charset="-122"/>
              </a:rPr>
              <a:t>K</a:t>
            </a:r>
            <a:r>
              <a:rPr lang="zh-CN" altLang="zh-CN" sz="1800" kern="100" dirty="0">
                <a:solidFill>
                  <a:schemeClr val="bg1">
                    <a:lumMod val="65000"/>
                  </a:schemeClr>
                </a:solidFill>
                <a:effectLst/>
                <a:latin typeface="Microsoft YaHei" panose="020B0503020204020204" pitchFamily="34" charset="-122"/>
                <a:ea typeface="Microsoft YaHei" panose="020B0503020204020204" pitchFamily="34" charset="-122"/>
                <a:cs typeface="Times New Roman" panose="02020603050405020304" pitchFamily="18" charset="0"/>
              </a:rPr>
              <a:t>指示的页调出，在装入一个新页后，在指针指示的位置上填上新页页号，然后指针</a:t>
            </a:r>
            <a:r>
              <a:rPr lang="en-US" altLang="zh-CN" sz="1800" kern="100" dirty="0">
                <a:solidFill>
                  <a:schemeClr val="bg1">
                    <a:lumMod val="65000"/>
                  </a:schemeClr>
                </a:solidFill>
                <a:effectLst/>
                <a:latin typeface="Microsoft YaHei" panose="020B0503020204020204" pitchFamily="34" charset="-122"/>
                <a:ea typeface="Microsoft YaHei" panose="020B0503020204020204" pitchFamily="34" charset="-122"/>
              </a:rPr>
              <a:t>K</a:t>
            </a:r>
            <a:r>
              <a:rPr lang="zh-CN" altLang="zh-CN" sz="1800" kern="100" dirty="0">
                <a:solidFill>
                  <a:schemeClr val="bg1">
                    <a:lumMod val="65000"/>
                  </a:schemeClr>
                </a:solidFill>
                <a:effectLst/>
                <a:latin typeface="Microsoft YaHei" panose="020B0503020204020204" pitchFamily="34" charset="-122"/>
                <a:ea typeface="Microsoft YaHei" panose="020B0503020204020204" pitchFamily="34" charset="-122"/>
                <a:cs typeface="Times New Roman" panose="02020603050405020304" pitchFamily="18" charset="0"/>
              </a:rPr>
              <a:t>加</a:t>
            </a:r>
            <a:r>
              <a:rPr lang="en-US" altLang="zh-CN" sz="1800" kern="100" dirty="0">
                <a:solidFill>
                  <a:schemeClr val="bg1">
                    <a:lumMod val="65000"/>
                  </a:schemeClr>
                </a:solidFill>
                <a:effectLst/>
                <a:latin typeface="Microsoft YaHei" panose="020B0503020204020204" pitchFamily="34" charset="-122"/>
                <a:ea typeface="Microsoft YaHei" panose="020B0503020204020204" pitchFamily="34" charset="-122"/>
              </a:rPr>
              <a:t>1</a:t>
            </a:r>
            <a:r>
              <a:rPr lang="zh-CN" altLang="zh-CN" sz="1800" kern="100" dirty="0">
                <a:solidFill>
                  <a:schemeClr val="bg1">
                    <a:lumMod val="65000"/>
                  </a:schemeClr>
                </a:solidFill>
                <a:effectLst/>
                <a:latin typeface="Microsoft YaHei" panose="020B0503020204020204" pitchFamily="34" charset="-122"/>
                <a:ea typeface="Microsoft YaHei" panose="020B0503020204020204" pitchFamily="34" charset="-122"/>
                <a:cs typeface="Times New Roman" panose="02020603050405020304" pitchFamily="18" charset="0"/>
              </a:rPr>
              <a:t>，指出下一次可调出的页</a:t>
            </a:r>
            <a:endParaRPr lang="zh-CN" altLang="en-US" dirty="0">
              <a:solidFill>
                <a:schemeClr val="bg1">
                  <a:lumMod val="65000"/>
                </a:schemeClr>
              </a:solidFill>
              <a:latin typeface="Microsoft YaHei" panose="020B0503020204020204" pitchFamily="34" charset="-122"/>
              <a:ea typeface="Microsoft YaHei" panose="020B0503020204020204" pitchFamily="34" charset="-122"/>
            </a:endParaRPr>
          </a:p>
        </p:txBody>
      </p:sp>
      <p:pic>
        <p:nvPicPr>
          <p:cNvPr id="12" name="图片 11">
            <a:extLst>
              <a:ext uri="{FF2B5EF4-FFF2-40B4-BE49-F238E27FC236}">
                <a16:creationId xmlns:a16="http://schemas.microsoft.com/office/drawing/2014/main" xmlns="" id="{E531E291-573B-225C-8687-0F8D373712DE}"/>
              </a:ext>
            </a:extLst>
          </p:cNvPr>
          <p:cNvPicPr>
            <a:picLocks noChangeAspect="1"/>
          </p:cNvPicPr>
          <p:nvPr/>
        </p:nvPicPr>
        <p:blipFill>
          <a:blip r:embed="rId3"/>
          <a:stretch>
            <a:fillRect/>
          </a:stretch>
        </p:blipFill>
        <p:spPr>
          <a:xfrm>
            <a:off x="2669615" y="4699897"/>
            <a:ext cx="4893424" cy="1570216"/>
          </a:xfrm>
          <a:prstGeom prst="rect">
            <a:avLst/>
          </a:prstGeom>
        </p:spPr>
      </p:pic>
    </p:spTree>
    <p:extLst>
      <p:ext uri="{BB962C8B-B14F-4D97-AF65-F5344CB8AC3E}">
        <p14:creationId xmlns:p14="http://schemas.microsoft.com/office/powerpoint/2010/main" xmlns="" val="3343625599"/>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p:txBody>
          <a:bodyPr>
            <a:normAutofit/>
          </a:bodyPr>
          <a:lstStyle/>
          <a:p>
            <a:r>
              <a:rPr lang="en-US" altLang="zh-CN" dirty="0">
                <a:sym typeface="Arial" panose="020B0604020202020204" pitchFamily="34" charset="0"/>
              </a:rPr>
              <a:t>5.4.4</a:t>
            </a:r>
            <a:r>
              <a:rPr lang="zh-CN" altLang="en-US" dirty="0">
                <a:sym typeface="Arial" panose="020B0604020202020204" pitchFamily="34" charset="0"/>
              </a:rPr>
              <a:t>虚拟页式存储地址转换过程 </a:t>
            </a:r>
            <a:r>
              <a:rPr lang="en-US" altLang="zh-CN" dirty="0">
                <a:sym typeface="Arial" panose="020B0604020202020204" pitchFamily="34" charset="0"/>
              </a:rPr>
              <a:t>I</a:t>
            </a:r>
            <a:r>
              <a:rPr lang="zh-CN" altLang="en-US" dirty="0">
                <a:sym typeface="Arial" panose="020B0604020202020204" pitchFamily="34" charset="0"/>
              </a:rPr>
              <a:t> 页面置换算法</a:t>
            </a:r>
          </a:p>
        </p:txBody>
      </p:sp>
      <p:sp>
        <p:nvSpPr>
          <p:cNvPr id="7" name="圆角矩形 6">
            <a:extLst>
              <a:ext uri="{FF2B5EF4-FFF2-40B4-BE49-F238E27FC236}">
                <a16:creationId xmlns:a16="http://schemas.microsoft.com/office/drawing/2014/main" xmlns="" id="{5923F2C5-FF09-4F09-A645-EDD18CFEFE5C}"/>
              </a:ext>
            </a:extLst>
          </p:cNvPr>
          <p:cNvSpPr/>
          <p:nvPr/>
        </p:nvSpPr>
        <p:spPr>
          <a:xfrm>
            <a:off x="961989" y="1767988"/>
            <a:ext cx="10378820" cy="1857664"/>
          </a:xfrm>
          <a:prstGeom prst="roundRect">
            <a:avLst>
              <a:gd name="adj" fmla="val 7026"/>
            </a:avLst>
          </a:prstGeom>
          <a:solidFill>
            <a:schemeClr val="bg1"/>
          </a:solidFill>
          <a:ln>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lnSpc>
                <a:spcPts val="2600"/>
              </a:lnSpc>
            </a:pPr>
            <a:r>
              <a:rPr lang="zh-CN" altLang="zh-CN" sz="1800" kern="100" dirty="0">
                <a:solidFill>
                  <a:schemeClr val="tx1"/>
                </a:solidFill>
                <a:effectLst/>
                <a:latin typeface="Microsoft YaHei" panose="020B0503020204020204" pitchFamily="34" charset="-122"/>
                <a:ea typeface="Microsoft YaHei" panose="020B0503020204020204" pitchFamily="34" charset="-122"/>
              </a:rPr>
              <a:t>检查进入内存时间最久页面的</a:t>
            </a:r>
            <a:r>
              <a:rPr lang="en-US" altLang="zh-CN" sz="1800" kern="100" dirty="0">
                <a:solidFill>
                  <a:schemeClr val="tx1"/>
                </a:solidFill>
                <a:effectLst/>
                <a:latin typeface="Microsoft YaHei" panose="020B0503020204020204" pitchFamily="34" charset="-122"/>
                <a:ea typeface="Microsoft YaHei" panose="020B0503020204020204" pitchFamily="34" charset="-122"/>
              </a:rPr>
              <a:t>R</a:t>
            </a:r>
            <a:r>
              <a:rPr lang="zh-CN" altLang="zh-CN" sz="1800" kern="100" dirty="0">
                <a:solidFill>
                  <a:schemeClr val="tx1"/>
                </a:solidFill>
                <a:effectLst/>
                <a:latin typeface="Microsoft YaHei" panose="020B0503020204020204" pitchFamily="34" charset="-122"/>
                <a:ea typeface="Microsoft YaHei" panose="020B0503020204020204" pitchFamily="34" charset="-122"/>
              </a:rPr>
              <a:t>位，如果是</a:t>
            </a:r>
            <a:r>
              <a:rPr lang="en-US" altLang="zh-CN" sz="1800" kern="100" dirty="0">
                <a:solidFill>
                  <a:schemeClr val="tx1"/>
                </a:solidFill>
                <a:effectLst/>
                <a:latin typeface="Microsoft YaHei" panose="020B0503020204020204" pitchFamily="34" charset="-122"/>
                <a:ea typeface="Microsoft YaHei" panose="020B0503020204020204" pitchFamily="34" charset="-122"/>
              </a:rPr>
              <a:t>0</a:t>
            </a:r>
            <a:r>
              <a:rPr lang="zh-CN" altLang="zh-CN" sz="1800" kern="100" dirty="0">
                <a:solidFill>
                  <a:schemeClr val="tx1"/>
                </a:solidFill>
                <a:effectLst/>
                <a:latin typeface="Microsoft YaHei" panose="020B0503020204020204" pitchFamily="34" charset="-122"/>
                <a:ea typeface="Microsoft YaHei" panose="020B0503020204020204" pitchFamily="34" charset="-122"/>
              </a:rPr>
              <a:t>，那么这个页面既老又没有被使用，可以立刻置换掉；如果是</a:t>
            </a:r>
            <a:r>
              <a:rPr lang="en-US" altLang="zh-CN" sz="1800" kern="100" dirty="0">
                <a:solidFill>
                  <a:schemeClr val="tx1"/>
                </a:solidFill>
                <a:effectLst/>
                <a:latin typeface="Microsoft YaHei" panose="020B0503020204020204" pitchFamily="34" charset="-122"/>
                <a:ea typeface="Microsoft YaHei" panose="020B0503020204020204" pitchFamily="34" charset="-122"/>
              </a:rPr>
              <a:t>1</a:t>
            </a:r>
            <a:r>
              <a:rPr lang="zh-CN" altLang="zh-CN" sz="1800" kern="100" dirty="0">
                <a:solidFill>
                  <a:schemeClr val="tx1"/>
                </a:solidFill>
                <a:effectLst/>
                <a:latin typeface="Microsoft YaHei" panose="020B0503020204020204" pitchFamily="34" charset="-122"/>
                <a:ea typeface="Microsoft YaHei" panose="020B0503020204020204" pitchFamily="34" charset="-122"/>
              </a:rPr>
              <a:t>，就将</a:t>
            </a:r>
            <a:r>
              <a:rPr lang="en-US" altLang="zh-CN" sz="1800" kern="100" dirty="0">
                <a:solidFill>
                  <a:schemeClr val="tx1"/>
                </a:solidFill>
                <a:effectLst/>
                <a:latin typeface="Microsoft YaHei" panose="020B0503020204020204" pitchFamily="34" charset="-122"/>
                <a:ea typeface="Microsoft YaHei" panose="020B0503020204020204" pitchFamily="34" charset="-122"/>
              </a:rPr>
              <a:t>R</a:t>
            </a:r>
            <a:r>
              <a:rPr lang="zh-CN" altLang="zh-CN" sz="1800" kern="100" dirty="0">
                <a:solidFill>
                  <a:schemeClr val="tx1"/>
                </a:solidFill>
                <a:effectLst/>
                <a:latin typeface="Microsoft YaHei" panose="020B0503020204020204" pitchFamily="34" charset="-122"/>
                <a:ea typeface="Microsoft YaHei" panose="020B0503020204020204" pitchFamily="34" charset="-122"/>
              </a:rPr>
              <a:t>位清</a:t>
            </a:r>
            <a:r>
              <a:rPr lang="en-US" altLang="zh-CN" sz="1800" kern="100" dirty="0">
                <a:solidFill>
                  <a:schemeClr val="tx1"/>
                </a:solidFill>
                <a:effectLst/>
                <a:latin typeface="Microsoft YaHei" panose="020B0503020204020204" pitchFamily="34" charset="-122"/>
                <a:ea typeface="Microsoft YaHei" panose="020B0503020204020204" pitchFamily="34" charset="-122"/>
              </a:rPr>
              <a:t>0</a:t>
            </a:r>
            <a:r>
              <a:rPr lang="zh-CN" altLang="zh-CN" sz="1800" kern="100" dirty="0">
                <a:solidFill>
                  <a:schemeClr val="tx1"/>
                </a:solidFill>
                <a:effectLst/>
                <a:latin typeface="Microsoft YaHei" panose="020B0503020204020204" pitchFamily="34" charset="-122"/>
                <a:ea typeface="Microsoft YaHei" panose="020B0503020204020204" pitchFamily="34" charset="-122"/>
              </a:rPr>
              <a:t>，并把该页面放到链表的尾端，修改其进入时间，然后继续搜索</a:t>
            </a:r>
          </a:p>
          <a:p>
            <a:r>
              <a:rPr lang="zh-CN" altLang="zh-CN" sz="1800" kern="100" dirty="0">
                <a:solidFill>
                  <a:schemeClr val="tx1"/>
                </a:solidFill>
                <a:effectLst/>
                <a:latin typeface="Microsoft YaHei" panose="020B0503020204020204" pitchFamily="34" charset="-122"/>
                <a:ea typeface="Microsoft YaHei" panose="020B0503020204020204" pitchFamily="34" charset="-122"/>
                <a:cs typeface="Times New Roman" panose="02020603050405020304" pitchFamily="18" charset="0"/>
              </a:rPr>
              <a:t>这一算法称为第二次机会（</a:t>
            </a:r>
            <a:r>
              <a:rPr lang="en-US" altLang="zh-CN" sz="1800" kern="100" dirty="0">
                <a:solidFill>
                  <a:schemeClr val="tx1"/>
                </a:solidFill>
                <a:effectLst/>
                <a:latin typeface="Microsoft YaHei" panose="020B0503020204020204" pitchFamily="34" charset="-122"/>
                <a:ea typeface="Microsoft YaHei" panose="020B0503020204020204" pitchFamily="34" charset="-122"/>
              </a:rPr>
              <a:t>Second Chance</a:t>
            </a:r>
            <a:r>
              <a:rPr lang="zh-CN" altLang="zh-CN" sz="1800" kern="100" dirty="0">
                <a:solidFill>
                  <a:schemeClr val="tx1"/>
                </a:solidFill>
                <a:effectLst/>
                <a:latin typeface="Microsoft YaHei" panose="020B0503020204020204" pitchFamily="34" charset="-122"/>
                <a:ea typeface="Microsoft YaHei" panose="020B0503020204020204" pitchFamily="34" charset="-122"/>
                <a:cs typeface="Times New Roman" panose="02020603050405020304" pitchFamily="18" charset="0"/>
              </a:rPr>
              <a:t>）算法，其基本思想是寻找一个最近的时钟间隔以来没有被访问过的页面。如果所有的页面都被访问过了，该算法就退化为</a:t>
            </a:r>
            <a:r>
              <a:rPr lang="en-US" altLang="zh-CN" sz="1800" kern="100" dirty="0">
                <a:solidFill>
                  <a:schemeClr val="tx1"/>
                </a:solidFill>
                <a:effectLst/>
                <a:latin typeface="Microsoft YaHei" panose="020B0503020204020204" pitchFamily="34" charset="-122"/>
                <a:ea typeface="Microsoft YaHei" panose="020B0503020204020204" pitchFamily="34" charset="-122"/>
              </a:rPr>
              <a:t>FIFO</a:t>
            </a:r>
            <a:r>
              <a:rPr lang="zh-CN" altLang="zh-CN" sz="1800" kern="100" dirty="0">
                <a:solidFill>
                  <a:schemeClr val="tx1"/>
                </a:solidFill>
                <a:effectLst/>
                <a:latin typeface="Microsoft YaHei" panose="020B0503020204020204" pitchFamily="34" charset="-122"/>
                <a:ea typeface="Microsoft YaHei" panose="020B0503020204020204" pitchFamily="34" charset="-122"/>
                <a:cs typeface="Times New Roman" panose="02020603050405020304" pitchFamily="18" charset="0"/>
              </a:rPr>
              <a:t>算法</a:t>
            </a:r>
            <a:endParaRPr lang="zh-CN" altLang="zh-CN" sz="1800" kern="100" dirty="0">
              <a:solidFill>
                <a:schemeClr val="tx1"/>
              </a:solidFill>
              <a:effectLst/>
              <a:latin typeface="Microsoft YaHei" panose="020B0503020204020204" pitchFamily="34" charset="-122"/>
              <a:ea typeface="Microsoft YaHei" panose="020B0503020204020204" pitchFamily="34" charset="-122"/>
            </a:endParaRPr>
          </a:p>
        </p:txBody>
      </p:sp>
      <p:sp>
        <p:nvSpPr>
          <p:cNvPr id="9" name="文本框 8">
            <a:extLst>
              <a:ext uri="{FF2B5EF4-FFF2-40B4-BE49-F238E27FC236}">
                <a16:creationId xmlns:a16="http://schemas.microsoft.com/office/drawing/2014/main" xmlns="" id="{7A996831-F18C-28E2-54E5-67209B919681}"/>
              </a:ext>
            </a:extLst>
          </p:cNvPr>
          <p:cNvSpPr txBox="1"/>
          <p:nvPr/>
        </p:nvSpPr>
        <p:spPr>
          <a:xfrm>
            <a:off x="1032643" y="1479085"/>
            <a:ext cx="3278225" cy="369332"/>
          </a:xfrm>
          <a:prstGeom prst="rect">
            <a:avLst/>
          </a:prstGeom>
          <a:solidFill>
            <a:schemeClr val="bg1"/>
          </a:solidFill>
        </p:spPr>
        <p:txBody>
          <a:bodyPr wrap="square">
            <a:spAutoFit/>
          </a:bodyPr>
          <a:lstStyle/>
          <a:p>
            <a:pPr indent="266700" algn="just"/>
            <a:r>
              <a:rPr lang="zh-CN" altLang="zh-CN" sz="1800" b="1" kern="100" dirty="0">
                <a:solidFill>
                  <a:srgbClr val="9A0001"/>
                </a:solidFill>
                <a:effectLst/>
                <a:latin typeface="Microsoft YaHei" panose="020B0503020204020204" pitchFamily="34" charset="-122"/>
                <a:ea typeface="Microsoft YaHei" panose="020B0503020204020204" pitchFamily="34" charset="-122"/>
              </a:rPr>
              <a:t>第二次机会页面置换算法</a:t>
            </a:r>
          </a:p>
        </p:txBody>
      </p:sp>
      <p:sp>
        <p:nvSpPr>
          <p:cNvPr id="2" name="圆角矩形 1">
            <a:extLst>
              <a:ext uri="{FF2B5EF4-FFF2-40B4-BE49-F238E27FC236}">
                <a16:creationId xmlns:a16="http://schemas.microsoft.com/office/drawing/2014/main" xmlns="" id="{2E9D17EB-6738-6271-5726-C12155AFD302}"/>
              </a:ext>
            </a:extLst>
          </p:cNvPr>
          <p:cNvSpPr/>
          <p:nvPr/>
        </p:nvSpPr>
        <p:spPr>
          <a:xfrm>
            <a:off x="906590" y="3962167"/>
            <a:ext cx="10378820" cy="2066277"/>
          </a:xfrm>
          <a:prstGeom prst="roundRect">
            <a:avLst>
              <a:gd name="adj" fmla="val 7026"/>
            </a:avLst>
          </a:prstGeom>
          <a:solidFill>
            <a:schemeClr val="bg1"/>
          </a:solidFill>
          <a:ln>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ts val="2600"/>
              </a:lnSpc>
            </a:pPr>
            <a:r>
              <a:rPr lang="zh-CN" altLang="zh-CN" sz="1800" kern="100" dirty="0">
                <a:solidFill>
                  <a:schemeClr val="tx1"/>
                </a:solidFill>
                <a:effectLst/>
                <a:latin typeface="Microsoft YaHei" panose="020B0503020204020204" pitchFamily="34" charset="-122"/>
                <a:ea typeface="Microsoft YaHei" panose="020B0503020204020204" pitchFamily="34" charset="-122"/>
                <a:cs typeface="Times New Roman" panose="02020603050405020304" pitchFamily="18" charset="0"/>
              </a:rPr>
              <a:t>把所有的页面都保存在一个类似时钟面的环形链表中，一个表针指向最老的页面</a:t>
            </a:r>
            <a:endParaRPr lang="en-US" altLang="zh-CN" sz="1800" kern="100" dirty="0">
              <a:solidFill>
                <a:schemeClr val="tx1"/>
              </a:solidFill>
              <a:effectLst/>
              <a:latin typeface="Microsoft YaHei" panose="020B0503020204020204" pitchFamily="34" charset="-122"/>
              <a:ea typeface="Microsoft YaHei" panose="020B0503020204020204" pitchFamily="34" charset="-122"/>
              <a:cs typeface="Times New Roman" panose="02020603050405020304" pitchFamily="18" charset="0"/>
            </a:endParaRPr>
          </a:p>
          <a:p>
            <a:pPr>
              <a:lnSpc>
                <a:spcPts val="2600"/>
              </a:lnSpc>
            </a:pPr>
            <a:r>
              <a:rPr lang="zh-CN" altLang="zh-CN" sz="1800" kern="100" dirty="0">
                <a:solidFill>
                  <a:schemeClr val="tx1"/>
                </a:solidFill>
                <a:effectLst/>
                <a:latin typeface="Microsoft YaHei" panose="020B0503020204020204" pitchFamily="34" charset="-122"/>
                <a:ea typeface="Microsoft YaHei" panose="020B0503020204020204" pitchFamily="34" charset="-122"/>
                <a:cs typeface="Times New Roman" panose="02020603050405020304" pitchFamily="18" charset="0"/>
              </a:rPr>
              <a:t>当发生缺页时，算法首先检查表针指向的页面，如果它的</a:t>
            </a:r>
            <a:r>
              <a:rPr lang="en-US" altLang="zh-CN" sz="1800" kern="100" dirty="0">
                <a:solidFill>
                  <a:schemeClr val="tx1"/>
                </a:solidFill>
                <a:effectLst/>
                <a:latin typeface="Microsoft YaHei" panose="020B0503020204020204" pitchFamily="34" charset="-122"/>
                <a:ea typeface="Microsoft YaHei" panose="020B0503020204020204" pitchFamily="34" charset="-122"/>
                <a:cs typeface="Times New Roman" panose="02020603050405020304" pitchFamily="18" charset="0"/>
              </a:rPr>
              <a:t>R</a:t>
            </a:r>
            <a:r>
              <a:rPr lang="zh-CN" altLang="zh-CN" sz="1800" kern="100" dirty="0">
                <a:solidFill>
                  <a:schemeClr val="tx1"/>
                </a:solidFill>
                <a:effectLst/>
                <a:latin typeface="Microsoft YaHei" panose="020B0503020204020204" pitchFamily="34" charset="-122"/>
                <a:ea typeface="Microsoft YaHei" panose="020B0503020204020204" pitchFamily="34" charset="-122"/>
                <a:cs typeface="Times New Roman" panose="02020603050405020304" pitchFamily="18" charset="0"/>
              </a:rPr>
              <a:t>位是</a:t>
            </a:r>
            <a:r>
              <a:rPr lang="en-US" altLang="zh-CN" sz="1800" kern="100" dirty="0">
                <a:solidFill>
                  <a:schemeClr val="tx1"/>
                </a:solidFill>
                <a:effectLst/>
                <a:latin typeface="Microsoft YaHei" panose="020B0503020204020204" pitchFamily="34" charset="-122"/>
                <a:ea typeface="Microsoft YaHei" panose="020B0503020204020204" pitchFamily="34" charset="-122"/>
                <a:cs typeface="Times New Roman" panose="02020603050405020304" pitchFamily="18" charset="0"/>
              </a:rPr>
              <a:t>0</a:t>
            </a:r>
            <a:r>
              <a:rPr lang="zh-CN" altLang="zh-CN" sz="1800" kern="100" dirty="0">
                <a:solidFill>
                  <a:schemeClr val="tx1"/>
                </a:solidFill>
                <a:effectLst/>
                <a:latin typeface="Microsoft YaHei" panose="020B0503020204020204" pitchFamily="34" charset="-122"/>
                <a:ea typeface="Microsoft YaHei" panose="020B0503020204020204" pitchFamily="34" charset="-122"/>
                <a:cs typeface="Times New Roman" panose="02020603050405020304" pitchFamily="18" charset="0"/>
              </a:rPr>
              <a:t>就置换该页面，并把新的页面插入这个位置，然后把表针前移一个位置</a:t>
            </a:r>
            <a:endParaRPr lang="en-US" altLang="zh-CN" sz="1800" kern="100" dirty="0">
              <a:solidFill>
                <a:schemeClr val="tx1"/>
              </a:solidFill>
              <a:effectLst/>
              <a:latin typeface="Microsoft YaHei" panose="020B0503020204020204" pitchFamily="34" charset="-122"/>
              <a:ea typeface="Microsoft YaHei" panose="020B0503020204020204" pitchFamily="34" charset="-122"/>
              <a:cs typeface="Times New Roman" panose="02020603050405020304" pitchFamily="18" charset="0"/>
            </a:endParaRPr>
          </a:p>
          <a:p>
            <a:pPr>
              <a:lnSpc>
                <a:spcPts val="2600"/>
              </a:lnSpc>
            </a:pPr>
            <a:r>
              <a:rPr lang="zh-CN" altLang="zh-CN" sz="1800" kern="100" dirty="0">
                <a:solidFill>
                  <a:schemeClr val="tx1"/>
                </a:solidFill>
                <a:effectLst/>
                <a:latin typeface="Microsoft YaHei" panose="020B0503020204020204" pitchFamily="34" charset="-122"/>
                <a:ea typeface="Microsoft YaHei" panose="020B0503020204020204" pitchFamily="34" charset="-122"/>
                <a:cs typeface="Times New Roman" panose="02020603050405020304" pitchFamily="18" charset="0"/>
              </a:rPr>
              <a:t>如果</a:t>
            </a:r>
            <a:r>
              <a:rPr lang="en-US" altLang="zh-CN" sz="1800" kern="100" dirty="0">
                <a:solidFill>
                  <a:schemeClr val="tx1"/>
                </a:solidFill>
                <a:effectLst/>
                <a:latin typeface="Microsoft YaHei" panose="020B0503020204020204" pitchFamily="34" charset="-122"/>
                <a:ea typeface="Microsoft YaHei" panose="020B0503020204020204" pitchFamily="34" charset="-122"/>
                <a:cs typeface="Times New Roman" panose="02020603050405020304" pitchFamily="18" charset="0"/>
              </a:rPr>
              <a:t>R</a:t>
            </a:r>
            <a:r>
              <a:rPr lang="zh-CN" altLang="zh-CN" sz="1800" kern="100" dirty="0">
                <a:solidFill>
                  <a:schemeClr val="tx1"/>
                </a:solidFill>
                <a:effectLst/>
                <a:latin typeface="Microsoft YaHei" panose="020B0503020204020204" pitchFamily="34" charset="-122"/>
                <a:ea typeface="Microsoft YaHei" panose="020B0503020204020204" pitchFamily="34" charset="-122"/>
                <a:cs typeface="Times New Roman" panose="02020603050405020304" pitchFamily="18" charset="0"/>
              </a:rPr>
              <a:t>位是</a:t>
            </a:r>
            <a:r>
              <a:rPr lang="en-US" altLang="zh-CN" sz="1800" kern="100" dirty="0">
                <a:solidFill>
                  <a:schemeClr val="tx1"/>
                </a:solidFill>
                <a:effectLst/>
                <a:latin typeface="Microsoft YaHei" panose="020B0503020204020204" pitchFamily="34" charset="-122"/>
                <a:ea typeface="Microsoft YaHei" panose="020B0503020204020204" pitchFamily="34" charset="-122"/>
                <a:cs typeface="Times New Roman" panose="02020603050405020304" pitchFamily="18" charset="0"/>
              </a:rPr>
              <a:t>1</a:t>
            </a:r>
            <a:r>
              <a:rPr lang="zh-CN" altLang="zh-CN" sz="1800" kern="100" dirty="0">
                <a:solidFill>
                  <a:schemeClr val="tx1"/>
                </a:solidFill>
                <a:effectLst/>
                <a:latin typeface="Microsoft YaHei" panose="020B0503020204020204" pitchFamily="34" charset="-122"/>
                <a:ea typeface="Microsoft YaHei" panose="020B0503020204020204" pitchFamily="34" charset="-122"/>
                <a:cs typeface="Times New Roman" panose="02020603050405020304" pitchFamily="18" charset="0"/>
              </a:rPr>
              <a:t>就清除</a:t>
            </a:r>
            <a:r>
              <a:rPr lang="en-US" altLang="zh-CN" sz="1800" kern="100" dirty="0">
                <a:solidFill>
                  <a:schemeClr val="tx1"/>
                </a:solidFill>
                <a:effectLst/>
                <a:latin typeface="Microsoft YaHei" panose="020B0503020204020204" pitchFamily="34" charset="-122"/>
                <a:ea typeface="Microsoft YaHei" panose="020B0503020204020204" pitchFamily="34" charset="-122"/>
                <a:cs typeface="Times New Roman" panose="02020603050405020304" pitchFamily="18" charset="0"/>
              </a:rPr>
              <a:t>R</a:t>
            </a:r>
            <a:r>
              <a:rPr lang="zh-CN" altLang="zh-CN" sz="1800" kern="100" dirty="0">
                <a:solidFill>
                  <a:schemeClr val="tx1"/>
                </a:solidFill>
                <a:effectLst/>
                <a:latin typeface="Microsoft YaHei" panose="020B0503020204020204" pitchFamily="34" charset="-122"/>
                <a:ea typeface="Microsoft YaHei" panose="020B0503020204020204" pitchFamily="34" charset="-122"/>
                <a:cs typeface="Times New Roman" panose="02020603050405020304" pitchFamily="18" charset="0"/>
              </a:rPr>
              <a:t>位并把表针前移一个位置，重复这个过程直到找到了一个</a:t>
            </a:r>
            <a:r>
              <a:rPr lang="en-US" altLang="zh-CN" sz="1800" kern="100" dirty="0">
                <a:solidFill>
                  <a:schemeClr val="tx1"/>
                </a:solidFill>
                <a:effectLst/>
                <a:latin typeface="Microsoft YaHei" panose="020B0503020204020204" pitchFamily="34" charset="-122"/>
                <a:ea typeface="Microsoft YaHei" panose="020B0503020204020204" pitchFamily="34" charset="-122"/>
                <a:cs typeface="Times New Roman" panose="02020603050405020304" pitchFamily="18" charset="0"/>
              </a:rPr>
              <a:t>R</a:t>
            </a:r>
            <a:r>
              <a:rPr lang="zh-CN" altLang="zh-CN" sz="1800" kern="100" dirty="0">
                <a:solidFill>
                  <a:schemeClr val="tx1"/>
                </a:solidFill>
                <a:effectLst/>
                <a:latin typeface="Microsoft YaHei" panose="020B0503020204020204" pitchFamily="34" charset="-122"/>
                <a:ea typeface="Microsoft YaHei" panose="020B0503020204020204" pitchFamily="34" charset="-122"/>
                <a:cs typeface="Times New Roman" panose="02020603050405020304" pitchFamily="18" charset="0"/>
              </a:rPr>
              <a:t>位为</a:t>
            </a:r>
            <a:r>
              <a:rPr lang="en-US" altLang="zh-CN" sz="1800" kern="100" dirty="0">
                <a:solidFill>
                  <a:schemeClr val="tx1"/>
                </a:solidFill>
                <a:effectLst/>
                <a:latin typeface="Microsoft YaHei" panose="020B0503020204020204" pitchFamily="34" charset="-122"/>
                <a:ea typeface="Microsoft YaHei" panose="020B0503020204020204" pitchFamily="34" charset="-122"/>
                <a:cs typeface="Times New Roman" panose="02020603050405020304" pitchFamily="18" charset="0"/>
              </a:rPr>
              <a:t>0</a:t>
            </a:r>
            <a:r>
              <a:rPr lang="zh-CN" altLang="zh-CN" sz="1800" kern="100" dirty="0">
                <a:solidFill>
                  <a:schemeClr val="tx1"/>
                </a:solidFill>
                <a:effectLst/>
                <a:latin typeface="Microsoft YaHei" panose="020B0503020204020204" pitchFamily="34" charset="-122"/>
                <a:ea typeface="Microsoft YaHei" panose="020B0503020204020204" pitchFamily="34" charset="-122"/>
                <a:cs typeface="Times New Roman" panose="02020603050405020304" pitchFamily="18" charset="0"/>
              </a:rPr>
              <a:t>的页面为止。由于这个算法的工作方式，就将它称为时钟（</a:t>
            </a:r>
            <a:r>
              <a:rPr lang="en-US" altLang="zh-CN" sz="1800" kern="100" dirty="0">
                <a:solidFill>
                  <a:schemeClr val="tx1"/>
                </a:solidFill>
                <a:effectLst/>
                <a:latin typeface="Microsoft YaHei" panose="020B0503020204020204" pitchFamily="34" charset="-122"/>
                <a:ea typeface="Microsoft YaHei" panose="020B0503020204020204" pitchFamily="34" charset="-122"/>
                <a:cs typeface="Times New Roman" panose="02020603050405020304" pitchFamily="18" charset="0"/>
              </a:rPr>
              <a:t>clock</a:t>
            </a:r>
            <a:r>
              <a:rPr lang="zh-CN" altLang="zh-CN" sz="1800" kern="100" dirty="0">
                <a:solidFill>
                  <a:schemeClr val="tx1"/>
                </a:solidFill>
                <a:effectLst/>
                <a:latin typeface="Microsoft YaHei" panose="020B0503020204020204" pitchFamily="34" charset="-122"/>
                <a:ea typeface="Microsoft YaHei" panose="020B0503020204020204" pitchFamily="34" charset="-122"/>
                <a:cs typeface="Times New Roman" panose="02020603050405020304" pitchFamily="18" charset="0"/>
              </a:rPr>
              <a:t>）算法</a:t>
            </a:r>
          </a:p>
        </p:txBody>
      </p:sp>
      <p:sp>
        <p:nvSpPr>
          <p:cNvPr id="5" name="文本框 4">
            <a:extLst>
              <a:ext uri="{FF2B5EF4-FFF2-40B4-BE49-F238E27FC236}">
                <a16:creationId xmlns:a16="http://schemas.microsoft.com/office/drawing/2014/main" xmlns="" id="{59D41730-0283-A794-3677-8F85AA073790}"/>
              </a:ext>
            </a:extLst>
          </p:cNvPr>
          <p:cNvSpPr txBox="1"/>
          <p:nvPr/>
        </p:nvSpPr>
        <p:spPr>
          <a:xfrm>
            <a:off x="1032643" y="3753695"/>
            <a:ext cx="3278225" cy="369332"/>
          </a:xfrm>
          <a:prstGeom prst="rect">
            <a:avLst/>
          </a:prstGeom>
          <a:solidFill>
            <a:schemeClr val="bg1"/>
          </a:solidFill>
        </p:spPr>
        <p:txBody>
          <a:bodyPr wrap="square">
            <a:spAutoFit/>
          </a:bodyPr>
          <a:lstStyle/>
          <a:p>
            <a:pPr indent="254000" algn="just"/>
            <a:r>
              <a:rPr lang="zh-CN" altLang="zh-CN" sz="1800" b="1" kern="100" dirty="0">
                <a:solidFill>
                  <a:srgbClr val="9A0001"/>
                </a:solidFill>
                <a:effectLst/>
                <a:latin typeface="Microsoft YaHei" panose="020B0503020204020204" pitchFamily="34" charset="-122"/>
                <a:ea typeface="Microsoft YaHei" panose="020B0503020204020204" pitchFamily="34" charset="-122"/>
              </a:rPr>
              <a:t>时钟页面置换算法（</a:t>
            </a:r>
            <a:r>
              <a:rPr lang="en-US" altLang="zh-CN" sz="1800" b="1" kern="100" dirty="0">
                <a:solidFill>
                  <a:srgbClr val="9A0001"/>
                </a:solidFill>
                <a:effectLst/>
                <a:latin typeface="Microsoft YaHei" panose="020B0503020204020204" pitchFamily="34" charset="-122"/>
                <a:ea typeface="Microsoft YaHei" panose="020B0503020204020204" pitchFamily="34" charset="-122"/>
              </a:rPr>
              <a:t>Clock</a:t>
            </a:r>
            <a:r>
              <a:rPr lang="zh-CN" altLang="zh-CN" sz="1800" b="1" kern="100" dirty="0">
                <a:solidFill>
                  <a:srgbClr val="9A0001"/>
                </a:solidFill>
                <a:effectLst/>
                <a:latin typeface="Microsoft YaHei" panose="020B0503020204020204" pitchFamily="34" charset="-122"/>
                <a:ea typeface="Microsoft YaHei" panose="020B0503020204020204" pitchFamily="34" charset="-122"/>
              </a:rPr>
              <a:t>）</a:t>
            </a:r>
          </a:p>
        </p:txBody>
      </p:sp>
    </p:spTree>
    <p:extLst>
      <p:ext uri="{BB962C8B-B14F-4D97-AF65-F5344CB8AC3E}">
        <p14:creationId xmlns:p14="http://schemas.microsoft.com/office/powerpoint/2010/main" xmlns="" val="790309508"/>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p:txBody>
          <a:bodyPr>
            <a:normAutofit/>
          </a:bodyPr>
          <a:lstStyle/>
          <a:p>
            <a:r>
              <a:rPr lang="en-US" altLang="zh-CN" dirty="0">
                <a:sym typeface="Arial" panose="020B0604020202020204" pitchFamily="34" charset="0"/>
              </a:rPr>
              <a:t>5.4.4</a:t>
            </a:r>
            <a:r>
              <a:rPr lang="zh-CN" altLang="en-US" dirty="0">
                <a:sym typeface="Arial" panose="020B0604020202020204" pitchFamily="34" charset="0"/>
              </a:rPr>
              <a:t>虚拟页式存储地址转换过程 </a:t>
            </a:r>
            <a:r>
              <a:rPr lang="en-US" altLang="zh-CN" dirty="0">
                <a:sym typeface="Arial" panose="020B0604020202020204" pitchFamily="34" charset="0"/>
              </a:rPr>
              <a:t>I</a:t>
            </a:r>
            <a:r>
              <a:rPr lang="zh-CN" altLang="en-US" dirty="0">
                <a:sym typeface="Arial" panose="020B0604020202020204" pitchFamily="34" charset="0"/>
              </a:rPr>
              <a:t> 页面置换算法</a:t>
            </a:r>
          </a:p>
        </p:txBody>
      </p:sp>
      <p:sp>
        <p:nvSpPr>
          <p:cNvPr id="7" name="圆角矩形 6">
            <a:extLst>
              <a:ext uri="{FF2B5EF4-FFF2-40B4-BE49-F238E27FC236}">
                <a16:creationId xmlns:a16="http://schemas.microsoft.com/office/drawing/2014/main" xmlns="" id="{5923F2C5-FF09-4F09-A645-EDD18CFEFE5C}"/>
              </a:ext>
            </a:extLst>
          </p:cNvPr>
          <p:cNvSpPr/>
          <p:nvPr/>
        </p:nvSpPr>
        <p:spPr>
          <a:xfrm>
            <a:off x="442913" y="1638572"/>
            <a:ext cx="10378820" cy="3668534"/>
          </a:xfrm>
          <a:prstGeom prst="roundRect">
            <a:avLst>
              <a:gd name="adj" fmla="val 7026"/>
            </a:avLst>
          </a:prstGeom>
          <a:solidFill>
            <a:schemeClr val="bg1"/>
          </a:solidFill>
          <a:ln>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zh-CN" altLang="zh-CN" sz="1800" kern="100" dirty="0">
                <a:solidFill>
                  <a:schemeClr val="tx1"/>
                </a:solidFill>
                <a:effectLst/>
                <a:latin typeface="Microsoft YaHei" panose="020B0503020204020204" pitchFamily="34" charset="-122"/>
                <a:ea typeface="Microsoft YaHei" panose="020B0503020204020204" pitchFamily="34" charset="-122"/>
                <a:cs typeface="Times New Roman" panose="02020603050405020304" pitchFamily="18" charset="0"/>
              </a:rPr>
              <a:t>在缺页发生时，首先淘汰掉最长时间未被使用过的页面。这个策略称为</a:t>
            </a:r>
            <a:r>
              <a:rPr lang="en-US" altLang="zh-CN" sz="1800" kern="100" dirty="0">
                <a:solidFill>
                  <a:schemeClr val="tx1"/>
                </a:solidFill>
                <a:effectLst/>
                <a:latin typeface="Microsoft YaHei" panose="020B0503020204020204" pitchFamily="34" charset="-122"/>
                <a:ea typeface="Microsoft YaHei" panose="020B0503020204020204" pitchFamily="34" charset="-122"/>
                <a:cs typeface="Times New Roman" panose="02020603050405020304" pitchFamily="18" charset="0"/>
              </a:rPr>
              <a:t>LRU</a:t>
            </a:r>
            <a:r>
              <a:rPr lang="zh-CN" altLang="zh-CN" sz="1800" kern="100" dirty="0">
                <a:solidFill>
                  <a:schemeClr val="tx1"/>
                </a:solidFill>
                <a:effectLst/>
                <a:latin typeface="Microsoft YaHei" panose="020B0503020204020204" pitchFamily="34" charset="-122"/>
                <a:ea typeface="Microsoft YaHei" panose="020B0503020204020204" pitchFamily="34" charset="-122"/>
                <a:cs typeface="Times New Roman" panose="02020603050405020304" pitchFamily="18" charset="0"/>
              </a:rPr>
              <a:t>页面置换算法</a:t>
            </a:r>
            <a:endParaRPr lang="en-US" altLang="zh-CN" sz="1800" kern="100" dirty="0">
              <a:solidFill>
                <a:schemeClr val="tx1"/>
              </a:solidFill>
              <a:effectLst/>
              <a:latin typeface="Microsoft YaHei" panose="020B0503020204020204" pitchFamily="34" charset="-122"/>
              <a:ea typeface="Microsoft YaHei" panose="020B0503020204020204" pitchFamily="34" charset="-122"/>
              <a:cs typeface="Times New Roman" panose="02020603050405020304" pitchFamily="18" charset="0"/>
            </a:endParaRPr>
          </a:p>
          <a:p>
            <a:endParaRPr lang="en-US" altLang="zh-CN" kern="100" dirty="0">
              <a:solidFill>
                <a:schemeClr val="tx1"/>
              </a:solidFill>
              <a:latin typeface="Microsoft YaHei" panose="020B0503020204020204" pitchFamily="34" charset="-122"/>
              <a:ea typeface="Microsoft YaHei" panose="020B0503020204020204" pitchFamily="34" charset="-122"/>
              <a:cs typeface="Times New Roman" panose="02020603050405020304" pitchFamily="18" charset="0"/>
            </a:endParaRPr>
          </a:p>
          <a:p>
            <a:pPr>
              <a:lnSpc>
                <a:spcPts val="2600"/>
              </a:lnSpc>
            </a:pPr>
            <a:r>
              <a:rPr lang="zh-CN" altLang="en-US" sz="1800" b="1" kern="100" dirty="0">
                <a:solidFill>
                  <a:srgbClr val="9A0001"/>
                </a:solidFill>
                <a:effectLst/>
                <a:latin typeface="Microsoft YaHei" panose="020B0503020204020204" pitchFamily="34" charset="-122"/>
                <a:ea typeface="Microsoft YaHei" panose="020B0503020204020204" pitchFamily="34" charset="-122"/>
                <a:cs typeface="Times New Roman" panose="02020603050405020304" pitchFamily="18" charset="0"/>
              </a:rPr>
              <a:t>实现方案</a:t>
            </a:r>
            <a:endParaRPr lang="en-US" altLang="zh-CN" b="1" kern="100" dirty="0">
              <a:solidFill>
                <a:srgbClr val="9A0001"/>
              </a:solidFill>
              <a:latin typeface="Microsoft YaHei" panose="020B0503020204020204" pitchFamily="34" charset="-122"/>
              <a:ea typeface="Microsoft YaHei" panose="020B0503020204020204" pitchFamily="34" charset="-122"/>
              <a:cs typeface="Times New Roman" panose="02020603050405020304" pitchFamily="18" charset="0"/>
            </a:endParaRPr>
          </a:p>
          <a:p>
            <a:pPr>
              <a:lnSpc>
                <a:spcPts val="2600"/>
              </a:lnSpc>
            </a:pPr>
            <a:r>
              <a:rPr lang="zh-CN" altLang="en-US" sz="1800" kern="100" dirty="0">
                <a:solidFill>
                  <a:schemeClr val="bg1">
                    <a:lumMod val="50000"/>
                  </a:schemeClr>
                </a:solidFill>
                <a:effectLst/>
                <a:latin typeface="Microsoft YaHei" panose="020B0503020204020204" pitchFamily="34" charset="-122"/>
                <a:ea typeface="Microsoft YaHei" panose="020B0503020204020204" pitchFamily="34" charset="-122"/>
              </a:rPr>
              <a:t>       </a:t>
            </a:r>
            <a:r>
              <a:rPr lang="zh-CN" altLang="zh-CN" sz="1800" kern="100" dirty="0">
                <a:solidFill>
                  <a:schemeClr val="bg1">
                    <a:lumMod val="50000"/>
                  </a:schemeClr>
                </a:solidFill>
                <a:effectLst/>
                <a:latin typeface="Microsoft YaHei" panose="020B0503020204020204" pitchFamily="34" charset="-122"/>
                <a:ea typeface="Microsoft YaHei" panose="020B0503020204020204" pitchFamily="34" charset="-122"/>
              </a:rPr>
              <a:t>在页表中为每一页增加一个“计时”标志，记录该页面自上次被访问以来所经历的时间，每被访问一次都应从“</a:t>
            </a:r>
            <a:r>
              <a:rPr lang="en-US" altLang="zh-CN" sz="1800" kern="100" dirty="0">
                <a:solidFill>
                  <a:schemeClr val="bg1">
                    <a:lumMod val="50000"/>
                  </a:schemeClr>
                </a:solidFill>
                <a:effectLst/>
                <a:latin typeface="Microsoft YaHei" panose="020B0503020204020204" pitchFamily="34" charset="-122"/>
                <a:ea typeface="Microsoft YaHei" panose="020B0503020204020204" pitchFamily="34" charset="-122"/>
              </a:rPr>
              <a:t>0</a:t>
            </a:r>
            <a:r>
              <a:rPr lang="zh-CN" altLang="zh-CN" sz="1800" kern="100" dirty="0">
                <a:solidFill>
                  <a:schemeClr val="bg1">
                    <a:lumMod val="50000"/>
                  </a:schemeClr>
                </a:solidFill>
                <a:effectLst/>
                <a:latin typeface="Microsoft YaHei" panose="020B0503020204020204" pitchFamily="34" charset="-122"/>
                <a:ea typeface="Microsoft YaHei" panose="020B0503020204020204" pitchFamily="34" charset="-122"/>
              </a:rPr>
              <a:t>”开始重新计时。当要装入新页时，检查页表中各页的计时标志，从中选出计时值最大的那一页调出（即最近一段时间里最长时间没有被使用过的页），并且把各页的计时标志全置成“</a:t>
            </a:r>
            <a:r>
              <a:rPr lang="en-US" altLang="zh-CN" sz="1800" kern="100" dirty="0">
                <a:solidFill>
                  <a:schemeClr val="bg1">
                    <a:lumMod val="50000"/>
                  </a:schemeClr>
                </a:solidFill>
                <a:effectLst/>
                <a:latin typeface="Microsoft YaHei" panose="020B0503020204020204" pitchFamily="34" charset="-122"/>
                <a:ea typeface="Microsoft YaHei" panose="020B0503020204020204" pitchFamily="34" charset="-122"/>
              </a:rPr>
              <a:t>0</a:t>
            </a:r>
            <a:r>
              <a:rPr lang="zh-CN" altLang="zh-CN" sz="1800" kern="100" dirty="0">
                <a:solidFill>
                  <a:schemeClr val="bg1">
                    <a:lumMod val="50000"/>
                  </a:schemeClr>
                </a:solidFill>
                <a:effectLst/>
                <a:latin typeface="Microsoft YaHei" panose="020B0503020204020204" pitchFamily="34" charset="-122"/>
                <a:ea typeface="Microsoft YaHei" panose="020B0503020204020204" pitchFamily="34" charset="-122"/>
              </a:rPr>
              <a:t>”，重新计时。当再一次产生缺页异常时，又可找到最近最久未使用过的页，将其调出。这种实现方法必须对每一页的访问情况时时刻刻地加以记录和更新，实现起来开销比较大</a:t>
            </a:r>
            <a:r>
              <a:rPr lang="en-US" altLang="zh-CN" sz="1800" kern="100" dirty="0">
                <a:solidFill>
                  <a:schemeClr val="bg1">
                    <a:lumMod val="50000"/>
                  </a:schemeClr>
                </a:solidFill>
                <a:effectLst/>
                <a:latin typeface="Microsoft YaHei" panose="020B0503020204020204" pitchFamily="34" charset="-122"/>
                <a:ea typeface="Microsoft YaHei" panose="020B0503020204020204" pitchFamily="34" charset="-122"/>
              </a:rPr>
              <a:t>,</a:t>
            </a:r>
            <a:r>
              <a:rPr lang="zh-CN" altLang="zh-CN" sz="1800" kern="100" dirty="0">
                <a:solidFill>
                  <a:schemeClr val="bg1">
                    <a:lumMod val="50000"/>
                  </a:schemeClr>
                </a:solidFill>
                <a:effectLst/>
                <a:latin typeface="Microsoft YaHei" panose="020B0503020204020204" pitchFamily="34" charset="-122"/>
                <a:ea typeface="Microsoft YaHei" panose="020B0503020204020204" pitchFamily="34" charset="-122"/>
              </a:rPr>
              <a:t>但</a:t>
            </a:r>
            <a:r>
              <a:rPr lang="en-US" altLang="zh-CN" sz="1800" kern="100" dirty="0">
                <a:solidFill>
                  <a:schemeClr val="bg1">
                    <a:lumMod val="50000"/>
                  </a:schemeClr>
                </a:solidFill>
                <a:effectLst/>
                <a:latin typeface="Microsoft YaHei" panose="020B0503020204020204" pitchFamily="34" charset="-122"/>
                <a:ea typeface="Microsoft YaHei" panose="020B0503020204020204" pitchFamily="34" charset="-122"/>
              </a:rPr>
              <a:t>LRU</a:t>
            </a:r>
            <a:r>
              <a:rPr lang="zh-CN" altLang="zh-CN" sz="1800" kern="100" dirty="0">
                <a:solidFill>
                  <a:schemeClr val="bg1">
                    <a:lumMod val="50000"/>
                  </a:schemeClr>
                </a:solidFill>
                <a:effectLst/>
                <a:latin typeface="Microsoft YaHei" panose="020B0503020204020204" pitchFamily="34" charset="-122"/>
                <a:ea typeface="Microsoft YaHei" panose="020B0503020204020204" pitchFamily="34" charset="-122"/>
              </a:rPr>
              <a:t>是在效果上最接近</a:t>
            </a:r>
            <a:r>
              <a:rPr lang="en-US" altLang="zh-CN" sz="1800" kern="100" dirty="0">
                <a:solidFill>
                  <a:schemeClr val="bg1">
                    <a:lumMod val="50000"/>
                  </a:schemeClr>
                </a:solidFill>
                <a:effectLst/>
                <a:latin typeface="Microsoft YaHei" panose="020B0503020204020204" pitchFamily="34" charset="-122"/>
                <a:ea typeface="Microsoft YaHei" panose="020B0503020204020204" pitchFamily="34" charset="-122"/>
              </a:rPr>
              <a:t>OPT</a:t>
            </a:r>
            <a:r>
              <a:rPr lang="zh-CN" altLang="zh-CN" sz="1800" kern="100" dirty="0">
                <a:solidFill>
                  <a:schemeClr val="bg1">
                    <a:lumMod val="50000"/>
                  </a:schemeClr>
                </a:solidFill>
                <a:effectLst/>
                <a:latin typeface="Microsoft YaHei" panose="020B0503020204020204" pitchFamily="34" charset="-122"/>
                <a:ea typeface="Microsoft YaHei" panose="020B0503020204020204" pitchFamily="34" charset="-122"/>
              </a:rPr>
              <a:t>的算法</a:t>
            </a:r>
          </a:p>
        </p:txBody>
      </p:sp>
      <p:sp>
        <p:nvSpPr>
          <p:cNvPr id="9" name="文本框 8">
            <a:extLst>
              <a:ext uri="{FF2B5EF4-FFF2-40B4-BE49-F238E27FC236}">
                <a16:creationId xmlns:a16="http://schemas.microsoft.com/office/drawing/2014/main" xmlns="" id="{7A996831-F18C-28E2-54E5-67209B919681}"/>
              </a:ext>
            </a:extLst>
          </p:cNvPr>
          <p:cNvSpPr txBox="1"/>
          <p:nvPr/>
        </p:nvSpPr>
        <p:spPr>
          <a:xfrm>
            <a:off x="568966" y="1430099"/>
            <a:ext cx="6773128" cy="369332"/>
          </a:xfrm>
          <a:prstGeom prst="rect">
            <a:avLst/>
          </a:prstGeom>
          <a:solidFill>
            <a:schemeClr val="bg1"/>
          </a:solidFill>
        </p:spPr>
        <p:txBody>
          <a:bodyPr wrap="square">
            <a:spAutoFit/>
          </a:bodyPr>
          <a:lstStyle/>
          <a:p>
            <a:pPr indent="266700"/>
            <a:r>
              <a:rPr lang="zh-CN" altLang="zh-CN" sz="1800" b="1" kern="100" dirty="0">
                <a:solidFill>
                  <a:srgbClr val="9A0001"/>
                </a:solidFill>
                <a:effectLst/>
                <a:latin typeface="Microsoft YaHei" panose="020B0503020204020204" pitchFamily="34" charset="-122"/>
                <a:ea typeface="Microsoft YaHei" panose="020B0503020204020204" pitchFamily="34" charset="-122"/>
                <a:cs typeface="Times New Roman" panose="02020603050405020304" pitchFamily="18" charset="0"/>
              </a:rPr>
              <a:t>最近最少使用页面置换算法（</a:t>
            </a:r>
            <a:r>
              <a:rPr lang="en-US" altLang="zh-CN" sz="1800" b="1" kern="100" dirty="0">
                <a:solidFill>
                  <a:srgbClr val="9A0001"/>
                </a:solidFill>
                <a:effectLst/>
                <a:latin typeface="Microsoft YaHei" panose="020B0503020204020204" pitchFamily="34" charset="-122"/>
                <a:ea typeface="Microsoft YaHei" panose="020B0503020204020204" pitchFamily="34" charset="-122"/>
                <a:cs typeface="Times New Roman" panose="02020603050405020304" pitchFamily="18" charset="0"/>
              </a:rPr>
              <a:t>LRU</a:t>
            </a:r>
            <a:r>
              <a:rPr lang="zh-CN" altLang="zh-CN" sz="1800" b="1" kern="100" dirty="0">
                <a:solidFill>
                  <a:srgbClr val="9A0001"/>
                </a:solidFill>
                <a:effectLst/>
                <a:latin typeface="Microsoft YaHei" panose="020B0503020204020204" pitchFamily="34" charset="-122"/>
                <a:ea typeface="Microsoft YaHei" panose="020B0503020204020204" pitchFamily="34" charset="-122"/>
                <a:cs typeface="Times New Roman" panose="02020603050405020304" pitchFamily="18" charset="0"/>
              </a:rPr>
              <a:t>：</a:t>
            </a:r>
            <a:r>
              <a:rPr lang="en-US" altLang="zh-CN" sz="1800" b="1" kern="100" dirty="0">
                <a:solidFill>
                  <a:srgbClr val="9A0001"/>
                </a:solidFill>
                <a:effectLst/>
                <a:latin typeface="Microsoft YaHei" panose="020B0503020204020204" pitchFamily="34" charset="-122"/>
                <a:ea typeface="Microsoft YaHei" panose="020B0503020204020204" pitchFamily="34" charset="-122"/>
                <a:cs typeface="Times New Roman" panose="02020603050405020304" pitchFamily="18" charset="0"/>
              </a:rPr>
              <a:t>Least Recently Used</a:t>
            </a:r>
            <a:r>
              <a:rPr lang="zh-CN" altLang="zh-CN" sz="1800" b="1" kern="100" dirty="0">
                <a:solidFill>
                  <a:srgbClr val="9A0001"/>
                </a:solidFill>
                <a:effectLst/>
                <a:latin typeface="Microsoft YaHei" panose="020B0503020204020204" pitchFamily="34" charset="-122"/>
                <a:ea typeface="Microsoft YaHei" panose="020B0503020204020204" pitchFamily="34" charset="-122"/>
                <a:cs typeface="Times New Roman" panose="02020603050405020304" pitchFamily="18" charset="0"/>
              </a:rPr>
              <a:t>）</a:t>
            </a:r>
          </a:p>
        </p:txBody>
      </p:sp>
    </p:spTree>
    <p:extLst>
      <p:ext uri="{BB962C8B-B14F-4D97-AF65-F5344CB8AC3E}">
        <p14:creationId xmlns:p14="http://schemas.microsoft.com/office/powerpoint/2010/main" xmlns="" val="1991697082"/>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p:txBody>
          <a:bodyPr>
            <a:normAutofit/>
          </a:bodyPr>
          <a:lstStyle/>
          <a:p>
            <a:r>
              <a:rPr lang="en-US" altLang="zh-CN" dirty="0">
                <a:sym typeface="Arial" panose="020B0604020202020204" pitchFamily="34" charset="0"/>
              </a:rPr>
              <a:t>5.4.5</a:t>
            </a:r>
            <a:r>
              <a:rPr lang="zh-CN" altLang="en-US" dirty="0">
                <a:sym typeface="Arial" panose="020B0604020202020204" pitchFamily="34" charset="0"/>
              </a:rPr>
              <a:t>虚拟页式存储管理的优点缺点</a:t>
            </a:r>
          </a:p>
        </p:txBody>
      </p:sp>
      <p:sp>
        <p:nvSpPr>
          <p:cNvPr id="2" name="圆角矩形 1">
            <a:extLst>
              <a:ext uri="{FF2B5EF4-FFF2-40B4-BE49-F238E27FC236}">
                <a16:creationId xmlns:a16="http://schemas.microsoft.com/office/drawing/2014/main" xmlns="" id="{4155F4E0-0397-2288-1E47-5DD70F236455}"/>
              </a:ext>
            </a:extLst>
          </p:cNvPr>
          <p:cNvSpPr/>
          <p:nvPr/>
        </p:nvSpPr>
        <p:spPr>
          <a:xfrm>
            <a:off x="1494174" y="1818622"/>
            <a:ext cx="9203651" cy="1198654"/>
          </a:xfrm>
          <a:prstGeom prst="roundRect">
            <a:avLst>
              <a:gd name="adj" fmla="val 7026"/>
            </a:avLst>
          </a:prstGeom>
          <a:solidFill>
            <a:schemeClr val="bg1"/>
          </a:solidFill>
          <a:ln>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US" altLang="zh-CN" dirty="0">
              <a:solidFill>
                <a:schemeClr val="tx1"/>
              </a:solidFill>
              <a:effectLst/>
              <a:latin typeface="Microsoft YaHei" panose="020B0503020204020204" pitchFamily="34" charset="-122"/>
              <a:ea typeface="Microsoft YaHei" panose="020B0503020204020204" pitchFamily="34" charset="-122"/>
            </a:endParaRPr>
          </a:p>
        </p:txBody>
      </p:sp>
      <p:sp>
        <p:nvSpPr>
          <p:cNvPr id="3" name="圆角矩形 2">
            <a:extLst>
              <a:ext uri="{FF2B5EF4-FFF2-40B4-BE49-F238E27FC236}">
                <a16:creationId xmlns:a16="http://schemas.microsoft.com/office/drawing/2014/main" xmlns="" id="{E9C51372-D100-8DE6-7594-B56CB087E6DB}"/>
              </a:ext>
            </a:extLst>
          </p:cNvPr>
          <p:cNvSpPr/>
          <p:nvPr/>
        </p:nvSpPr>
        <p:spPr>
          <a:xfrm>
            <a:off x="1494175" y="3413367"/>
            <a:ext cx="9203649" cy="1478293"/>
          </a:xfrm>
          <a:prstGeom prst="roundRect">
            <a:avLst>
              <a:gd name="adj" fmla="val 7026"/>
            </a:avLst>
          </a:prstGeom>
          <a:solidFill>
            <a:schemeClr val="bg1"/>
          </a:solidFill>
          <a:ln>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US" altLang="zh-CN" dirty="0">
              <a:solidFill>
                <a:schemeClr val="tx1"/>
              </a:solidFill>
              <a:effectLst/>
              <a:latin typeface="Microsoft YaHei" panose="020B0503020204020204" pitchFamily="34" charset="-122"/>
              <a:ea typeface="Microsoft YaHei" panose="020B0503020204020204" pitchFamily="34" charset="-122"/>
            </a:endParaRPr>
          </a:p>
        </p:txBody>
      </p:sp>
      <p:sp>
        <p:nvSpPr>
          <p:cNvPr id="4" name="文本框 3">
            <a:extLst>
              <a:ext uri="{FF2B5EF4-FFF2-40B4-BE49-F238E27FC236}">
                <a16:creationId xmlns:a16="http://schemas.microsoft.com/office/drawing/2014/main" xmlns="" id="{2634341D-5755-1FA9-0663-28B9726DA8FA}"/>
              </a:ext>
            </a:extLst>
          </p:cNvPr>
          <p:cNvSpPr txBox="1"/>
          <p:nvPr/>
        </p:nvSpPr>
        <p:spPr>
          <a:xfrm>
            <a:off x="1641502" y="2079675"/>
            <a:ext cx="8463668" cy="730777"/>
          </a:xfrm>
          <a:prstGeom prst="rect">
            <a:avLst/>
          </a:prstGeom>
          <a:noFill/>
        </p:spPr>
        <p:txBody>
          <a:bodyPr wrap="square">
            <a:spAutoFit/>
          </a:bodyPr>
          <a:lstStyle/>
          <a:p>
            <a:pPr>
              <a:lnSpc>
                <a:spcPts val="2600"/>
              </a:lnSpc>
            </a:pPr>
            <a:r>
              <a:rPr lang="zh-CN" altLang="zh-CN" sz="1800" kern="100" dirty="0">
                <a:effectLst/>
                <a:latin typeface="Microsoft YaHei" panose="020B0503020204020204" pitchFamily="34" charset="-122"/>
                <a:ea typeface="Microsoft YaHei" panose="020B0503020204020204" pitchFamily="34" charset="-122"/>
              </a:rPr>
              <a:t>由于它不要求进程的程序段和数据在内存中连续存放，从而有效地解决了碎片问题。这既提高了内存的利用率，又有利于组织多道程序执行</a:t>
            </a:r>
          </a:p>
        </p:txBody>
      </p:sp>
      <p:sp>
        <p:nvSpPr>
          <p:cNvPr id="5" name="文本框 4">
            <a:extLst>
              <a:ext uri="{FF2B5EF4-FFF2-40B4-BE49-F238E27FC236}">
                <a16:creationId xmlns:a16="http://schemas.microsoft.com/office/drawing/2014/main" xmlns="" id="{545F250C-C702-275C-7CF5-7A8751DE0A27}"/>
              </a:ext>
            </a:extLst>
          </p:cNvPr>
          <p:cNvSpPr txBox="1"/>
          <p:nvPr/>
        </p:nvSpPr>
        <p:spPr>
          <a:xfrm>
            <a:off x="1641502" y="3603166"/>
            <a:ext cx="8768467" cy="1064202"/>
          </a:xfrm>
          <a:prstGeom prst="rect">
            <a:avLst/>
          </a:prstGeom>
          <a:noFill/>
        </p:spPr>
        <p:txBody>
          <a:bodyPr wrap="square">
            <a:spAutoFit/>
          </a:bodyPr>
          <a:lstStyle/>
          <a:p>
            <a:pPr algn="just">
              <a:lnSpc>
                <a:spcPts val="2600"/>
              </a:lnSpc>
              <a:tabLst>
                <a:tab pos="5029200" algn="l"/>
              </a:tabLst>
            </a:pPr>
            <a:r>
              <a:rPr lang="zh-CN" altLang="zh-CN" sz="1800" kern="100" dirty="0">
                <a:effectLst/>
                <a:latin typeface="Microsoft YaHei" panose="020B0503020204020204" pitchFamily="34" charset="-122"/>
                <a:ea typeface="Microsoft YaHei" panose="020B0503020204020204" pitchFamily="34" charset="-122"/>
                <a:cs typeface="Times New Roman" panose="02020603050405020304" pitchFamily="18" charset="0"/>
              </a:rPr>
              <a:t>存在页面空间的浪费问题。这是由于各种程序代码的长度是各不相同的，但页面的大小是固定的，所以在每个程序的最后一页内总有一部分空间得不到利用</a:t>
            </a:r>
            <a:r>
              <a:rPr lang="zh-CN" altLang="zh-CN" sz="1800" kern="100" dirty="0">
                <a:solidFill>
                  <a:srgbClr val="FF0000"/>
                </a:solidFill>
                <a:effectLst/>
                <a:latin typeface="Microsoft YaHei" panose="020B0503020204020204" pitchFamily="34" charset="-122"/>
                <a:ea typeface="Microsoft YaHei" panose="020B0503020204020204" pitchFamily="34" charset="-122"/>
                <a:cs typeface="Times New Roman" panose="02020603050405020304" pitchFamily="18" charset="0"/>
              </a:rPr>
              <a:t>，称为内碎片。</a:t>
            </a:r>
            <a:r>
              <a:rPr lang="zh-CN" altLang="zh-CN" sz="1800" kern="100" dirty="0">
                <a:effectLst/>
                <a:latin typeface="Microsoft YaHei" panose="020B0503020204020204" pitchFamily="34" charset="-122"/>
                <a:ea typeface="Microsoft YaHei" panose="020B0503020204020204" pitchFamily="34" charset="-122"/>
                <a:cs typeface="Times New Roman" panose="02020603050405020304" pitchFamily="18" charset="0"/>
              </a:rPr>
              <a:t>如果页面较大，则由此引起的存储空间的损失仍然较大</a:t>
            </a:r>
            <a:endParaRPr lang="zh-CN" altLang="zh-CN" sz="1800" kern="100" dirty="0">
              <a:effectLst/>
              <a:latin typeface="Microsoft YaHei" panose="020B0503020204020204" pitchFamily="34" charset="-122"/>
              <a:ea typeface="Microsoft YaHei" panose="020B0503020204020204" pitchFamily="34" charset="-122"/>
            </a:endParaRPr>
          </a:p>
        </p:txBody>
      </p:sp>
      <p:sp>
        <p:nvSpPr>
          <p:cNvPr id="7" name="文本框 6">
            <a:extLst>
              <a:ext uri="{FF2B5EF4-FFF2-40B4-BE49-F238E27FC236}">
                <a16:creationId xmlns:a16="http://schemas.microsoft.com/office/drawing/2014/main" xmlns="" id="{0D5C5BC5-3721-E7BF-F647-FE07DFFE0C42}"/>
              </a:ext>
            </a:extLst>
          </p:cNvPr>
          <p:cNvSpPr txBox="1"/>
          <p:nvPr/>
        </p:nvSpPr>
        <p:spPr>
          <a:xfrm>
            <a:off x="655297" y="2100193"/>
            <a:ext cx="492443" cy="605294"/>
          </a:xfrm>
          <a:prstGeom prst="rect">
            <a:avLst/>
          </a:prstGeom>
          <a:noFill/>
        </p:spPr>
        <p:txBody>
          <a:bodyPr vert="eaVert" wrap="none" rtlCol="0">
            <a:spAutoFit/>
          </a:bodyPr>
          <a:lstStyle/>
          <a:p>
            <a:pPr algn="ctr"/>
            <a:r>
              <a:rPr kumimoji="1" lang="zh-CN" altLang="en-US" sz="2000" b="1" dirty="0">
                <a:solidFill>
                  <a:srgbClr val="9A0001"/>
                </a:solidFill>
                <a:latin typeface="Arial" panose="020B0604020202020204" pitchFamily="34" charset="0"/>
                <a:ea typeface="微软雅黑" panose="020B0503020204020204" pitchFamily="34" charset="-122"/>
                <a:cs typeface="+mn-ea"/>
                <a:sym typeface="Arial" panose="020B0604020202020204" pitchFamily="34" charset="0"/>
              </a:rPr>
              <a:t>优点</a:t>
            </a:r>
          </a:p>
        </p:txBody>
      </p:sp>
      <p:sp>
        <p:nvSpPr>
          <p:cNvPr id="9" name="文本框 8">
            <a:extLst>
              <a:ext uri="{FF2B5EF4-FFF2-40B4-BE49-F238E27FC236}">
                <a16:creationId xmlns:a16="http://schemas.microsoft.com/office/drawing/2014/main" xmlns="" id="{C7CC4357-3070-7786-4C97-617F39817EF3}"/>
              </a:ext>
            </a:extLst>
          </p:cNvPr>
          <p:cNvSpPr txBox="1"/>
          <p:nvPr/>
        </p:nvSpPr>
        <p:spPr>
          <a:xfrm>
            <a:off x="655296" y="3849866"/>
            <a:ext cx="492443" cy="605294"/>
          </a:xfrm>
          <a:prstGeom prst="rect">
            <a:avLst/>
          </a:prstGeom>
          <a:noFill/>
        </p:spPr>
        <p:txBody>
          <a:bodyPr vert="eaVert" wrap="none" rtlCol="0">
            <a:spAutoFit/>
          </a:bodyPr>
          <a:lstStyle/>
          <a:p>
            <a:pPr algn="ctr"/>
            <a:r>
              <a:rPr kumimoji="1" lang="zh-CN" altLang="en-US" sz="2000" b="1" dirty="0">
                <a:solidFill>
                  <a:srgbClr val="9A0001"/>
                </a:solidFill>
                <a:latin typeface="Arial" panose="020B0604020202020204" pitchFamily="34" charset="0"/>
                <a:ea typeface="微软雅黑" panose="020B0503020204020204" pitchFamily="34" charset="-122"/>
                <a:cs typeface="+mn-ea"/>
                <a:sym typeface="Arial" panose="020B0604020202020204" pitchFamily="34" charset="0"/>
              </a:rPr>
              <a:t>缺点</a:t>
            </a:r>
          </a:p>
        </p:txBody>
      </p:sp>
    </p:spTree>
    <p:extLst>
      <p:ext uri="{BB962C8B-B14F-4D97-AF65-F5344CB8AC3E}">
        <p14:creationId xmlns:p14="http://schemas.microsoft.com/office/powerpoint/2010/main" xmlns="" val="1916235915"/>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p:txBody>
          <a:bodyPr>
            <a:normAutofit/>
          </a:bodyPr>
          <a:lstStyle/>
          <a:p>
            <a:r>
              <a:rPr lang="en-US" altLang="zh-CN" dirty="0">
                <a:sym typeface="Arial" panose="020B0604020202020204" pitchFamily="34" charset="0"/>
              </a:rPr>
              <a:t>5.4.5</a:t>
            </a:r>
            <a:r>
              <a:rPr lang="zh-CN" altLang="en-US" dirty="0">
                <a:sym typeface="Arial" panose="020B0604020202020204" pitchFamily="34" charset="0"/>
              </a:rPr>
              <a:t>虚拟存储管理的性能问题</a:t>
            </a:r>
          </a:p>
        </p:txBody>
      </p:sp>
      <p:sp>
        <p:nvSpPr>
          <p:cNvPr id="6" name="文本框 5">
            <a:extLst>
              <a:ext uri="{FF2B5EF4-FFF2-40B4-BE49-F238E27FC236}">
                <a16:creationId xmlns:a16="http://schemas.microsoft.com/office/drawing/2014/main" xmlns="" id="{BFBFCA98-F5BC-B870-7973-F0883B60E815}"/>
              </a:ext>
            </a:extLst>
          </p:cNvPr>
          <p:cNvSpPr txBox="1"/>
          <p:nvPr/>
        </p:nvSpPr>
        <p:spPr>
          <a:xfrm>
            <a:off x="962525" y="1914440"/>
            <a:ext cx="9884769" cy="777457"/>
          </a:xfrm>
          <a:prstGeom prst="rect">
            <a:avLst/>
          </a:prstGeom>
          <a:noFill/>
        </p:spPr>
        <p:txBody>
          <a:bodyPr wrap="square">
            <a:spAutoFit/>
          </a:bodyPr>
          <a:lstStyle/>
          <a:p>
            <a:pPr>
              <a:lnSpc>
                <a:spcPct val="130000"/>
              </a:lnSpc>
            </a:pPr>
            <a:r>
              <a:rPr lang="zh-CN" altLang="en-US" sz="1800" kern="100" dirty="0">
                <a:effectLst/>
                <a:latin typeface="Microsoft YaHei" panose="020B0503020204020204" pitchFamily="34" charset="-122"/>
                <a:ea typeface="Microsoft YaHei" panose="020B0503020204020204" pitchFamily="34" charset="-122"/>
              </a:rPr>
              <a:t>       </a:t>
            </a:r>
            <a:r>
              <a:rPr lang="zh-CN" altLang="zh-CN" sz="1800" kern="100" dirty="0">
                <a:effectLst/>
                <a:latin typeface="Microsoft YaHei" panose="020B0503020204020204" pitchFamily="34" charset="-122"/>
                <a:ea typeface="Microsoft YaHei" panose="020B0503020204020204" pitchFamily="34" charset="-122"/>
              </a:rPr>
              <a:t>引入虚拟存储管理，把内存和外存统一管理，其真正目的，是把那些访问概率非常高的</a:t>
            </a:r>
            <a:r>
              <a:rPr lang="zh-CN" altLang="zh-CN" sz="1800" kern="100" dirty="0">
                <a:solidFill>
                  <a:srgbClr val="FF00FF"/>
                </a:solidFill>
                <a:effectLst/>
                <a:latin typeface="Microsoft YaHei" panose="020B0503020204020204" pitchFamily="34" charset="-122"/>
                <a:ea typeface="Microsoft YaHei" panose="020B0503020204020204" pitchFamily="34" charset="-122"/>
              </a:rPr>
              <a:t>页</a:t>
            </a:r>
            <a:r>
              <a:rPr lang="zh-CN" altLang="zh-CN" sz="1800" kern="100" dirty="0">
                <a:effectLst/>
                <a:latin typeface="Microsoft YaHei" panose="020B0503020204020204" pitchFamily="34" charset="-122"/>
                <a:ea typeface="Microsoft YaHei" panose="020B0503020204020204" pitchFamily="34" charset="-122"/>
              </a:rPr>
              <a:t>放入内存，减少内外存交换的次数</a:t>
            </a:r>
          </a:p>
        </p:txBody>
      </p:sp>
      <p:sp>
        <p:nvSpPr>
          <p:cNvPr id="3" name="文本框 2">
            <a:extLst>
              <a:ext uri="{FF2B5EF4-FFF2-40B4-BE49-F238E27FC236}">
                <a16:creationId xmlns:a16="http://schemas.microsoft.com/office/drawing/2014/main" xmlns="" id="{B9F2D933-C2D4-D0A7-3072-4B19B7FD8B76}"/>
              </a:ext>
            </a:extLst>
          </p:cNvPr>
          <p:cNvSpPr txBox="1"/>
          <p:nvPr/>
        </p:nvSpPr>
        <p:spPr>
          <a:xfrm>
            <a:off x="1438514" y="4706795"/>
            <a:ext cx="6100174" cy="369332"/>
          </a:xfrm>
          <a:prstGeom prst="rect">
            <a:avLst/>
          </a:prstGeom>
          <a:noFill/>
        </p:spPr>
        <p:txBody>
          <a:bodyPr wrap="square">
            <a:spAutoFit/>
          </a:bodyPr>
          <a:lstStyle/>
          <a:p>
            <a:r>
              <a:rPr lang="zh-CN" altLang="zh-CN" sz="1800" kern="100" dirty="0">
                <a:effectLst/>
                <a:latin typeface="Microsoft YaHei" panose="020B0503020204020204" pitchFamily="34" charset="-122"/>
                <a:ea typeface="Microsoft YaHei" panose="020B0503020204020204" pitchFamily="34" charset="-122"/>
              </a:rPr>
              <a:t>采用工作集模型，可以解决颠簸问题</a:t>
            </a:r>
            <a:endParaRPr lang="zh-CN" altLang="en-US" dirty="0"/>
          </a:p>
        </p:txBody>
      </p:sp>
      <p:sp>
        <p:nvSpPr>
          <p:cNvPr id="5" name="文本框 4">
            <a:extLst>
              <a:ext uri="{FF2B5EF4-FFF2-40B4-BE49-F238E27FC236}">
                <a16:creationId xmlns:a16="http://schemas.microsoft.com/office/drawing/2014/main" xmlns="" id="{F0A7B29C-502A-C723-A7CB-0355BCD3A3E1}"/>
              </a:ext>
            </a:extLst>
          </p:cNvPr>
          <p:cNvSpPr txBox="1"/>
          <p:nvPr/>
        </p:nvSpPr>
        <p:spPr>
          <a:xfrm>
            <a:off x="980200" y="3130568"/>
            <a:ext cx="9867093" cy="1137556"/>
          </a:xfrm>
          <a:prstGeom prst="rect">
            <a:avLst/>
          </a:prstGeom>
          <a:noFill/>
        </p:spPr>
        <p:txBody>
          <a:bodyPr wrap="square">
            <a:spAutoFit/>
          </a:bodyPr>
          <a:lstStyle/>
          <a:p>
            <a:pPr>
              <a:lnSpc>
                <a:spcPct val="130000"/>
              </a:lnSpc>
            </a:pPr>
            <a:r>
              <a:rPr lang="zh-CN" altLang="en-US" sz="1800" kern="100" dirty="0">
                <a:effectLst/>
                <a:latin typeface="Microsoft YaHei" panose="020B0503020204020204" pitchFamily="34" charset="-122"/>
                <a:ea typeface="Microsoft YaHei" panose="020B0503020204020204" pitchFamily="34" charset="-122"/>
              </a:rPr>
              <a:t>       </a:t>
            </a:r>
            <a:r>
              <a:rPr lang="zh-CN" altLang="zh-CN" sz="1800" kern="100" dirty="0">
                <a:effectLst/>
                <a:latin typeface="Microsoft YaHei" panose="020B0503020204020204" pitchFamily="34" charset="-122"/>
                <a:ea typeface="Microsoft YaHei" panose="020B0503020204020204" pitchFamily="34" charset="-122"/>
              </a:rPr>
              <a:t>在虚存中，页面可能在内存与外存之间频繁地调度，有可能出现抖动或颠簸。当系统出现这一现象时，系统用于调度页面所需要的时间比进程实际运行所占用的时间还多，系统效率会急剧下降。颠簸是由于缺页率高而引起的。</a:t>
            </a:r>
          </a:p>
        </p:txBody>
      </p:sp>
    </p:spTree>
    <p:extLst>
      <p:ext uri="{BB962C8B-B14F-4D97-AF65-F5344CB8AC3E}">
        <p14:creationId xmlns:p14="http://schemas.microsoft.com/office/powerpoint/2010/main" xmlns="" val="3318727605"/>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xmlns="" id="{4BE77495-FA9D-4073-A31B-6DCFF294BB33}"/>
              </a:ext>
            </a:extLst>
          </p:cNvPr>
          <p:cNvSpPr>
            <a:spLocks noGrp="1"/>
          </p:cNvSpPr>
          <p:nvPr>
            <p:ph type="title"/>
          </p:nvPr>
        </p:nvSpPr>
        <p:spPr/>
        <p:txBody>
          <a:bodyPr>
            <a:normAutofit/>
          </a:bodyPr>
          <a:lstStyle/>
          <a:p>
            <a:r>
              <a:rPr lang="en-US" altLang="zh-CN" dirty="0">
                <a:sym typeface="Arial" panose="020B0604020202020204" pitchFamily="34" charset="0"/>
              </a:rPr>
              <a:t>5.4.5</a:t>
            </a:r>
            <a:r>
              <a:rPr lang="zh-CN" altLang="en-US" dirty="0">
                <a:sym typeface="Arial" panose="020B0604020202020204" pitchFamily="34" charset="0"/>
              </a:rPr>
              <a:t>虚拟存储管理的性能问题</a:t>
            </a:r>
          </a:p>
        </p:txBody>
      </p:sp>
      <p:sp>
        <p:nvSpPr>
          <p:cNvPr id="6" name="文本框 5">
            <a:extLst>
              <a:ext uri="{FF2B5EF4-FFF2-40B4-BE49-F238E27FC236}">
                <a16:creationId xmlns:a16="http://schemas.microsoft.com/office/drawing/2014/main" xmlns="" id="{BFBFCA98-F5BC-B870-7973-F0883B60E815}"/>
              </a:ext>
            </a:extLst>
          </p:cNvPr>
          <p:cNvSpPr txBox="1"/>
          <p:nvPr/>
        </p:nvSpPr>
        <p:spPr>
          <a:xfrm>
            <a:off x="962525" y="1338243"/>
            <a:ext cx="9545053" cy="730777"/>
          </a:xfrm>
          <a:prstGeom prst="rect">
            <a:avLst/>
          </a:prstGeom>
          <a:noFill/>
        </p:spPr>
        <p:txBody>
          <a:bodyPr wrap="square">
            <a:spAutoFit/>
          </a:bodyPr>
          <a:lstStyle/>
          <a:p>
            <a:pPr algn="just">
              <a:lnSpc>
                <a:spcPts val="2600"/>
              </a:lnSpc>
            </a:pPr>
            <a:r>
              <a:rPr lang="zh-CN" altLang="en-US" sz="1800" kern="100" dirty="0">
                <a:effectLst/>
                <a:latin typeface="Microsoft YaHei" panose="020B0503020204020204" pitchFamily="34" charset="-122"/>
                <a:ea typeface="Microsoft YaHei" panose="020B0503020204020204" pitchFamily="34" charset="-122"/>
                <a:cs typeface="Times New Roman" panose="02020603050405020304" pitchFamily="18" charset="0"/>
              </a:rPr>
              <a:t>       </a:t>
            </a:r>
            <a:r>
              <a:rPr lang="zh-CN" altLang="zh-CN" sz="1800" kern="100" dirty="0">
                <a:effectLst/>
                <a:latin typeface="Microsoft YaHei" panose="020B0503020204020204" pitchFamily="34" charset="-122"/>
                <a:ea typeface="Microsoft YaHei" panose="020B0503020204020204" pitchFamily="34" charset="-122"/>
                <a:cs typeface="Times New Roman" panose="02020603050405020304" pitchFamily="18" charset="0"/>
              </a:rPr>
              <a:t>对于给定的进程访页序列，从时刻（</a:t>
            </a:r>
            <a:r>
              <a:rPr lang="en-US" altLang="zh-CN" sz="1800" kern="100" dirty="0">
                <a:effectLst/>
                <a:latin typeface="Microsoft YaHei" panose="020B0503020204020204" pitchFamily="34" charset="-122"/>
                <a:ea typeface="Microsoft YaHei" panose="020B0503020204020204" pitchFamily="34" charset="-122"/>
              </a:rPr>
              <a:t>t-</a:t>
            </a:r>
            <a:r>
              <a:rPr lang="en-US" altLang="zh-CN" sz="1800" kern="100" dirty="0" err="1">
                <a:effectLst/>
                <a:latin typeface="Microsoft YaHei" panose="020B0503020204020204" pitchFamily="34" charset="-122"/>
                <a:ea typeface="Microsoft YaHei" panose="020B0503020204020204" pitchFamily="34" charset="-122"/>
              </a:rPr>
              <a:t>Δ</a:t>
            </a:r>
            <a:r>
              <a:rPr lang="zh-CN" altLang="zh-CN" sz="1800" kern="100" dirty="0">
                <a:effectLst/>
                <a:latin typeface="Microsoft YaHei" panose="020B0503020204020204" pitchFamily="34" charset="-122"/>
                <a:ea typeface="Microsoft YaHei" panose="020B0503020204020204" pitchFamily="34" charset="-122"/>
                <a:cs typeface="Times New Roman" panose="02020603050405020304" pitchFamily="18" charset="0"/>
              </a:rPr>
              <a:t>）到时刻</a:t>
            </a:r>
            <a:r>
              <a:rPr lang="en-US" altLang="zh-CN" sz="1800" kern="100" dirty="0">
                <a:effectLst/>
                <a:latin typeface="Microsoft YaHei" panose="020B0503020204020204" pitchFamily="34" charset="-122"/>
                <a:ea typeface="Microsoft YaHei" panose="020B0503020204020204" pitchFamily="34" charset="-122"/>
              </a:rPr>
              <a:t>t</a:t>
            </a:r>
            <a:r>
              <a:rPr lang="zh-CN" altLang="zh-CN" sz="1800" kern="100" dirty="0">
                <a:effectLst/>
                <a:latin typeface="Microsoft YaHei" panose="020B0503020204020204" pitchFamily="34" charset="-122"/>
                <a:ea typeface="Microsoft YaHei" panose="020B0503020204020204" pitchFamily="34" charset="-122"/>
                <a:cs typeface="Times New Roman" panose="02020603050405020304" pitchFamily="18" charset="0"/>
              </a:rPr>
              <a:t>之间所访问页面的集合，称为该进程的工作集。其中，</a:t>
            </a:r>
            <a:r>
              <a:rPr lang="en-US" altLang="zh-CN" sz="1800" kern="100" dirty="0" err="1">
                <a:effectLst/>
                <a:latin typeface="Microsoft YaHei" panose="020B0503020204020204" pitchFamily="34" charset="-122"/>
                <a:ea typeface="Microsoft YaHei" panose="020B0503020204020204" pitchFamily="34" charset="-122"/>
              </a:rPr>
              <a:t>Δ</a:t>
            </a:r>
            <a:r>
              <a:rPr lang="zh-CN" altLang="zh-CN" sz="1800" kern="100" dirty="0">
                <a:effectLst/>
                <a:latin typeface="Microsoft YaHei" panose="020B0503020204020204" pitchFamily="34" charset="-122"/>
                <a:ea typeface="Microsoft YaHei" panose="020B0503020204020204" pitchFamily="34" charset="-122"/>
                <a:cs typeface="Times New Roman" panose="02020603050405020304" pitchFamily="18" charset="0"/>
              </a:rPr>
              <a:t>称为工作集窗口</a:t>
            </a:r>
            <a:endParaRPr lang="zh-CN" altLang="zh-CN" sz="1800" kern="100" dirty="0">
              <a:effectLst/>
              <a:latin typeface="Microsoft YaHei" panose="020B0503020204020204" pitchFamily="34" charset="-122"/>
              <a:ea typeface="Microsoft YaHei" panose="020B0503020204020204" pitchFamily="34" charset="-122"/>
            </a:endParaRPr>
          </a:p>
        </p:txBody>
      </p:sp>
      <p:pic>
        <p:nvPicPr>
          <p:cNvPr id="2" name="图片 1" descr="15">
            <a:extLst>
              <a:ext uri="{FF2B5EF4-FFF2-40B4-BE49-F238E27FC236}">
                <a16:creationId xmlns:a16="http://schemas.microsoft.com/office/drawing/2014/main" xmlns="" id="{4F4AA324-7538-7ECA-8910-BAA2B98265BF}"/>
              </a:ext>
            </a:extLst>
          </p:cNvPr>
          <p:cNvPicPr>
            <a:picLocks noChangeAspect="1"/>
          </p:cNvPicPr>
          <p:nvPr/>
        </p:nvPicPr>
        <p:blipFill>
          <a:blip r:embed="rId3" cstate="print"/>
          <a:srcRect t="23616" b="29153"/>
          <a:stretch>
            <a:fillRect/>
          </a:stretch>
        </p:blipFill>
        <p:spPr bwMode="auto">
          <a:xfrm>
            <a:off x="3771948" y="2461730"/>
            <a:ext cx="3926205" cy="1390650"/>
          </a:xfrm>
          <a:prstGeom prst="rect">
            <a:avLst/>
          </a:prstGeom>
          <a:noFill/>
          <a:ln w="9525">
            <a:noFill/>
            <a:miter lim="800000"/>
            <a:headEnd/>
            <a:tailEnd/>
          </a:ln>
        </p:spPr>
      </p:pic>
      <p:sp>
        <p:nvSpPr>
          <p:cNvPr id="4" name="文本框 3">
            <a:extLst>
              <a:ext uri="{FF2B5EF4-FFF2-40B4-BE49-F238E27FC236}">
                <a16:creationId xmlns:a16="http://schemas.microsoft.com/office/drawing/2014/main" xmlns="" id="{FCB59A5E-FC04-71D7-1902-665ED6D251BC}"/>
              </a:ext>
            </a:extLst>
          </p:cNvPr>
          <p:cNvSpPr txBox="1"/>
          <p:nvPr/>
        </p:nvSpPr>
        <p:spPr>
          <a:xfrm>
            <a:off x="843021" y="4356249"/>
            <a:ext cx="10846179" cy="1445717"/>
          </a:xfrm>
          <a:prstGeom prst="rect">
            <a:avLst/>
          </a:prstGeom>
          <a:noFill/>
        </p:spPr>
        <p:txBody>
          <a:bodyPr wrap="square">
            <a:spAutoFit/>
          </a:bodyPr>
          <a:lstStyle/>
          <a:p>
            <a:pPr algn="just">
              <a:lnSpc>
                <a:spcPts val="2600"/>
              </a:lnSpc>
            </a:pPr>
            <a:r>
              <a:rPr lang="zh-CN" altLang="en-US" sz="1800" kern="100" dirty="0">
                <a:effectLst/>
                <a:latin typeface="Microsoft YaHei" panose="020B0503020204020204" pitchFamily="34" charset="-122"/>
                <a:ea typeface="Microsoft YaHei" panose="020B0503020204020204" pitchFamily="34" charset="-122"/>
              </a:rPr>
              <a:t>       </a:t>
            </a:r>
            <a:r>
              <a:rPr lang="zh-CN" altLang="zh-CN" sz="1800" kern="100" dirty="0">
                <a:effectLst/>
                <a:latin typeface="Microsoft YaHei" panose="020B0503020204020204" pitchFamily="34" charset="-122"/>
                <a:ea typeface="Microsoft YaHei" panose="020B0503020204020204" pitchFamily="34" charset="-122"/>
              </a:rPr>
              <a:t>工作集是随时间而变化的，如图</a:t>
            </a:r>
            <a:r>
              <a:rPr lang="en-US" altLang="zh-CN" sz="1800" kern="100" dirty="0">
                <a:effectLst/>
                <a:latin typeface="Microsoft YaHei" panose="020B0503020204020204" pitchFamily="34" charset="-122"/>
                <a:ea typeface="Microsoft YaHei" panose="020B0503020204020204" pitchFamily="34" charset="-122"/>
              </a:rPr>
              <a:t>5-21</a:t>
            </a:r>
            <a:r>
              <a:rPr lang="zh-CN" altLang="zh-CN" sz="1800" kern="100" dirty="0">
                <a:effectLst/>
                <a:latin typeface="Microsoft YaHei" panose="020B0503020204020204" pitchFamily="34" charset="-122"/>
                <a:ea typeface="Microsoft YaHei" panose="020B0503020204020204" pitchFamily="34" charset="-122"/>
              </a:rPr>
              <a:t>所示。工作集大小与窗口尺寸密切相关</a:t>
            </a:r>
          </a:p>
          <a:p>
            <a:pPr algn="just">
              <a:lnSpc>
                <a:spcPts val="2600"/>
              </a:lnSpc>
            </a:pPr>
            <a:r>
              <a:rPr lang="zh-CN" altLang="zh-CN" sz="1800" kern="100" dirty="0">
                <a:effectLst/>
                <a:latin typeface="Microsoft YaHei" panose="020B0503020204020204" pitchFamily="34" charset="-122"/>
                <a:ea typeface="Microsoft YaHei" panose="020B0503020204020204" pitchFamily="34" charset="-122"/>
              </a:rPr>
              <a:t>由模拟实验知道，任何程序对内存都有一个临界值要求，当分配给进程的物理页面数小于这个临界值时，缺页率上升；当分配给进程的物理页面数大于该临界值时，再增加物理页面数也不能显著减少缺页次数。因此，希望</a:t>
            </a:r>
            <a:r>
              <a:rPr lang="zh-CN" altLang="zh-CN" sz="1800" b="1" kern="100" dirty="0">
                <a:solidFill>
                  <a:srgbClr val="9A0001"/>
                </a:solidFill>
                <a:effectLst/>
                <a:latin typeface="Microsoft YaHei" panose="020B0503020204020204" pitchFamily="34" charset="-122"/>
                <a:ea typeface="Microsoft YaHei" panose="020B0503020204020204" pitchFamily="34" charset="-122"/>
              </a:rPr>
              <a:t>分配给进程的物理页面数与当前工作集大小一致</a:t>
            </a:r>
          </a:p>
        </p:txBody>
      </p:sp>
    </p:spTree>
    <p:extLst>
      <p:ext uri="{BB962C8B-B14F-4D97-AF65-F5344CB8AC3E}">
        <p14:creationId xmlns:p14="http://schemas.microsoft.com/office/powerpoint/2010/main" xmlns="" val="1577302646"/>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0" y="1515573"/>
            <a:ext cx="12192000" cy="382685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 name="文本框 7"/>
          <p:cNvSpPr txBox="1"/>
          <p:nvPr/>
        </p:nvSpPr>
        <p:spPr>
          <a:xfrm>
            <a:off x="2248522" y="2670712"/>
            <a:ext cx="7723981" cy="1035668"/>
          </a:xfrm>
          <a:prstGeom prst="rect">
            <a:avLst/>
          </a:prstGeom>
          <a:noFill/>
        </p:spPr>
        <p:txBody>
          <a:bodyPr wrap="square" rtlCol="0">
            <a:spAutoFit/>
          </a:bodyPr>
          <a:lstStyle/>
          <a:p>
            <a:pPr marL="0" marR="0" lvl="0" indent="0" algn="ctr" defTabSz="914400" rtl="0" eaLnBrk="1" fontAlgn="auto" latinLnBrk="0" hangingPunct="1">
              <a:lnSpc>
                <a:spcPct val="110000"/>
              </a:lnSpc>
              <a:spcBef>
                <a:spcPts val="0"/>
              </a:spcBef>
              <a:spcAft>
                <a:spcPts val="0"/>
              </a:spcAft>
              <a:buClrTx/>
              <a:buSzTx/>
              <a:buFontTx/>
              <a:buNone/>
              <a:defRPr/>
            </a:pPr>
            <a:r>
              <a:rPr kumimoji="0" lang="zh-CN" altLang="en-US" sz="6000" b="1" i="0" u="none" strike="noStrike" kern="1200" cap="none" spc="40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感谢</a:t>
            </a:r>
            <a:r>
              <a:rPr lang="zh-CN" altLang="en-US" sz="6000" b="1" spc="400" dirty="0">
                <a:solidFill>
                  <a:prstClr val="white"/>
                </a:solidFill>
                <a:latin typeface="Arial" panose="020B0604020202020204" pitchFamily="34" charset="0"/>
                <a:ea typeface="微软雅黑" panose="020B0503020204020204" pitchFamily="34" charset="-122"/>
                <a:cs typeface="+mn-ea"/>
                <a:sym typeface="Arial" panose="020B0604020202020204" pitchFamily="34" charset="0"/>
              </a:rPr>
              <a:t>大家聆听</a:t>
            </a:r>
            <a:endParaRPr kumimoji="0" lang="zh-CN" altLang="en-US" sz="6000" b="1" i="0" u="none" strike="noStrike" kern="1200" cap="none" spc="40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cxnSp>
        <p:nvCxnSpPr>
          <p:cNvPr id="10" name="直接连接符 9"/>
          <p:cNvCxnSpPr/>
          <p:nvPr/>
        </p:nvCxnSpPr>
        <p:spPr>
          <a:xfrm>
            <a:off x="5875564" y="5029199"/>
            <a:ext cx="44087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12" name="文本框 11"/>
          <p:cNvSpPr txBox="1"/>
          <p:nvPr/>
        </p:nvSpPr>
        <p:spPr>
          <a:xfrm>
            <a:off x="2467429" y="3687574"/>
            <a:ext cx="7271658" cy="381579"/>
          </a:xfrm>
          <a:prstGeom prst="rect">
            <a:avLst/>
          </a:prstGeom>
          <a:noFill/>
        </p:spPr>
        <p:txBody>
          <a:bodyPr wrap="square" rtlCol="0">
            <a:spAutoFit/>
          </a:bodyPr>
          <a:lstStyle/>
          <a:p>
            <a:pPr marL="0" marR="0" lvl="0" indent="0" algn="dist" defTabSz="914400" rtl="0" eaLnBrk="1" fontAlgn="auto" latinLnBrk="0" hangingPunct="1">
              <a:lnSpc>
                <a:spcPct val="110000"/>
              </a:lnSpc>
              <a:spcBef>
                <a:spcPts val="0"/>
              </a:spcBef>
              <a:spcAft>
                <a:spcPts val="0"/>
              </a:spcAft>
              <a:buClrTx/>
              <a:buSzTx/>
              <a:buFontTx/>
              <a:buNone/>
              <a:defRPr/>
            </a:pPr>
            <a:r>
              <a:rPr kumimoji="0" lang="en-US" altLang="zh-CN" sz="1800" b="0" i="0" u="none" strike="noStrike" kern="1200" cap="none" spc="0" normalizeH="0" baseline="0" noProof="0" dirty="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rPr>
              <a:t>THANKS FOR THE CAREFUL GUIDANCE</a:t>
            </a:r>
          </a:p>
        </p:txBody>
      </p:sp>
      <p:sp>
        <p:nvSpPr>
          <p:cNvPr id="6" name="椭圆 5"/>
          <p:cNvSpPr/>
          <p:nvPr/>
        </p:nvSpPr>
        <p:spPr>
          <a:xfrm>
            <a:off x="5197121" y="602182"/>
            <a:ext cx="1826782" cy="182678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13" name="组合 12"/>
          <p:cNvGrpSpPr/>
          <p:nvPr/>
        </p:nvGrpSpPr>
        <p:grpSpPr>
          <a:xfrm>
            <a:off x="5317814" y="718939"/>
            <a:ext cx="1614432" cy="1610666"/>
            <a:chOff x="2105799" y="20055838"/>
            <a:chExt cx="6748090" cy="6732363"/>
          </a:xfrm>
          <a:solidFill>
            <a:schemeClr val="accent1"/>
          </a:solidFill>
        </p:grpSpPr>
        <p:sp>
          <p:nvSpPr>
            <p:cNvPr id="14"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5"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spTree>
  </p:cSld>
  <p:clrMapOvr>
    <a:masterClrMapping/>
  </p:clrMapOvr>
</p:sld>
</file>

<file path=ppt/theme/theme1.xml><?xml version="1.0" encoding="utf-8"?>
<a:theme xmlns:a="http://schemas.openxmlformats.org/drawingml/2006/main" name="自定义设计方案">
  <a:themeElements>
    <a:clrScheme name="自定义 2">
      <a:dk1>
        <a:srgbClr val="000000"/>
      </a:dk1>
      <a:lt1>
        <a:srgbClr val="FFFFFF"/>
      </a:lt1>
      <a:dk2>
        <a:srgbClr val="768395"/>
      </a:dk2>
      <a:lt2>
        <a:srgbClr val="F0F0F0"/>
      </a:lt2>
      <a:accent1>
        <a:srgbClr val="9A0001"/>
      </a:accent1>
      <a:accent2>
        <a:srgbClr val="CEAB6E"/>
      </a:accent2>
      <a:accent3>
        <a:srgbClr val="063771"/>
      </a:accent3>
      <a:accent4>
        <a:srgbClr val="F3F4F8"/>
      </a:accent4>
      <a:accent5>
        <a:srgbClr val="64646C"/>
      </a:accent5>
      <a:accent6>
        <a:srgbClr val="FFFFFF"/>
      </a:accent6>
      <a:hlink>
        <a:srgbClr val="0070C0"/>
      </a:hlink>
      <a:folHlink>
        <a:srgbClr val="BFBFBF"/>
      </a:folHlink>
    </a:clrScheme>
    <a:fontScheme name="自定义 1">
      <a:majorFont>
        <a:latin typeface="Arial"/>
        <a:ea typeface="微软雅黑"/>
        <a:cs typeface=""/>
      </a:majorFont>
      <a:minorFont>
        <a:latin typeface="Arial"/>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lgn="ctr">
          <a:defRPr sz="2000" dirty="0" smtClean="0">
            <a:latin typeface="Arial" panose="020B0604020202020204" pitchFamily="34" charset="0"/>
            <a:ea typeface="微软雅黑" panose="020B0503020204020204" pitchFamily="34" charset="-122"/>
            <a:cs typeface="+mn-ea"/>
            <a:sym typeface="Arial" panose="020B0604020202020204" pitchFamily="34" charset="0"/>
          </a:defRPr>
        </a:defPPr>
      </a:lstStyle>
    </a:txDef>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ppt/theme/theme2.xml><?xml version="1.0" encoding="utf-8"?>
<a:theme xmlns:a="http://schemas.openxmlformats.org/drawingml/2006/main" name="1_自定义设计方案">
  <a:themeElements>
    <a:clrScheme name="自定义 2">
      <a:dk1>
        <a:srgbClr val="000000"/>
      </a:dk1>
      <a:lt1>
        <a:srgbClr val="FFFFFF"/>
      </a:lt1>
      <a:dk2>
        <a:srgbClr val="768395"/>
      </a:dk2>
      <a:lt2>
        <a:srgbClr val="F0F0F0"/>
      </a:lt2>
      <a:accent1>
        <a:srgbClr val="9A0001"/>
      </a:accent1>
      <a:accent2>
        <a:srgbClr val="CEAB6E"/>
      </a:accent2>
      <a:accent3>
        <a:srgbClr val="063771"/>
      </a:accent3>
      <a:accent4>
        <a:srgbClr val="F3F4F8"/>
      </a:accent4>
      <a:accent5>
        <a:srgbClr val="64646C"/>
      </a:accent5>
      <a:accent6>
        <a:srgbClr val="FFFFFF"/>
      </a:accent6>
      <a:hlink>
        <a:srgbClr val="0070C0"/>
      </a:hlink>
      <a:folHlink>
        <a:srgbClr val="BFBFBF"/>
      </a:folHlink>
    </a:clrScheme>
    <a:fontScheme name="自定义 1">
      <a:majorFont>
        <a:latin typeface="Arial"/>
        <a:ea typeface="微软雅黑"/>
        <a:cs typeface=""/>
      </a:majorFont>
      <a:minorFont>
        <a:latin typeface="Arial"/>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lgn="ctr">
          <a:defRPr sz="2000" dirty="0" smtClean="0">
            <a:latin typeface="Arial" panose="020B0604020202020204" pitchFamily="34" charset="0"/>
            <a:ea typeface="微软雅黑" panose="020B0503020204020204" pitchFamily="34" charset="-122"/>
            <a:cs typeface="+mn-ea"/>
            <a:sym typeface="Arial" panose="020B0604020202020204" pitchFamily="34" charset="0"/>
          </a:defRPr>
        </a:defPPr>
      </a:lstStyle>
    </a:txDef>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ppt/theme/theme3.xml><?xml version="1.0" encoding="utf-8"?>
<a:theme xmlns:a="http://schemas.openxmlformats.org/drawingml/2006/main" name="1_OfficePLUS">
  <a:themeElements>
    <a:clrScheme name="Office 主题">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Century Gothic">
      <a:majorFont>
        <a:latin typeface="Century Gothic"/>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主题">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ppt/theme/theme4.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等线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等线"/>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
  <TotalTime>6541</TotalTime>
  <Words>10313</Words>
  <Application>Microsoft Macintosh PowerPoint</Application>
  <PresentationFormat>自定义</PresentationFormat>
  <Paragraphs>544</Paragraphs>
  <Slides>69</Slides>
  <Notes>69</Notes>
  <HiddenSlides>0</HiddenSlides>
  <MMClips>0</MMClips>
  <ScaleCrop>false</ScaleCrop>
  <HeadingPairs>
    <vt:vector size="4" baseType="variant">
      <vt:variant>
        <vt:lpstr>主题</vt:lpstr>
      </vt:variant>
      <vt:variant>
        <vt:i4>3</vt:i4>
      </vt:variant>
      <vt:variant>
        <vt:lpstr>幻灯片标题</vt:lpstr>
      </vt:variant>
      <vt:variant>
        <vt:i4>69</vt:i4>
      </vt:variant>
    </vt:vector>
  </HeadingPairs>
  <TitlesOfParts>
    <vt:vector size="72" baseType="lpstr">
      <vt:lpstr>自定义设计方案</vt:lpstr>
      <vt:lpstr>1_自定义设计方案</vt:lpstr>
      <vt:lpstr>1_OfficePLUS</vt:lpstr>
      <vt:lpstr>幻灯片 1</vt:lpstr>
      <vt:lpstr>幻灯片 2</vt:lpstr>
      <vt:lpstr>幻灯片 3</vt:lpstr>
      <vt:lpstr>5.1.1存储体系</vt:lpstr>
      <vt:lpstr>5.1.1存储体系</vt:lpstr>
      <vt:lpstr>5.1.2存储管理的任务</vt:lpstr>
      <vt:lpstr>5.1.2存储管理的任务</vt:lpstr>
      <vt:lpstr>5.1.2存储管理的任务</vt:lpstr>
      <vt:lpstr>5.1.2存储管理的任务 I 内存的分配与回收</vt:lpstr>
      <vt:lpstr>5.1.2存储管理的任务 I 内存的分配与回收</vt:lpstr>
      <vt:lpstr>5.1.2存储管理的任务 I 内存共享</vt:lpstr>
      <vt:lpstr>5.1.2存储管理的任务 I 内存保护</vt:lpstr>
      <vt:lpstr>5.1.2存储管理的任务 I“扩充”内存容量</vt:lpstr>
      <vt:lpstr>5.1.3地址转换</vt:lpstr>
      <vt:lpstr>5.1.3地址转换 I 地址重定位</vt:lpstr>
      <vt:lpstr>5.1.3地址转换 I 地址重定位 I 静态重定位</vt:lpstr>
      <vt:lpstr>5.1.3地址转换 I 地址重定位 I 动态重定位</vt:lpstr>
      <vt:lpstr>幻灯片 18</vt:lpstr>
      <vt:lpstr>分区管理</vt:lpstr>
      <vt:lpstr>5.2.1固定分区</vt:lpstr>
      <vt:lpstr>5.2.1固定分区</vt:lpstr>
      <vt:lpstr>5.2.2可变分区 I  基本思想</vt:lpstr>
      <vt:lpstr>5.2.2可变分区 I  基本思想</vt:lpstr>
      <vt:lpstr>5.2.2可变分区 I 紧缩技术</vt:lpstr>
      <vt:lpstr>5.2.2可变分区 I 紧缩技术</vt:lpstr>
      <vt:lpstr>5.2.2可变分区 I 紧缩技术</vt:lpstr>
      <vt:lpstr>5.2.2可变分区 I 可变分区的实现</vt:lpstr>
      <vt:lpstr>5.2.2可变分区 I 可变分区的实现</vt:lpstr>
      <vt:lpstr>5.2.2可变分区 I 可变分区的实现</vt:lpstr>
      <vt:lpstr>5.2.2可变分区 I 分区的回收</vt:lpstr>
      <vt:lpstr>5.2.2可变分区 I 分区的保护</vt:lpstr>
      <vt:lpstr>5.2.3分区管理方案的优缺点</vt:lpstr>
      <vt:lpstr>幻灯片 33</vt:lpstr>
      <vt:lpstr>5.3.1覆盖技术</vt:lpstr>
      <vt:lpstr>5.3.1覆盖技术</vt:lpstr>
      <vt:lpstr>5.3.1交换技术</vt:lpstr>
      <vt:lpstr>5.3.2交换技术 I 相关考虑问题</vt:lpstr>
      <vt:lpstr>5.3.2交换技术 I 相关考虑问题</vt:lpstr>
      <vt:lpstr>5.3.2交换技术 I 相关考虑问题</vt:lpstr>
      <vt:lpstr>幻灯片 40</vt:lpstr>
      <vt:lpstr>5.4.1虚拟存储技术</vt:lpstr>
      <vt:lpstr>5.4.1虚拟存储技术</vt:lpstr>
      <vt:lpstr>5.4.1虚拟存储技术</vt:lpstr>
      <vt:lpstr>5.4.1虚拟存储技术</vt:lpstr>
      <vt:lpstr>5.4.2虚拟页式存储管理</vt:lpstr>
      <vt:lpstr>5.4.3物理内存的分配与回收</vt:lpstr>
      <vt:lpstr>5.4.3物理内存的分配与回收</vt:lpstr>
      <vt:lpstr>5.4.4虚拟页式存储地址转换过程 I 页式存储管理的地址转换</vt:lpstr>
      <vt:lpstr>5.4.4虚拟页式存储地址转换过程 I 页式存储管理的地址转换</vt:lpstr>
      <vt:lpstr>5.4.4虚拟页式存储地址转换过程 I 页表项</vt:lpstr>
      <vt:lpstr>5.4.4虚拟页式存储地址转换过程 I 页表</vt:lpstr>
      <vt:lpstr>5.4.4虚拟页式存储地址转换过程 I 页表</vt:lpstr>
      <vt:lpstr>5.4.4虚拟页式存储地址转换过程 I 页表</vt:lpstr>
      <vt:lpstr>5.4.4虚拟页式存储地址转换过程 I 页表</vt:lpstr>
      <vt:lpstr>5.4.4虚拟页式存储地址转换过程 I 转换检测缓冲区(TLB)</vt:lpstr>
      <vt:lpstr>5.4.4虚拟页式存储地址转换过程 I 转换检测缓冲区(TLB)</vt:lpstr>
      <vt:lpstr>5.4.4虚拟页式存储地址转换过程 I 缺页异常处理</vt:lpstr>
      <vt:lpstr>5.4.4虚拟页式存储地址转换过程 I 缺页异常处理</vt:lpstr>
      <vt:lpstr>5.4.4虚拟页式存储地址转换过程 I 页面调度策略</vt:lpstr>
      <vt:lpstr>5.4.4虚拟页式存储地址转换过程 I 页面调度策略</vt:lpstr>
      <vt:lpstr>5.4.4虚拟页式存储地址转换过程 I 页面调度策略</vt:lpstr>
      <vt:lpstr>5.4.4虚拟页式存储地址转换过程 I 页面置换算法</vt:lpstr>
      <vt:lpstr>5.4.4虚拟页式存储地址转换过程 I 页面置换算法</vt:lpstr>
      <vt:lpstr>5.4.4虚拟页式存储地址转换过程 I 页面置换算法</vt:lpstr>
      <vt:lpstr>5.4.4虚拟页式存储地址转换过程 I 页面置换算法</vt:lpstr>
      <vt:lpstr>5.4.5虚拟页式存储管理的优点缺点</vt:lpstr>
      <vt:lpstr>5.4.5虚拟存储管理的性能问题</vt:lpstr>
      <vt:lpstr>5.4.5虚拟存储管理的性能问题</vt:lpstr>
      <vt:lpstr>幻灯片 69</vt:lpstr>
    </vt:vector>
  </TitlesOfParts>
  <LinksUpToDate>false</LinksUpToDate>
  <SharedDoc>false</SharedDoc>
  <HyperlinksChanged>false</HyperlinksChanged>
  <AppVersion>12.0000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cp:lastModifiedBy>SWZ</cp:lastModifiedBy>
  <cp:revision>168</cp:revision>
  <dcterms:created xsi:type="dcterms:W3CDTF">2018-12-09T14:29:24Z</dcterms:created>
  <dcterms:modified xsi:type="dcterms:W3CDTF">2023-09-10T14:32:11Z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MSIP_Label_f42aa342-8706-4288-bd11-ebb85995028c_Enabled">
    <vt:lpwstr>True</vt:lpwstr>
  </property>
  <property fmtid="{D5CDD505-2E9C-101B-9397-08002B2CF9AE}" pid="3" name="MSIP_Label_f42aa342-8706-4288-bd11-ebb85995028c_SiteId">
    <vt:lpwstr>72f988bf-86f1-41af-91ab-2d7cd011db47</vt:lpwstr>
  </property>
  <property fmtid="{D5CDD505-2E9C-101B-9397-08002B2CF9AE}" pid="4" name="MSIP_Label_f42aa342-8706-4288-bd11-ebb85995028c_Owner">
    <vt:lpwstr>Nuaxnuy@DESKTOP-GLORKB7</vt:lpwstr>
  </property>
  <property fmtid="{D5CDD505-2E9C-101B-9397-08002B2CF9AE}" pid="5" name="MSIP_Label_f42aa342-8706-4288-bd11-ebb85995028c_SetDate">
    <vt:lpwstr>2019-04-13T09:21:34.3521271Z</vt:lpwstr>
  </property>
  <property fmtid="{D5CDD505-2E9C-101B-9397-08002B2CF9AE}" pid="6" name="MSIP_Label_f42aa342-8706-4288-bd11-ebb85995028c_Name">
    <vt:lpwstr>General</vt:lpwstr>
  </property>
  <property fmtid="{D5CDD505-2E9C-101B-9397-08002B2CF9AE}" pid="7" name="MSIP_Label_f42aa342-8706-4288-bd11-ebb85995028c_Application">
    <vt:lpwstr>Microsoft Azure Information Protection</vt:lpwstr>
  </property>
  <property fmtid="{D5CDD505-2E9C-101B-9397-08002B2CF9AE}" pid="8" name="MSIP_Label_f42aa342-8706-4288-bd11-ebb85995028c_ActionId">
    <vt:lpwstr>8ba33e4d-f70c-4f8a-80c4-7b79b430a7ab</vt:lpwstr>
  </property>
  <property fmtid="{D5CDD505-2E9C-101B-9397-08002B2CF9AE}" pid="9" name="MSIP_Label_f42aa342-8706-4288-bd11-ebb85995028c_Extended_MSFT_Method">
    <vt:lpwstr>Automatic</vt:lpwstr>
  </property>
  <property fmtid="{D5CDD505-2E9C-101B-9397-08002B2CF9AE}" pid="10" name="Sensitivity">
    <vt:lpwstr>General</vt:lpwstr>
  </property>
</Properties>
</file>